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806" r:id="rId4"/>
    <p:sldMasterId id="2147483831" r:id="rId5"/>
  </p:sldMasterIdLst>
  <p:notesMasterIdLst>
    <p:notesMasterId r:id="rId35"/>
  </p:notesMasterIdLst>
  <p:handoutMasterIdLst>
    <p:handoutMasterId r:id="rId36"/>
  </p:handoutMasterIdLst>
  <p:sldIdLst>
    <p:sldId id="256" r:id="rId6"/>
    <p:sldId id="298" r:id="rId7"/>
    <p:sldId id="285" r:id="rId8"/>
    <p:sldId id="287" r:id="rId9"/>
    <p:sldId id="288" r:id="rId10"/>
    <p:sldId id="258" r:id="rId11"/>
    <p:sldId id="257" r:id="rId12"/>
    <p:sldId id="260" r:id="rId13"/>
    <p:sldId id="261" r:id="rId14"/>
    <p:sldId id="262" r:id="rId15"/>
    <p:sldId id="263" r:id="rId16"/>
    <p:sldId id="294" r:id="rId17"/>
    <p:sldId id="295" r:id="rId18"/>
    <p:sldId id="296" r:id="rId19"/>
    <p:sldId id="297" r:id="rId20"/>
    <p:sldId id="299" r:id="rId21"/>
    <p:sldId id="282" r:id="rId22"/>
    <p:sldId id="305" r:id="rId23"/>
    <p:sldId id="306" r:id="rId24"/>
    <p:sldId id="283" r:id="rId25"/>
    <p:sldId id="284" r:id="rId26"/>
    <p:sldId id="265" r:id="rId27"/>
    <p:sldId id="304" r:id="rId28"/>
    <p:sldId id="302" r:id="rId29"/>
    <p:sldId id="293" r:id="rId30"/>
    <p:sldId id="303" r:id="rId31"/>
    <p:sldId id="300" r:id="rId32"/>
    <p:sldId id="280" r:id="rId33"/>
    <p:sldId id="281" r:id="rId34"/>
  </p:sldIdLst>
  <p:sldSz cx="10691813" cy="7559675"/>
  <p:notesSz cx="9926638" cy="6797675"/>
  <p:defaultTextStyle>
    <a:defPPr>
      <a:defRPr lang="en-GB"/>
    </a:defPPr>
    <a:lvl1pPr algn="l" defTabSz="446088" rtl="0" fontAlgn="base">
      <a:spcBef>
        <a:spcPct val="0"/>
      </a:spcBef>
      <a:spcAft>
        <a:spcPct val="0"/>
      </a:spcAft>
      <a:buClr>
        <a:srgbClr val="000000"/>
      </a:buClr>
      <a:buSzPct val="100000"/>
      <a:buFont typeface="Times New Roman" pitchFamily="18" charset="0"/>
      <a:defRPr kern="1200">
        <a:solidFill>
          <a:schemeClr val="bg1"/>
        </a:solidFill>
        <a:latin typeface="Arial" pitchFamily="34" charset="0"/>
        <a:ea typeface="DejaVu Sans"/>
        <a:cs typeface="DejaVu Sans"/>
      </a:defRPr>
    </a:lvl1pPr>
    <a:lvl2pPr marL="736600" indent="-280988" algn="l" defTabSz="446088" rtl="0" fontAlgn="base">
      <a:spcBef>
        <a:spcPct val="0"/>
      </a:spcBef>
      <a:spcAft>
        <a:spcPct val="0"/>
      </a:spcAft>
      <a:buClr>
        <a:srgbClr val="000000"/>
      </a:buClr>
      <a:buSzPct val="100000"/>
      <a:buFont typeface="Times New Roman" pitchFamily="18" charset="0"/>
      <a:defRPr kern="1200">
        <a:solidFill>
          <a:schemeClr val="bg1"/>
        </a:solidFill>
        <a:latin typeface="Arial" pitchFamily="34" charset="0"/>
        <a:ea typeface="DejaVu Sans"/>
        <a:cs typeface="DejaVu Sans"/>
      </a:defRPr>
    </a:lvl2pPr>
    <a:lvl3pPr marL="1135063" indent="-227013" algn="l" defTabSz="446088" rtl="0" fontAlgn="base">
      <a:spcBef>
        <a:spcPct val="0"/>
      </a:spcBef>
      <a:spcAft>
        <a:spcPct val="0"/>
      </a:spcAft>
      <a:buClr>
        <a:srgbClr val="000000"/>
      </a:buClr>
      <a:buSzPct val="100000"/>
      <a:buFont typeface="Times New Roman" pitchFamily="18" charset="0"/>
      <a:defRPr kern="1200">
        <a:solidFill>
          <a:schemeClr val="bg1"/>
        </a:solidFill>
        <a:latin typeface="Arial" pitchFamily="34" charset="0"/>
        <a:ea typeface="DejaVu Sans"/>
        <a:cs typeface="DejaVu Sans"/>
      </a:defRPr>
    </a:lvl3pPr>
    <a:lvl4pPr marL="1590675" indent="-227013" algn="l" defTabSz="446088" rtl="0" fontAlgn="base">
      <a:spcBef>
        <a:spcPct val="0"/>
      </a:spcBef>
      <a:spcAft>
        <a:spcPct val="0"/>
      </a:spcAft>
      <a:buClr>
        <a:srgbClr val="000000"/>
      </a:buClr>
      <a:buSzPct val="100000"/>
      <a:buFont typeface="Times New Roman" pitchFamily="18" charset="0"/>
      <a:defRPr kern="1200">
        <a:solidFill>
          <a:schemeClr val="bg1"/>
        </a:solidFill>
        <a:latin typeface="Arial" pitchFamily="34" charset="0"/>
        <a:ea typeface="DejaVu Sans"/>
        <a:cs typeface="DejaVu Sans"/>
      </a:defRPr>
    </a:lvl4pPr>
    <a:lvl5pPr marL="2044700" indent="-227013" algn="l" defTabSz="446088" rtl="0" fontAlgn="base">
      <a:spcBef>
        <a:spcPct val="0"/>
      </a:spcBef>
      <a:spcAft>
        <a:spcPct val="0"/>
      </a:spcAft>
      <a:buClr>
        <a:srgbClr val="000000"/>
      </a:buClr>
      <a:buSzPct val="100000"/>
      <a:buFont typeface="Times New Roman" pitchFamily="18" charset="0"/>
      <a:defRPr kern="1200">
        <a:solidFill>
          <a:schemeClr val="bg1"/>
        </a:solidFill>
        <a:latin typeface="Arial" pitchFamily="34" charset="0"/>
        <a:ea typeface="DejaVu Sans"/>
        <a:cs typeface="DejaVu Sans"/>
      </a:defRPr>
    </a:lvl5pPr>
    <a:lvl6pPr marL="2286000" algn="l" defTabSz="914400" rtl="0" eaLnBrk="1" latinLnBrk="0" hangingPunct="1">
      <a:defRPr kern="1200">
        <a:solidFill>
          <a:schemeClr val="bg1"/>
        </a:solidFill>
        <a:latin typeface="Arial" pitchFamily="34" charset="0"/>
        <a:ea typeface="DejaVu Sans"/>
        <a:cs typeface="DejaVu Sans"/>
      </a:defRPr>
    </a:lvl6pPr>
    <a:lvl7pPr marL="2743200" algn="l" defTabSz="914400" rtl="0" eaLnBrk="1" latinLnBrk="0" hangingPunct="1">
      <a:defRPr kern="1200">
        <a:solidFill>
          <a:schemeClr val="bg1"/>
        </a:solidFill>
        <a:latin typeface="Arial" pitchFamily="34" charset="0"/>
        <a:ea typeface="DejaVu Sans"/>
        <a:cs typeface="DejaVu Sans"/>
      </a:defRPr>
    </a:lvl7pPr>
    <a:lvl8pPr marL="3200400" algn="l" defTabSz="914400" rtl="0" eaLnBrk="1" latinLnBrk="0" hangingPunct="1">
      <a:defRPr kern="1200">
        <a:solidFill>
          <a:schemeClr val="bg1"/>
        </a:solidFill>
        <a:latin typeface="Arial" pitchFamily="34" charset="0"/>
        <a:ea typeface="DejaVu Sans"/>
        <a:cs typeface="DejaVu Sans"/>
      </a:defRPr>
    </a:lvl8pPr>
    <a:lvl9pPr marL="3657600" algn="l" defTabSz="914400" rtl="0" eaLnBrk="1" latinLnBrk="0" hangingPunct="1">
      <a:defRPr kern="1200">
        <a:solidFill>
          <a:schemeClr val="bg1"/>
        </a:solidFill>
        <a:latin typeface="Arial" pitchFamily="34" charset="0"/>
        <a:ea typeface="DejaVu Sans"/>
        <a:cs typeface="DejaVu Sans"/>
      </a:defRPr>
    </a:lvl9pPr>
  </p:defaultTextStyle>
  <p:extLst>
    <p:ext uri="{EFAFB233-063F-42B5-8137-9DF3F51BA10A}">
      <p15:sldGuideLst xmlns:p15="http://schemas.microsoft.com/office/powerpoint/2012/main">
        <p15:guide id="1" orient="horz" pos="2161">
          <p15:clr>
            <a:srgbClr val="A4A3A4"/>
          </p15:clr>
        </p15:guide>
        <p15:guide id="2" pos="2880">
          <p15:clr>
            <a:srgbClr val="A4A3A4"/>
          </p15:clr>
        </p15:guide>
      </p15:sldGuideLst>
    </p:ext>
    <p:ext uri="{2D200454-40CA-4A62-9FC3-DE9A4176ACB9}">
      <p15:notesGuideLst xmlns:p15="http://schemas.microsoft.com/office/powerpoint/2012/main">
        <p15:guide id="1" orient="horz" pos="1831">
          <p15:clr>
            <a:srgbClr val="A4A3A4"/>
          </p15:clr>
        </p15:guide>
        <p15:guide id="2" pos="28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18C7A9-69C4-418C-9721-E166589AC376}" v="123" dt="2021-01-27T12:04:48.6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29" autoAdjust="0"/>
  </p:normalViewPr>
  <p:slideViewPr>
    <p:cSldViewPr>
      <p:cViewPr varScale="1">
        <p:scale>
          <a:sx n="96" d="100"/>
          <a:sy n="96" d="100"/>
        </p:scale>
        <p:origin x="1566" y="84"/>
      </p:cViewPr>
      <p:guideLst>
        <p:guide orient="horz" pos="2161"/>
        <p:guide pos="2880"/>
      </p:guideLst>
    </p:cSldViewPr>
  </p:slideViewPr>
  <p:outlineViewPr>
    <p:cViewPr varScale="1">
      <p:scale>
        <a:sx n="170" d="200"/>
        <a:sy n="170" d="200"/>
      </p:scale>
      <p:origin x="-780" y="-84"/>
    </p:cViewPr>
  </p:outlineViewPr>
  <p:notesTextViewPr>
    <p:cViewPr>
      <p:scale>
        <a:sx n="100" d="100"/>
        <a:sy n="100" d="100"/>
      </p:scale>
      <p:origin x="0" y="0"/>
    </p:cViewPr>
  </p:notesTextViewPr>
  <p:notesViewPr>
    <p:cSldViewPr>
      <p:cViewPr varScale="1">
        <p:scale>
          <a:sx n="59" d="100"/>
          <a:sy n="59" d="100"/>
        </p:scale>
        <p:origin x="-1752" y="-72"/>
      </p:cViewPr>
      <p:guideLst>
        <p:guide orient="horz" pos="1831"/>
        <p:guide pos="283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heme" Target="theme/theme1.xml"/><Relationship Id="rId21" Type="http://schemas.openxmlformats.org/officeDocument/2006/relationships/slide" Target="slides/slide16.xml"/><Relationship Id="rId34" Type="http://schemas.openxmlformats.org/officeDocument/2006/relationships/slide" Target="slides/slide29.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notesMaster" Target="notesMasters/notesMaster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4302515" cy="340137"/>
          </a:xfrm>
          <a:prstGeom prst="rect">
            <a:avLst/>
          </a:prstGeom>
        </p:spPr>
        <p:txBody>
          <a:bodyPr vert="horz" lIns="83786" tIns="41893" rIns="83786" bIns="41893" rtlCol="0"/>
          <a:lstStyle>
            <a:lvl1pPr algn="l">
              <a:defRPr sz="1100"/>
            </a:lvl1pPr>
          </a:lstStyle>
          <a:p>
            <a:endParaRPr lang="en-GB"/>
          </a:p>
        </p:txBody>
      </p:sp>
      <p:sp>
        <p:nvSpPr>
          <p:cNvPr id="3" name="Date Placeholder 2"/>
          <p:cNvSpPr>
            <a:spLocks noGrp="1"/>
          </p:cNvSpPr>
          <p:nvPr>
            <p:ph type="dt" sz="quarter" idx="1"/>
          </p:nvPr>
        </p:nvSpPr>
        <p:spPr>
          <a:xfrm>
            <a:off x="5622040" y="2"/>
            <a:ext cx="4302515" cy="340137"/>
          </a:xfrm>
          <a:prstGeom prst="rect">
            <a:avLst/>
          </a:prstGeom>
        </p:spPr>
        <p:txBody>
          <a:bodyPr vert="horz" lIns="83786" tIns="41893" rIns="83786" bIns="41893" rtlCol="0"/>
          <a:lstStyle>
            <a:lvl1pPr algn="r">
              <a:defRPr sz="1100"/>
            </a:lvl1pPr>
          </a:lstStyle>
          <a:p>
            <a:fld id="{7DDCF38E-B6CF-42A0-B13B-3EE07F970C1C}" type="datetimeFigureOut">
              <a:rPr lang="en-GB" smtClean="0"/>
              <a:t>22/01/2025</a:t>
            </a:fld>
            <a:endParaRPr lang="en-GB"/>
          </a:p>
        </p:txBody>
      </p:sp>
      <p:sp>
        <p:nvSpPr>
          <p:cNvPr id="4" name="Footer Placeholder 3"/>
          <p:cNvSpPr>
            <a:spLocks noGrp="1"/>
          </p:cNvSpPr>
          <p:nvPr>
            <p:ph type="ftr" sz="quarter" idx="2"/>
          </p:nvPr>
        </p:nvSpPr>
        <p:spPr>
          <a:xfrm>
            <a:off x="1" y="6456530"/>
            <a:ext cx="4302515" cy="340136"/>
          </a:xfrm>
          <a:prstGeom prst="rect">
            <a:avLst/>
          </a:prstGeom>
        </p:spPr>
        <p:txBody>
          <a:bodyPr vert="horz" lIns="83786" tIns="41893" rIns="83786" bIns="41893" rtlCol="0" anchor="b"/>
          <a:lstStyle>
            <a:lvl1pPr algn="l">
              <a:defRPr sz="1100"/>
            </a:lvl1pPr>
          </a:lstStyle>
          <a:p>
            <a:endParaRPr lang="en-GB"/>
          </a:p>
        </p:txBody>
      </p:sp>
      <p:sp>
        <p:nvSpPr>
          <p:cNvPr id="5" name="Slide Number Placeholder 4"/>
          <p:cNvSpPr>
            <a:spLocks noGrp="1"/>
          </p:cNvSpPr>
          <p:nvPr>
            <p:ph type="sldNum" sz="quarter" idx="3"/>
          </p:nvPr>
        </p:nvSpPr>
        <p:spPr>
          <a:xfrm>
            <a:off x="5622040" y="6456530"/>
            <a:ext cx="4302515" cy="340136"/>
          </a:xfrm>
          <a:prstGeom prst="rect">
            <a:avLst/>
          </a:prstGeom>
        </p:spPr>
        <p:txBody>
          <a:bodyPr vert="horz" lIns="83786" tIns="41893" rIns="83786" bIns="41893" rtlCol="0" anchor="b"/>
          <a:lstStyle>
            <a:lvl1pPr algn="r">
              <a:defRPr sz="1100"/>
            </a:lvl1pPr>
          </a:lstStyle>
          <a:p>
            <a:fld id="{061589DA-AE9F-4EA1-BB2B-530678073CF9}" type="slidenum">
              <a:rPr lang="en-GB" smtClean="0"/>
              <a:t>‹#›</a:t>
            </a:fld>
            <a:endParaRPr lang="en-GB"/>
          </a:p>
        </p:txBody>
      </p:sp>
    </p:spTree>
    <p:extLst>
      <p:ext uri="{BB962C8B-B14F-4D97-AF65-F5344CB8AC3E}">
        <p14:creationId xmlns:p14="http://schemas.microsoft.com/office/powerpoint/2010/main" val="1239771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9506" name="AutoShape 1"/>
          <p:cNvSpPr>
            <a:spLocks noChangeArrowheads="1"/>
          </p:cNvSpPr>
          <p:nvPr/>
        </p:nvSpPr>
        <p:spPr bwMode="auto">
          <a:xfrm>
            <a:off x="1" y="0"/>
            <a:ext cx="9926638" cy="6797675"/>
          </a:xfrm>
          <a:prstGeom prst="roundRect">
            <a:avLst>
              <a:gd name="adj" fmla="val 19"/>
            </a:avLst>
          </a:prstGeom>
          <a:solidFill>
            <a:srgbClr val="FFFFFF"/>
          </a:solidFill>
          <a:ln>
            <a:noFill/>
          </a:ln>
          <a:extLst>
            <a:ext uri="{91240B29-F687-4F45-9708-019B960494DF}">
              <a14:hiddenLine xmlns:a14="http://schemas.microsoft.com/office/drawing/2010/main" w="9360">
                <a:solidFill>
                  <a:srgbClr val="000000"/>
                </a:solidFill>
                <a:miter lim="800000"/>
                <a:headEnd/>
                <a:tailEnd/>
              </a14:hiddenLine>
            </a:ext>
          </a:extLst>
        </p:spPr>
        <p:txBody>
          <a:bodyPr wrap="none" lIns="83786" tIns="41893" rIns="83786" bIns="41893"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600"/>
          </a:p>
        </p:txBody>
      </p:sp>
      <p:sp>
        <p:nvSpPr>
          <p:cNvPr id="149507" name="AutoShape 2"/>
          <p:cNvSpPr>
            <a:spLocks noChangeArrowheads="1"/>
          </p:cNvSpPr>
          <p:nvPr/>
        </p:nvSpPr>
        <p:spPr bwMode="auto">
          <a:xfrm>
            <a:off x="1" y="0"/>
            <a:ext cx="9926638" cy="6797675"/>
          </a:xfrm>
          <a:prstGeom prst="roundRect">
            <a:avLst>
              <a:gd name="adj" fmla="val 19"/>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lIns="83786" tIns="41893" rIns="83786" bIns="41893"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600"/>
          </a:p>
        </p:txBody>
      </p:sp>
      <p:sp>
        <p:nvSpPr>
          <p:cNvPr id="149508" name="AutoShape 3"/>
          <p:cNvSpPr>
            <a:spLocks noChangeArrowheads="1"/>
          </p:cNvSpPr>
          <p:nvPr/>
        </p:nvSpPr>
        <p:spPr bwMode="auto">
          <a:xfrm>
            <a:off x="1" y="0"/>
            <a:ext cx="9926638" cy="6797675"/>
          </a:xfrm>
          <a:prstGeom prst="roundRect">
            <a:avLst>
              <a:gd name="adj" fmla="val 19"/>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lIns="83786" tIns="41893" rIns="83786" bIns="41893"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600"/>
          </a:p>
        </p:txBody>
      </p:sp>
      <p:sp>
        <p:nvSpPr>
          <p:cNvPr id="149509" name="AutoShape 4"/>
          <p:cNvSpPr>
            <a:spLocks noChangeArrowheads="1"/>
          </p:cNvSpPr>
          <p:nvPr/>
        </p:nvSpPr>
        <p:spPr bwMode="auto">
          <a:xfrm>
            <a:off x="473194" y="229115"/>
            <a:ext cx="8982336" cy="6340459"/>
          </a:xfrm>
          <a:prstGeom prst="roundRect">
            <a:avLst>
              <a:gd name="adj" fmla="val 23"/>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lIns="83786" tIns="41893" rIns="83786" bIns="41893"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600"/>
          </a:p>
        </p:txBody>
      </p:sp>
      <p:sp>
        <p:nvSpPr>
          <p:cNvPr id="149510" name="AutoShape 5"/>
          <p:cNvSpPr>
            <a:spLocks noChangeArrowheads="1"/>
          </p:cNvSpPr>
          <p:nvPr/>
        </p:nvSpPr>
        <p:spPr bwMode="auto">
          <a:xfrm>
            <a:off x="471109" y="229115"/>
            <a:ext cx="8982337" cy="6340459"/>
          </a:xfrm>
          <a:prstGeom prst="roundRect">
            <a:avLst>
              <a:gd name="adj" fmla="val 23"/>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lIns="83786" tIns="41893" rIns="83786" bIns="41893"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600"/>
          </a:p>
        </p:txBody>
      </p:sp>
      <p:sp>
        <p:nvSpPr>
          <p:cNvPr id="149511" name="AutoShape 6"/>
          <p:cNvSpPr>
            <a:spLocks noChangeArrowheads="1"/>
          </p:cNvSpPr>
          <p:nvPr/>
        </p:nvSpPr>
        <p:spPr bwMode="auto">
          <a:xfrm>
            <a:off x="471109" y="229115"/>
            <a:ext cx="8982337" cy="6340459"/>
          </a:xfrm>
          <a:prstGeom prst="roundRect">
            <a:avLst>
              <a:gd name="adj" fmla="val 23"/>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lIns="83786" tIns="41893" rIns="83786" bIns="41893"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600"/>
          </a:p>
        </p:txBody>
      </p:sp>
      <p:sp>
        <p:nvSpPr>
          <p:cNvPr id="149512" name="AutoShape 7"/>
          <p:cNvSpPr>
            <a:spLocks noChangeArrowheads="1"/>
          </p:cNvSpPr>
          <p:nvPr/>
        </p:nvSpPr>
        <p:spPr bwMode="auto">
          <a:xfrm>
            <a:off x="471109" y="229115"/>
            <a:ext cx="8982337" cy="6340459"/>
          </a:xfrm>
          <a:prstGeom prst="roundRect">
            <a:avLst>
              <a:gd name="adj" fmla="val 23"/>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lIns="83786" tIns="41893" rIns="83786" bIns="41893"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600"/>
          </a:p>
        </p:txBody>
      </p:sp>
      <p:sp>
        <p:nvSpPr>
          <p:cNvPr id="149513" name="AutoShape 8"/>
          <p:cNvSpPr>
            <a:spLocks noChangeArrowheads="1"/>
          </p:cNvSpPr>
          <p:nvPr/>
        </p:nvSpPr>
        <p:spPr bwMode="auto">
          <a:xfrm>
            <a:off x="471109" y="229115"/>
            <a:ext cx="8982337" cy="6340459"/>
          </a:xfrm>
          <a:prstGeom prst="roundRect">
            <a:avLst>
              <a:gd name="adj" fmla="val 23"/>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lIns="83786" tIns="41893" rIns="83786" bIns="41893"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600"/>
          </a:p>
        </p:txBody>
      </p:sp>
      <p:sp>
        <p:nvSpPr>
          <p:cNvPr id="149514" name="AutoShape 9"/>
          <p:cNvSpPr>
            <a:spLocks noChangeArrowheads="1"/>
          </p:cNvSpPr>
          <p:nvPr/>
        </p:nvSpPr>
        <p:spPr bwMode="auto">
          <a:xfrm>
            <a:off x="471109" y="229115"/>
            <a:ext cx="8982337" cy="6340459"/>
          </a:xfrm>
          <a:prstGeom prst="roundRect">
            <a:avLst>
              <a:gd name="adj" fmla="val 23"/>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lIns="83786" tIns="41893" rIns="83786" bIns="41893"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600"/>
          </a:p>
        </p:txBody>
      </p:sp>
      <p:sp>
        <p:nvSpPr>
          <p:cNvPr id="149515" name="AutoShape 10"/>
          <p:cNvSpPr>
            <a:spLocks noChangeArrowheads="1"/>
          </p:cNvSpPr>
          <p:nvPr/>
        </p:nvSpPr>
        <p:spPr bwMode="auto">
          <a:xfrm>
            <a:off x="471109" y="229115"/>
            <a:ext cx="8982337" cy="6340459"/>
          </a:xfrm>
          <a:prstGeom prst="roundRect">
            <a:avLst>
              <a:gd name="adj" fmla="val 23"/>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lIns="83786" tIns="41893" rIns="83786" bIns="41893"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600"/>
          </a:p>
        </p:txBody>
      </p:sp>
      <p:sp>
        <p:nvSpPr>
          <p:cNvPr id="124940" name="Text Box 11"/>
          <p:cNvSpPr txBox="1">
            <a:spLocks noChangeArrowheads="1"/>
          </p:cNvSpPr>
          <p:nvPr/>
        </p:nvSpPr>
        <p:spPr bwMode="auto">
          <a:xfrm>
            <a:off x="473196" y="229115"/>
            <a:ext cx="3891859" cy="317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3786" tIns="41893" rIns="83786" bIns="41893" anchor="ctr"/>
          <a:lstStyle>
            <a:lvl1pPr eaLnBrk="0" hangingPunct="0">
              <a:defRPr sz="2400">
                <a:solidFill>
                  <a:schemeClr val="bg1"/>
                </a:solidFill>
                <a:latin typeface="Arial" charset="0"/>
                <a:ea typeface="DejaVu Sans" charset="0"/>
                <a:cs typeface="DejaVu Sans" charset="0"/>
              </a:defRPr>
            </a:lvl1pPr>
            <a:lvl2pPr marL="742950" indent="-285750" eaLnBrk="0" hangingPunct="0">
              <a:defRPr sz="2400">
                <a:solidFill>
                  <a:schemeClr val="bg1"/>
                </a:solidFill>
                <a:latin typeface="Arial" charset="0"/>
                <a:ea typeface="DejaVu Sans" charset="0"/>
                <a:cs typeface="DejaVu Sans" charset="0"/>
              </a:defRPr>
            </a:lvl2pPr>
            <a:lvl3pPr marL="1143000" indent="-228600" eaLnBrk="0" hangingPunct="0">
              <a:defRPr sz="2400">
                <a:solidFill>
                  <a:schemeClr val="bg1"/>
                </a:solidFill>
                <a:latin typeface="Arial" charset="0"/>
                <a:ea typeface="DejaVu Sans" charset="0"/>
                <a:cs typeface="DejaVu Sans" charset="0"/>
              </a:defRPr>
            </a:lvl3pPr>
            <a:lvl4pPr marL="1600200" indent="-228600" eaLnBrk="0" hangingPunct="0">
              <a:defRPr sz="2400">
                <a:solidFill>
                  <a:schemeClr val="bg1"/>
                </a:solidFill>
                <a:latin typeface="Arial" charset="0"/>
                <a:ea typeface="DejaVu Sans" charset="0"/>
                <a:cs typeface="DejaVu Sans" charset="0"/>
              </a:defRPr>
            </a:lvl4pPr>
            <a:lvl5pPr marL="2057400" indent="-228600" eaLnBrk="0" hangingPunct="0">
              <a:defRPr sz="2400">
                <a:solidFill>
                  <a:schemeClr val="bg1"/>
                </a:solidFill>
                <a:latin typeface="Arial" charset="0"/>
                <a:ea typeface="DejaVu Sans" charset="0"/>
                <a:cs typeface="DejaVu Sans" charset="0"/>
              </a:defRPr>
            </a:lvl5pPr>
            <a:lvl6pPr marL="2514600" indent="-228600" defTabSz="446088" eaLnBrk="0" fontAlgn="base" hangingPunct="0">
              <a:spcBef>
                <a:spcPct val="0"/>
              </a:spcBef>
              <a:spcAft>
                <a:spcPct val="0"/>
              </a:spcAft>
              <a:buClr>
                <a:srgbClr val="000000"/>
              </a:buClr>
              <a:buSzPct val="100000"/>
              <a:buFont typeface="Times New Roman" charset="0"/>
              <a:defRPr sz="2400">
                <a:solidFill>
                  <a:schemeClr val="bg1"/>
                </a:solidFill>
                <a:latin typeface="Arial" charset="0"/>
                <a:ea typeface="DejaVu Sans" charset="0"/>
                <a:cs typeface="DejaVu Sans" charset="0"/>
              </a:defRPr>
            </a:lvl6pPr>
            <a:lvl7pPr marL="2971800" indent="-228600" defTabSz="446088" eaLnBrk="0" fontAlgn="base" hangingPunct="0">
              <a:spcBef>
                <a:spcPct val="0"/>
              </a:spcBef>
              <a:spcAft>
                <a:spcPct val="0"/>
              </a:spcAft>
              <a:buClr>
                <a:srgbClr val="000000"/>
              </a:buClr>
              <a:buSzPct val="100000"/>
              <a:buFont typeface="Times New Roman" charset="0"/>
              <a:defRPr sz="2400">
                <a:solidFill>
                  <a:schemeClr val="bg1"/>
                </a:solidFill>
                <a:latin typeface="Arial" charset="0"/>
                <a:ea typeface="DejaVu Sans" charset="0"/>
                <a:cs typeface="DejaVu Sans" charset="0"/>
              </a:defRPr>
            </a:lvl7pPr>
            <a:lvl8pPr marL="3429000" indent="-228600" defTabSz="446088" eaLnBrk="0" fontAlgn="base" hangingPunct="0">
              <a:spcBef>
                <a:spcPct val="0"/>
              </a:spcBef>
              <a:spcAft>
                <a:spcPct val="0"/>
              </a:spcAft>
              <a:buClr>
                <a:srgbClr val="000000"/>
              </a:buClr>
              <a:buSzPct val="100000"/>
              <a:buFont typeface="Times New Roman" charset="0"/>
              <a:defRPr sz="2400">
                <a:solidFill>
                  <a:schemeClr val="bg1"/>
                </a:solidFill>
                <a:latin typeface="Arial" charset="0"/>
                <a:ea typeface="DejaVu Sans" charset="0"/>
                <a:cs typeface="DejaVu Sans" charset="0"/>
              </a:defRPr>
            </a:lvl8pPr>
            <a:lvl9pPr marL="3886200" indent="-228600" defTabSz="446088" eaLnBrk="0" fontAlgn="base" hangingPunct="0">
              <a:spcBef>
                <a:spcPct val="0"/>
              </a:spcBef>
              <a:spcAft>
                <a:spcPct val="0"/>
              </a:spcAft>
              <a:buClr>
                <a:srgbClr val="000000"/>
              </a:buClr>
              <a:buSzPct val="100000"/>
              <a:buFont typeface="Times New Roman" charset="0"/>
              <a:defRPr sz="2400">
                <a:solidFill>
                  <a:schemeClr val="bg1"/>
                </a:solidFill>
                <a:latin typeface="Arial" charset="0"/>
                <a:ea typeface="DejaVu Sans" charset="0"/>
                <a:cs typeface="DejaVu Sans" charset="0"/>
              </a:defRPr>
            </a:lvl9pPr>
          </a:lstStyle>
          <a:p>
            <a:pPr eaLnBrk="1" hangingPunct="1">
              <a:buFont typeface="Times New Roman" charset="0"/>
              <a:buNone/>
              <a:defRPr/>
            </a:pPr>
            <a:endParaRPr lang="en-US" sz="1600"/>
          </a:p>
        </p:txBody>
      </p:sp>
      <p:sp>
        <p:nvSpPr>
          <p:cNvPr id="124941" name="Text Box 12"/>
          <p:cNvSpPr txBox="1">
            <a:spLocks noChangeArrowheads="1"/>
          </p:cNvSpPr>
          <p:nvPr/>
        </p:nvSpPr>
        <p:spPr bwMode="auto">
          <a:xfrm>
            <a:off x="5559503" y="229115"/>
            <a:ext cx="3891859" cy="317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3786" tIns="41893" rIns="83786" bIns="41893" anchor="ctr"/>
          <a:lstStyle>
            <a:lvl1pPr eaLnBrk="0" hangingPunct="0">
              <a:defRPr sz="2400">
                <a:solidFill>
                  <a:schemeClr val="bg1"/>
                </a:solidFill>
                <a:latin typeface="Arial" charset="0"/>
                <a:ea typeface="DejaVu Sans" charset="0"/>
                <a:cs typeface="DejaVu Sans" charset="0"/>
              </a:defRPr>
            </a:lvl1pPr>
            <a:lvl2pPr marL="742950" indent="-285750" eaLnBrk="0" hangingPunct="0">
              <a:defRPr sz="2400">
                <a:solidFill>
                  <a:schemeClr val="bg1"/>
                </a:solidFill>
                <a:latin typeface="Arial" charset="0"/>
                <a:ea typeface="DejaVu Sans" charset="0"/>
                <a:cs typeface="DejaVu Sans" charset="0"/>
              </a:defRPr>
            </a:lvl2pPr>
            <a:lvl3pPr marL="1143000" indent="-228600" eaLnBrk="0" hangingPunct="0">
              <a:defRPr sz="2400">
                <a:solidFill>
                  <a:schemeClr val="bg1"/>
                </a:solidFill>
                <a:latin typeface="Arial" charset="0"/>
                <a:ea typeface="DejaVu Sans" charset="0"/>
                <a:cs typeface="DejaVu Sans" charset="0"/>
              </a:defRPr>
            </a:lvl3pPr>
            <a:lvl4pPr marL="1600200" indent="-228600" eaLnBrk="0" hangingPunct="0">
              <a:defRPr sz="2400">
                <a:solidFill>
                  <a:schemeClr val="bg1"/>
                </a:solidFill>
                <a:latin typeface="Arial" charset="0"/>
                <a:ea typeface="DejaVu Sans" charset="0"/>
                <a:cs typeface="DejaVu Sans" charset="0"/>
              </a:defRPr>
            </a:lvl4pPr>
            <a:lvl5pPr marL="2057400" indent="-228600" eaLnBrk="0" hangingPunct="0">
              <a:defRPr sz="2400">
                <a:solidFill>
                  <a:schemeClr val="bg1"/>
                </a:solidFill>
                <a:latin typeface="Arial" charset="0"/>
                <a:ea typeface="DejaVu Sans" charset="0"/>
                <a:cs typeface="DejaVu Sans" charset="0"/>
              </a:defRPr>
            </a:lvl5pPr>
            <a:lvl6pPr marL="2514600" indent="-228600" defTabSz="446088" eaLnBrk="0" fontAlgn="base" hangingPunct="0">
              <a:spcBef>
                <a:spcPct val="0"/>
              </a:spcBef>
              <a:spcAft>
                <a:spcPct val="0"/>
              </a:spcAft>
              <a:buClr>
                <a:srgbClr val="000000"/>
              </a:buClr>
              <a:buSzPct val="100000"/>
              <a:buFont typeface="Times New Roman" charset="0"/>
              <a:defRPr sz="2400">
                <a:solidFill>
                  <a:schemeClr val="bg1"/>
                </a:solidFill>
                <a:latin typeface="Arial" charset="0"/>
                <a:ea typeface="DejaVu Sans" charset="0"/>
                <a:cs typeface="DejaVu Sans" charset="0"/>
              </a:defRPr>
            </a:lvl6pPr>
            <a:lvl7pPr marL="2971800" indent="-228600" defTabSz="446088" eaLnBrk="0" fontAlgn="base" hangingPunct="0">
              <a:spcBef>
                <a:spcPct val="0"/>
              </a:spcBef>
              <a:spcAft>
                <a:spcPct val="0"/>
              </a:spcAft>
              <a:buClr>
                <a:srgbClr val="000000"/>
              </a:buClr>
              <a:buSzPct val="100000"/>
              <a:buFont typeface="Times New Roman" charset="0"/>
              <a:defRPr sz="2400">
                <a:solidFill>
                  <a:schemeClr val="bg1"/>
                </a:solidFill>
                <a:latin typeface="Arial" charset="0"/>
                <a:ea typeface="DejaVu Sans" charset="0"/>
                <a:cs typeface="DejaVu Sans" charset="0"/>
              </a:defRPr>
            </a:lvl7pPr>
            <a:lvl8pPr marL="3429000" indent="-228600" defTabSz="446088" eaLnBrk="0" fontAlgn="base" hangingPunct="0">
              <a:spcBef>
                <a:spcPct val="0"/>
              </a:spcBef>
              <a:spcAft>
                <a:spcPct val="0"/>
              </a:spcAft>
              <a:buClr>
                <a:srgbClr val="000000"/>
              </a:buClr>
              <a:buSzPct val="100000"/>
              <a:buFont typeface="Times New Roman" charset="0"/>
              <a:defRPr sz="2400">
                <a:solidFill>
                  <a:schemeClr val="bg1"/>
                </a:solidFill>
                <a:latin typeface="Arial" charset="0"/>
                <a:ea typeface="DejaVu Sans" charset="0"/>
                <a:cs typeface="DejaVu Sans" charset="0"/>
              </a:defRPr>
            </a:lvl8pPr>
            <a:lvl9pPr marL="3886200" indent="-228600" defTabSz="446088" eaLnBrk="0" fontAlgn="base" hangingPunct="0">
              <a:spcBef>
                <a:spcPct val="0"/>
              </a:spcBef>
              <a:spcAft>
                <a:spcPct val="0"/>
              </a:spcAft>
              <a:buClr>
                <a:srgbClr val="000000"/>
              </a:buClr>
              <a:buSzPct val="100000"/>
              <a:buFont typeface="Times New Roman" charset="0"/>
              <a:defRPr sz="2400">
                <a:solidFill>
                  <a:schemeClr val="bg1"/>
                </a:solidFill>
                <a:latin typeface="Arial" charset="0"/>
                <a:ea typeface="DejaVu Sans" charset="0"/>
                <a:cs typeface="DejaVu Sans" charset="0"/>
              </a:defRPr>
            </a:lvl9pPr>
          </a:lstStyle>
          <a:p>
            <a:pPr eaLnBrk="1" hangingPunct="1">
              <a:buFont typeface="Times New Roman" charset="0"/>
              <a:buNone/>
              <a:defRPr/>
            </a:pPr>
            <a:endParaRPr lang="en-US" sz="1600"/>
          </a:p>
        </p:txBody>
      </p:sp>
      <p:sp>
        <p:nvSpPr>
          <p:cNvPr id="149518" name="Rectangle 13"/>
          <p:cNvSpPr>
            <a:spLocks noGrp="1" noRot="1" noChangeAspect="1" noChangeArrowheads="1"/>
          </p:cNvSpPr>
          <p:nvPr>
            <p:ph type="sldImg"/>
          </p:nvPr>
        </p:nvSpPr>
        <p:spPr bwMode="auto">
          <a:xfrm>
            <a:off x="3284538" y="342900"/>
            <a:ext cx="3349625" cy="2368550"/>
          </a:xfrm>
          <a:prstGeom prst="rect">
            <a:avLst/>
          </a:prstGeom>
          <a:noFill/>
          <a:ln w="936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26" name="Rectangle 14"/>
          <p:cNvSpPr>
            <a:spLocks noGrp="1" noChangeArrowheads="1"/>
          </p:cNvSpPr>
          <p:nvPr>
            <p:ph type="body"/>
          </p:nvPr>
        </p:nvSpPr>
        <p:spPr bwMode="auto">
          <a:xfrm>
            <a:off x="946389" y="2861383"/>
            <a:ext cx="8027611" cy="3314560"/>
          </a:xfrm>
          <a:prstGeom prst="rect">
            <a:avLst/>
          </a:prstGeom>
          <a:noFill/>
          <a:ln w="9525">
            <a:noFill/>
            <a:round/>
            <a:headEnd/>
            <a:tailEnd/>
          </a:ln>
          <a:effectLst/>
        </p:spPr>
        <p:txBody>
          <a:bodyPr vert="horz" wrap="square" lIns="82467" tIns="42883" rIns="82467" bIns="42883" numCol="1" anchor="t" anchorCtr="0" compatLnSpc="1">
            <a:prstTxWarp prst="textNoShape">
              <a:avLst/>
            </a:prstTxWarp>
          </a:bodyPr>
          <a:lstStyle/>
          <a:p>
            <a:pPr lvl="0"/>
            <a:endParaRPr lang="en-US" noProof="0"/>
          </a:p>
        </p:txBody>
      </p:sp>
      <p:sp>
        <p:nvSpPr>
          <p:cNvPr id="124944" name="Text Box 15"/>
          <p:cNvSpPr txBox="1">
            <a:spLocks noChangeArrowheads="1"/>
          </p:cNvSpPr>
          <p:nvPr/>
        </p:nvSpPr>
        <p:spPr bwMode="auto">
          <a:xfrm>
            <a:off x="473196" y="6250633"/>
            <a:ext cx="3891859" cy="317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3786" tIns="41893" rIns="83786" bIns="41893" anchor="ctr"/>
          <a:lstStyle>
            <a:lvl1pPr eaLnBrk="0" hangingPunct="0">
              <a:defRPr sz="2400">
                <a:solidFill>
                  <a:schemeClr val="bg1"/>
                </a:solidFill>
                <a:latin typeface="Arial" charset="0"/>
                <a:ea typeface="DejaVu Sans" charset="0"/>
                <a:cs typeface="DejaVu Sans" charset="0"/>
              </a:defRPr>
            </a:lvl1pPr>
            <a:lvl2pPr marL="742950" indent="-285750" eaLnBrk="0" hangingPunct="0">
              <a:defRPr sz="2400">
                <a:solidFill>
                  <a:schemeClr val="bg1"/>
                </a:solidFill>
                <a:latin typeface="Arial" charset="0"/>
                <a:ea typeface="DejaVu Sans" charset="0"/>
                <a:cs typeface="DejaVu Sans" charset="0"/>
              </a:defRPr>
            </a:lvl2pPr>
            <a:lvl3pPr marL="1143000" indent="-228600" eaLnBrk="0" hangingPunct="0">
              <a:defRPr sz="2400">
                <a:solidFill>
                  <a:schemeClr val="bg1"/>
                </a:solidFill>
                <a:latin typeface="Arial" charset="0"/>
                <a:ea typeface="DejaVu Sans" charset="0"/>
                <a:cs typeface="DejaVu Sans" charset="0"/>
              </a:defRPr>
            </a:lvl3pPr>
            <a:lvl4pPr marL="1600200" indent="-228600" eaLnBrk="0" hangingPunct="0">
              <a:defRPr sz="2400">
                <a:solidFill>
                  <a:schemeClr val="bg1"/>
                </a:solidFill>
                <a:latin typeface="Arial" charset="0"/>
                <a:ea typeface="DejaVu Sans" charset="0"/>
                <a:cs typeface="DejaVu Sans" charset="0"/>
              </a:defRPr>
            </a:lvl4pPr>
            <a:lvl5pPr marL="2057400" indent="-228600" eaLnBrk="0" hangingPunct="0">
              <a:defRPr sz="2400">
                <a:solidFill>
                  <a:schemeClr val="bg1"/>
                </a:solidFill>
                <a:latin typeface="Arial" charset="0"/>
                <a:ea typeface="DejaVu Sans" charset="0"/>
                <a:cs typeface="DejaVu Sans" charset="0"/>
              </a:defRPr>
            </a:lvl5pPr>
            <a:lvl6pPr marL="2514600" indent="-228600" defTabSz="446088" eaLnBrk="0" fontAlgn="base" hangingPunct="0">
              <a:spcBef>
                <a:spcPct val="0"/>
              </a:spcBef>
              <a:spcAft>
                <a:spcPct val="0"/>
              </a:spcAft>
              <a:buClr>
                <a:srgbClr val="000000"/>
              </a:buClr>
              <a:buSzPct val="100000"/>
              <a:buFont typeface="Times New Roman" charset="0"/>
              <a:defRPr sz="2400">
                <a:solidFill>
                  <a:schemeClr val="bg1"/>
                </a:solidFill>
                <a:latin typeface="Arial" charset="0"/>
                <a:ea typeface="DejaVu Sans" charset="0"/>
                <a:cs typeface="DejaVu Sans" charset="0"/>
              </a:defRPr>
            </a:lvl6pPr>
            <a:lvl7pPr marL="2971800" indent="-228600" defTabSz="446088" eaLnBrk="0" fontAlgn="base" hangingPunct="0">
              <a:spcBef>
                <a:spcPct val="0"/>
              </a:spcBef>
              <a:spcAft>
                <a:spcPct val="0"/>
              </a:spcAft>
              <a:buClr>
                <a:srgbClr val="000000"/>
              </a:buClr>
              <a:buSzPct val="100000"/>
              <a:buFont typeface="Times New Roman" charset="0"/>
              <a:defRPr sz="2400">
                <a:solidFill>
                  <a:schemeClr val="bg1"/>
                </a:solidFill>
                <a:latin typeface="Arial" charset="0"/>
                <a:ea typeface="DejaVu Sans" charset="0"/>
                <a:cs typeface="DejaVu Sans" charset="0"/>
              </a:defRPr>
            </a:lvl7pPr>
            <a:lvl8pPr marL="3429000" indent="-228600" defTabSz="446088" eaLnBrk="0" fontAlgn="base" hangingPunct="0">
              <a:spcBef>
                <a:spcPct val="0"/>
              </a:spcBef>
              <a:spcAft>
                <a:spcPct val="0"/>
              </a:spcAft>
              <a:buClr>
                <a:srgbClr val="000000"/>
              </a:buClr>
              <a:buSzPct val="100000"/>
              <a:buFont typeface="Times New Roman" charset="0"/>
              <a:defRPr sz="2400">
                <a:solidFill>
                  <a:schemeClr val="bg1"/>
                </a:solidFill>
                <a:latin typeface="Arial" charset="0"/>
                <a:ea typeface="DejaVu Sans" charset="0"/>
                <a:cs typeface="DejaVu Sans" charset="0"/>
              </a:defRPr>
            </a:lvl8pPr>
            <a:lvl9pPr marL="3886200" indent="-228600" defTabSz="446088" eaLnBrk="0" fontAlgn="base" hangingPunct="0">
              <a:spcBef>
                <a:spcPct val="0"/>
              </a:spcBef>
              <a:spcAft>
                <a:spcPct val="0"/>
              </a:spcAft>
              <a:buClr>
                <a:srgbClr val="000000"/>
              </a:buClr>
              <a:buSzPct val="100000"/>
              <a:buFont typeface="Times New Roman" charset="0"/>
              <a:defRPr sz="2400">
                <a:solidFill>
                  <a:schemeClr val="bg1"/>
                </a:solidFill>
                <a:latin typeface="Arial" charset="0"/>
                <a:ea typeface="DejaVu Sans" charset="0"/>
                <a:cs typeface="DejaVu Sans" charset="0"/>
              </a:defRPr>
            </a:lvl9pPr>
          </a:lstStyle>
          <a:p>
            <a:pPr eaLnBrk="1" hangingPunct="1">
              <a:buFont typeface="Times New Roman" charset="0"/>
              <a:buNone/>
              <a:defRPr/>
            </a:pPr>
            <a:endParaRPr lang="en-US" sz="1600"/>
          </a:p>
        </p:txBody>
      </p:sp>
      <p:sp>
        <p:nvSpPr>
          <p:cNvPr id="13328" name="Rectangle 16"/>
          <p:cNvSpPr>
            <a:spLocks noGrp="1" noChangeArrowheads="1"/>
          </p:cNvSpPr>
          <p:nvPr>
            <p:ph type="sldNum"/>
          </p:nvPr>
        </p:nvSpPr>
        <p:spPr bwMode="auto">
          <a:xfrm>
            <a:off x="5557417" y="6249622"/>
            <a:ext cx="3871015" cy="307838"/>
          </a:xfrm>
          <a:prstGeom prst="rect">
            <a:avLst/>
          </a:prstGeom>
          <a:noFill/>
          <a:ln w="9525">
            <a:noFill/>
            <a:round/>
            <a:headEnd/>
            <a:tailEnd/>
          </a:ln>
          <a:effectLst/>
        </p:spPr>
        <p:txBody>
          <a:bodyPr vert="horz" wrap="square" lIns="82467" tIns="42883" rIns="82467" bIns="42883" numCol="1" anchor="b" anchorCtr="0" compatLnSpc="1">
            <a:prstTxWarp prst="textNoShape">
              <a:avLst/>
            </a:prstTxWarp>
          </a:bodyPr>
          <a:lstStyle>
            <a:lvl1pPr algn="r">
              <a:tabLst>
                <a:tab pos="663310" algn="l"/>
                <a:tab pos="1326619" algn="l"/>
                <a:tab pos="1989929" algn="l"/>
                <a:tab pos="2653238" algn="l"/>
              </a:tabLst>
              <a:defRPr sz="1100">
                <a:solidFill>
                  <a:srgbClr val="000000"/>
                </a:solidFill>
                <a:latin typeface="Times New Roman" pitchFamily="18" charset="0"/>
              </a:defRPr>
            </a:lvl1pPr>
          </a:lstStyle>
          <a:p>
            <a:fld id="{703C6049-D87E-4153-98C7-6B1C47A187BB}" type="slidenum">
              <a:rPr lang="en-GB" altLang="en-US"/>
              <a:pPr/>
              <a:t>‹#›</a:t>
            </a:fld>
            <a:endParaRPr lang="en-GB" altLang="en-US"/>
          </a:p>
        </p:txBody>
      </p:sp>
    </p:spTree>
    <p:extLst>
      <p:ext uri="{BB962C8B-B14F-4D97-AF65-F5344CB8AC3E}">
        <p14:creationId xmlns:p14="http://schemas.microsoft.com/office/powerpoint/2010/main" val="1072231267"/>
      </p:ext>
    </p:extLst>
  </p:cSld>
  <p:clrMap bg1="lt1" tx1="dk1" bg2="lt2" tx2="dk2" accent1="accent1" accent2="accent2" accent3="accent3" accent4="accent4" accent5="accent5" accent6="accent6" hlink="hlink" folHlink="folHlink"/>
  <p:notesStyle>
    <a:lvl1pPr algn="l" defTabSz="446088" rtl="0" eaLnBrk="0" fontAlgn="base" hangingPunct="0">
      <a:spcBef>
        <a:spcPct val="30000"/>
      </a:spcBef>
      <a:spcAft>
        <a:spcPct val="0"/>
      </a:spcAft>
      <a:buClr>
        <a:srgbClr val="000000"/>
      </a:buClr>
      <a:buSzPct val="100000"/>
      <a:buFont typeface="Times New Roman" pitchFamily="18" charset="0"/>
      <a:defRPr sz="1300" kern="1200">
        <a:solidFill>
          <a:srgbClr val="000000"/>
        </a:solidFill>
        <a:latin typeface="Times New Roman" charset="0"/>
        <a:ea typeface="MS PGothic" pitchFamily="34" charset="-128"/>
        <a:cs typeface="ＭＳ Ｐゴシック" charset="0"/>
      </a:defRPr>
    </a:lvl1pPr>
    <a:lvl2pPr marL="742950" indent="-285750" algn="l" defTabSz="446088" rtl="0" eaLnBrk="0" fontAlgn="base" hangingPunct="0">
      <a:spcBef>
        <a:spcPct val="30000"/>
      </a:spcBef>
      <a:spcAft>
        <a:spcPct val="0"/>
      </a:spcAft>
      <a:buClr>
        <a:srgbClr val="000000"/>
      </a:buClr>
      <a:buSzPct val="100000"/>
      <a:buFont typeface="Times New Roman" pitchFamily="18" charset="0"/>
      <a:defRPr sz="1300" kern="1200">
        <a:solidFill>
          <a:srgbClr val="000000"/>
        </a:solidFill>
        <a:latin typeface="Times New Roman" charset="0"/>
        <a:ea typeface="MS PGothic" pitchFamily="34" charset="-128"/>
        <a:cs typeface="+mn-cs"/>
      </a:defRPr>
    </a:lvl2pPr>
    <a:lvl3pPr marL="1143000" indent="-228600" algn="l" defTabSz="446088" rtl="0" eaLnBrk="0" fontAlgn="base" hangingPunct="0">
      <a:spcBef>
        <a:spcPct val="30000"/>
      </a:spcBef>
      <a:spcAft>
        <a:spcPct val="0"/>
      </a:spcAft>
      <a:buClr>
        <a:srgbClr val="000000"/>
      </a:buClr>
      <a:buSzPct val="100000"/>
      <a:buFont typeface="Times New Roman" pitchFamily="18" charset="0"/>
      <a:defRPr sz="1300" kern="1200">
        <a:solidFill>
          <a:srgbClr val="000000"/>
        </a:solidFill>
        <a:latin typeface="Times New Roman" charset="0"/>
        <a:ea typeface="MS PGothic" pitchFamily="34" charset="-128"/>
        <a:cs typeface="+mn-cs"/>
      </a:defRPr>
    </a:lvl3pPr>
    <a:lvl4pPr marL="1600200" indent="-228600" algn="l" defTabSz="446088" rtl="0" eaLnBrk="0" fontAlgn="base" hangingPunct="0">
      <a:spcBef>
        <a:spcPct val="30000"/>
      </a:spcBef>
      <a:spcAft>
        <a:spcPct val="0"/>
      </a:spcAft>
      <a:buClr>
        <a:srgbClr val="000000"/>
      </a:buClr>
      <a:buSzPct val="100000"/>
      <a:buFont typeface="Times New Roman" pitchFamily="18" charset="0"/>
      <a:defRPr sz="1300" kern="1200">
        <a:solidFill>
          <a:srgbClr val="000000"/>
        </a:solidFill>
        <a:latin typeface="Times New Roman" charset="0"/>
        <a:ea typeface="MS PGothic" pitchFamily="34" charset="-128"/>
        <a:cs typeface="+mn-cs"/>
      </a:defRPr>
    </a:lvl4pPr>
    <a:lvl5pPr marL="2057400" indent="-228600" algn="l" defTabSz="446088" rtl="0" eaLnBrk="0" fontAlgn="base" hangingPunct="0">
      <a:spcBef>
        <a:spcPct val="30000"/>
      </a:spcBef>
      <a:spcAft>
        <a:spcPct val="0"/>
      </a:spcAft>
      <a:buClr>
        <a:srgbClr val="000000"/>
      </a:buClr>
      <a:buSzPct val="100000"/>
      <a:buFont typeface="Times New Roman" pitchFamily="18" charset="0"/>
      <a:defRPr sz="1300" kern="1200">
        <a:solidFill>
          <a:srgbClr val="000000"/>
        </a:solidFill>
        <a:latin typeface="Times New Roman" charset="0"/>
        <a:ea typeface="MS PGothic" pitchFamily="34" charset="-128"/>
        <a:cs typeface="+mn-cs"/>
      </a:defRPr>
    </a:lvl5pPr>
    <a:lvl6pPr marL="2272470" algn="l" defTabSz="454473" rtl="0" eaLnBrk="1" latinLnBrk="0" hangingPunct="1">
      <a:defRPr sz="1300" kern="1200">
        <a:solidFill>
          <a:schemeClr val="tx1"/>
        </a:solidFill>
        <a:latin typeface="+mn-lt"/>
        <a:ea typeface="+mn-ea"/>
        <a:cs typeface="+mn-cs"/>
      </a:defRPr>
    </a:lvl6pPr>
    <a:lvl7pPr marL="2726962" algn="l" defTabSz="454473" rtl="0" eaLnBrk="1" latinLnBrk="0" hangingPunct="1">
      <a:defRPr sz="1300" kern="1200">
        <a:solidFill>
          <a:schemeClr val="tx1"/>
        </a:solidFill>
        <a:latin typeface="+mn-lt"/>
        <a:ea typeface="+mn-ea"/>
        <a:cs typeface="+mn-cs"/>
      </a:defRPr>
    </a:lvl7pPr>
    <a:lvl8pPr marL="3181462" algn="l" defTabSz="454473" rtl="0" eaLnBrk="1" latinLnBrk="0" hangingPunct="1">
      <a:defRPr sz="1300" kern="1200">
        <a:solidFill>
          <a:schemeClr val="tx1"/>
        </a:solidFill>
        <a:latin typeface="+mn-lt"/>
        <a:ea typeface="+mn-ea"/>
        <a:cs typeface="+mn-cs"/>
      </a:defRPr>
    </a:lvl8pPr>
    <a:lvl9pPr marL="3635954" algn="l" defTabSz="454473"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1554" name="Rectangle 16"/>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1pPr>
            <a:lvl2pPr marL="680765" indent="-261833"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2pPr>
            <a:lvl3pPr marL="1047331" indent="-209466"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3pPr>
            <a:lvl4pPr marL="1466263" indent="-209466"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4pPr>
            <a:lvl5pPr marL="1885196" indent="-209466"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5pPr>
            <a:lvl6pPr marL="2304128"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6pPr>
            <a:lvl7pPr marL="2723060"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7pPr>
            <a:lvl8pPr marL="3141993"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8pPr>
            <a:lvl9pPr marL="3560925"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9pPr>
          </a:lstStyle>
          <a:p>
            <a:pPr eaLnBrk="1" hangingPunct="1"/>
            <a:fld id="{17F8765C-0906-4EAB-A0E9-1176E68A4D39}" type="slidenum">
              <a:rPr lang="en-GB" altLang="en-US" sz="1100">
                <a:solidFill>
                  <a:srgbClr val="000000"/>
                </a:solidFill>
                <a:latin typeface="Times New Roman" pitchFamily="18" charset="0"/>
              </a:rPr>
              <a:pPr eaLnBrk="1" hangingPunct="1"/>
              <a:t>1</a:t>
            </a:fld>
            <a:endParaRPr lang="en-GB" altLang="en-US" sz="1100">
              <a:solidFill>
                <a:srgbClr val="000000"/>
              </a:solidFill>
              <a:latin typeface="Times New Roman" pitchFamily="18" charset="0"/>
            </a:endParaRPr>
          </a:p>
        </p:txBody>
      </p:sp>
      <p:sp>
        <p:nvSpPr>
          <p:cNvPr id="151555" name="Text Box 1"/>
          <p:cNvSpPr txBox="1">
            <a:spLocks noChangeArrowheads="1"/>
          </p:cNvSpPr>
          <p:nvPr/>
        </p:nvSpPr>
        <p:spPr bwMode="auto">
          <a:xfrm>
            <a:off x="3279002" y="710553"/>
            <a:ext cx="3368637" cy="2377925"/>
          </a:xfrm>
          <a:prstGeom prst="rect">
            <a:avLst/>
          </a:prstGeom>
          <a:solidFill>
            <a:srgbClr val="FFFFFF"/>
          </a:solidFill>
          <a:ln w="9360">
            <a:solidFill>
              <a:srgbClr val="000000"/>
            </a:solidFill>
            <a:miter lim="800000"/>
            <a:headEnd/>
            <a:tailEnd/>
          </a:ln>
        </p:spPr>
        <p:txBody>
          <a:bodyPr wrap="none" lIns="83786" tIns="41893" rIns="83786" bIns="41893"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600"/>
          </a:p>
        </p:txBody>
      </p:sp>
      <p:sp>
        <p:nvSpPr>
          <p:cNvPr id="151556" name="Text Box 2"/>
          <p:cNvSpPr>
            <a:spLocks noGrp="1" noChangeArrowheads="1"/>
          </p:cNvSpPr>
          <p:nvPr>
            <p:ph type="body"/>
          </p:nvPr>
        </p:nvSpPr>
        <p:spPr>
          <a:xfrm>
            <a:off x="946389" y="2861383"/>
            <a:ext cx="8029695" cy="33155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ltLang="en-US">
              <a:latin typeface="Times New Roman"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9313" name="Text Box 1"/>
          <p:cNvSpPr>
            <a:spLocks noGrp="1" noRot="1" noChangeAspect="1" noChangeArrowheads="1"/>
          </p:cNvSpPr>
          <p:nvPr>
            <p:ph type="sldImg"/>
          </p:nvPr>
        </p:nvSpPr>
        <p:spPr>
          <a:xfrm>
            <a:off x="3160713" y="509588"/>
            <a:ext cx="3605212" cy="2549525"/>
          </a:xfr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69314" name="Text Box 2"/>
          <p:cNvSpPr>
            <a:spLocks noGrp="1" noChangeArrowheads="1"/>
          </p:cNvSpPr>
          <p:nvPr>
            <p:ph type="body" idx="1"/>
          </p:nvPr>
        </p:nvSpPr>
        <p:spPr>
          <a:xfrm>
            <a:off x="1323553" y="3229914"/>
            <a:ext cx="7279535" cy="3059245"/>
          </a:xfrm>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en-US">
              <a:ea typeface="ＭＳ Ｐゴシック" charset="0"/>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1361" name="Text Box 1"/>
          <p:cNvSpPr>
            <a:spLocks noGrp="1" noRot="1" noChangeAspect="1" noChangeArrowheads="1"/>
          </p:cNvSpPr>
          <p:nvPr>
            <p:ph type="sldImg"/>
          </p:nvPr>
        </p:nvSpPr>
        <p:spPr>
          <a:xfrm>
            <a:off x="3160713" y="509588"/>
            <a:ext cx="3605212" cy="2549525"/>
          </a:xfr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71362" name="Text Box 2"/>
          <p:cNvSpPr>
            <a:spLocks noGrp="1" noChangeArrowheads="1"/>
          </p:cNvSpPr>
          <p:nvPr>
            <p:ph type="body" idx="1"/>
          </p:nvPr>
        </p:nvSpPr>
        <p:spPr>
          <a:xfrm>
            <a:off x="1323553" y="3229914"/>
            <a:ext cx="7279535" cy="3059245"/>
          </a:xfrm>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en-US">
              <a:ea typeface="ＭＳ Ｐゴシック" charset="0"/>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2385" name="Text Box 1"/>
          <p:cNvSpPr>
            <a:spLocks noGrp="1" noRot="1" noChangeAspect="1" noChangeArrowheads="1"/>
          </p:cNvSpPr>
          <p:nvPr>
            <p:ph type="sldImg"/>
          </p:nvPr>
        </p:nvSpPr>
        <p:spPr>
          <a:xfrm>
            <a:off x="3160713" y="509588"/>
            <a:ext cx="3605212" cy="2549525"/>
          </a:xfr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72386" name="Text Box 2"/>
          <p:cNvSpPr>
            <a:spLocks noGrp="1" noChangeArrowheads="1"/>
          </p:cNvSpPr>
          <p:nvPr>
            <p:ph type="body" idx="1"/>
          </p:nvPr>
        </p:nvSpPr>
        <p:spPr>
          <a:xfrm>
            <a:off x="1323553" y="3229914"/>
            <a:ext cx="7279535" cy="3059245"/>
          </a:xfrm>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en-US">
              <a:ea typeface="ＭＳ Ｐゴシック" charset="0"/>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5650" name="Rectangle 16"/>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1pPr>
            <a:lvl2pPr marL="680765" indent="-261833"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2pPr>
            <a:lvl3pPr marL="1047331" indent="-209466"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3pPr>
            <a:lvl4pPr marL="1466263" indent="-209466"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4pPr>
            <a:lvl5pPr marL="1885196" indent="-209466"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5pPr>
            <a:lvl6pPr marL="2304128"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6pPr>
            <a:lvl7pPr marL="2723060"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7pPr>
            <a:lvl8pPr marL="3141993"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8pPr>
            <a:lvl9pPr marL="3560925"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9pPr>
          </a:lstStyle>
          <a:p>
            <a:pPr eaLnBrk="1" hangingPunct="1"/>
            <a:fld id="{2DFB5FFC-FB06-4066-A695-D2AD969E0EF9}" type="slidenum">
              <a:rPr lang="en-GB" altLang="en-US" sz="1100">
                <a:solidFill>
                  <a:srgbClr val="000000"/>
                </a:solidFill>
                <a:latin typeface="Times New Roman" pitchFamily="18" charset="0"/>
              </a:rPr>
              <a:pPr eaLnBrk="1" hangingPunct="1"/>
              <a:t>6</a:t>
            </a:fld>
            <a:endParaRPr lang="en-GB" altLang="en-US" sz="1100">
              <a:solidFill>
                <a:srgbClr val="000000"/>
              </a:solidFill>
              <a:latin typeface="Times New Roman" pitchFamily="18" charset="0"/>
            </a:endParaRPr>
          </a:p>
        </p:txBody>
      </p:sp>
      <p:sp>
        <p:nvSpPr>
          <p:cNvPr id="155651" name="Text Box 1"/>
          <p:cNvSpPr txBox="1">
            <a:spLocks noChangeArrowheads="1"/>
          </p:cNvSpPr>
          <p:nvPr/>
        </p:nvSpPr>
        <p:spPr bwMode="auto">
          <a:xfrm>
            <a:off x="1663474" y="514746"/>
            <a:ext cx="6599693" cy="2539414"/>
          </a:xfrm>
          <a:prstGeom prst="rect">
            <a:avLst/>
          </a:prstGeom>
          <a:solidFill>
            <a:srgbClr val="FFFFFF"/>
          </a:solidFill>
          <a:ln w="9360">
            <a:solidFill>
              <a:srgbClr val="000000"/>
            </a:solidFill>
            <a:miter lim="800000"/>
            <a:headEnd/>
            <a:tailEnd/>
          </a:ln>
        </p:spPr>
        <p:txBody>
          <a:bodyPr wrap="none" lIns="83786" tIns="41893" rIns="83786" bIns="41893"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600"/>
          </a:p>
        </p:txBody>
      </p:sp>
      <p:sp>
        <p:nvSpPr>
          <p:cNvPr id="155652" name="Text Box 2"/>
          <p:cNvSpPr>
            <a:spLocks noGrp="1" noChangeArrowheads="1"/>
          </p:cNvSpPr>
          <p:nvPr>
            <p:ph type="body"/>
          </p:nvPr>
        </p:nvSpPr>
        <p:spPr>
          <a:xfrm>
            <a:off x="946389" y="2861383"/>
            <a:ext cx="8029695" cy="33155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ltLang="en-US">
              <a:latin typeface="Times New Roman"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02" name="Rectangle 16"/>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1pPr>
            <a:lvl2pPr marL="680765" indent="-261833"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2pPr>
            <a:lvl3pPr marL="1047331" indent="-209466"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3pPr>
            <a:lvl4pPr marL="1466263" indent="-209466"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4pPr>
            <a:lvl5pPr marL="1885196" indent="-209466"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5pPr>
            <a:lvl6pPr marL="2304128"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6pPr>
            <a:lvl7pPr marL="2723060"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7pPr>
            <a:lvl8pPr marL="3141993"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8pPr>
            <a:lvl9pPr marL="3560925"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9pPr>
          </a:lstStyle>
          <a:p>
            <a:pPr eaLnBrk="1" hangingPunct="1"/>
            <a:fld id="{31D9995A-6547-4E67-9750-36704A17078A}" type="slidenum">
              <a:rPr lang="en-GB" altLang="en-US" sz="1100">
                <a:solidFill>
                  <a:srgbClr val="000000"/>
                </a:solidFill>
                <a:latin typeface="Times New Roman" pitchFamily="18" charset="0"/>
              </a:rPr>
              <a:pPr eaLnBrk="1" hangingPunct="1"/>
              <a:t>7</a:t>
            </a:fld>
            <a:endParaRPr lang="en-GB" altLang="en-US" sz="1100">
              <a:solidFill>
                <a:srgbClr val="000000"/>
              </a:solidFill>
              <a:latin typeface="Times New Roman" pitchFamily="18" charset="0"/>
            </a:endParaRPr>
          </a:p>
        </p:txBody>
      </p:sp>
      <p:sp>
        <p:nvSpPr>
          <p:cNvPr id="153603" name="Text Box 1"/>
          <p:cNvSpPr txBox="1">
            <a:spLocks noChangeArrowheads="1"/>
          </p:cNvSpPr>
          <p:nvPr/>
        </p:nvSpPr>
        <p:spPr bwMode="auto">
          <a:xfrm>
            <a:off x="1665558" y="514746"/>
            <a:ext cx="6595524" cy="2539414"/>
          </a:xfrm>
          <a:prstGeom prst="rect">
            <a:avLst/>
          </a:prstGeom>
          <a:solidFill>
            <a:srgbClr val="FFFFFF"/>
          </a:solidFill>
          <a:ln w="9360">
            <a:solidFill>
              <a:srgbClr val="000000"/>
            </a:solidFill>
            <a:miter lim="800000"/>
            <a:headEnd/>
            <a:tailEnd/>
          </a:ln>
        </p:spPr>
        <p:txBody>
          <a:bodyPr wrap="none" lIns="83786" tIns="41893" rIns="83786" bIns="41893"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600"/>
          </a:p>
        </p:txBody>
      </p:sp>
      <p:sp>
        <p:nvSpPr>
          <p:cNvPr id="153604" name="Text Box 2"/>
          <p:cNvSpPr>
            <a:spLocks noGrp="1" noChangeArrowheads="1"/>
          </p:cNvSpPr>
          <p:nvPr>
            <p:ph type="body"/>
          </p:nvPr>
        </p:nvSpPr>
        <p:spPr>
          <a:xfrm>
            <a:off x="946389" y="2861383"/>
            <a:ext cx="8029695" cy="33155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ltLang="en-US">
              <a:latin typeface="Times New Roman"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9746" name="Rectangle 16"/>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1pPr>
            <a:lvl2pPr marL="680765" indent="-261833"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2pPr>
            <a:lvl3pPr marL="1047331" indent="-209466"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3pPr>
            <a:lvl4pPr marL="1466263" indent="-209466"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4pPr>
            <a:lvl5pPr marL="1885196" indent="-209466"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5pPr>
            <a:lvl6pPr marL="2304128"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6pPr>
            <a:lvl7pPr marL="2723060"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7pPr>
            <a:lvl8pPr marL="3141993"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8pPr>
            <a:lvl9pPr marL="3560925"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9pPr>
          </a:lstStyle>
          <a:p>
            <a:pPr eaLnBrk="1" hangingPunct="1"/>
            <a:fld id="{95645D71-944C-4586-B939-4829F0C74E33}" type="slidenum">
              <a:rPr lang="en-GB" altLang="en-US" sz="1100">
                <a:solidFill>
                  <a:srgbClr val="000000"/>
                </a:solidFill>
                <a:latin typeface="Times New Roman" pitchFamily="18" charset="0"/>
              </a:rPr>
              <a:pPr eaLnBrk="1" hangingPunct="1"/>
              <a:t>8</a:t>
            </a:fld>
            <a:endParaRPr lang="en-GB" altLang="en-US" sz="1100">
              <a:solidFill>
                <a:srgbClr val="000000"/>
              </a:solidFill>
              <a:latin typeface="Times New Roman" pitchFamily="18" charset="0"/>
            </a:endParaRPr>
          </a:p>
        </p:txBody>
      </p:sp>
      <p:sp>
        <p:nvSpPr>
          <p:cNvPr id="159747" name="Text Box 1"/>
          <p:cNvSpPr txBox="1">
            <a:spLocks noChangeArrowheads="1"/>
          </p:cNvSpPr>
          <p:nvPr/>
        </p:nvSpPr>
        <p:spPr bwMode="auto">
          <a:xfrm>
            <a:off x="1665558" y="514746"/>
            <a:ext cx="6595524" cy="2539414"/>
          </a:xfrm>
          <a:prstGeom prst="rect">
            <a:avLst/>
          </a:prstGeom>
          <a:solidFill>
            <a:srgbClr val="FFFFFF"/>
          </a:solidFill>
          <a:ln w="9360">
            <a:solidFill>
              <a:srgbClr val="000000"/>
            </a:solidFill>
            <a:miter lim="800000"/>
            <a:headEnd/>
            <a:tailEnd/>
          </a:ln>
        </p:spPr>
        <p:txBody>
          <a:bodyPr wrap="none" lIns="83786" tIns="41893" rIns="83786" bIns="41893"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600"/>
          </a:p>
        </p:txBody>
      </p:sp>
      <p:sp>
        <p:nvSpPr>
          <p:cNvPr id="159748" name="Text Box 2"/>
          <p:cNvSpPr>
            <a:spLocks noGrp="1" noChangeArrowheads="1"/>
          </p:cNvSpPr>
          <p:nvPr>
            <p:ph type="body"/>
          </p:nvPr>
        </p:nvSpPr>
        <p:spPr>
          <a:xfrm>
            <a:off x="946389" y="2861383"/>
            <a:ext cx="8029695" cy="33155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ltLang="en-US">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1794" name="Rectangle 16"/>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1pPr>
            <a:lvl2pPr marL="680765" indent="-261833"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2pPr>
            <a:lvl3pPr marL="1047331" indent="-209466"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3pPr>
            <a:lvl4pPr marL="1466263" indent="-209466"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4pPr>
            <a:lvl5pPr marL="1885196" indent="-209466"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5pPr>
            <a:lvl6pPr marL="2304128"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6pPr>
            <a:lvl7pPr marL="2723060"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7pPr>
            <a:lvl8pPr marL="3141993"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8pPr>
            <a:lvl9pPr marL="3560925"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9pPr>
          </a:lstStyle>
          <a:p>
            <a:pPr eaLnBrk="1" hangingPunct="1"/>
            <a:fld id="{42948B64-A908-471A-927F-AD75FBB11031}" type="slidenum">
              <a:rPr lang="en-GB" altLang="en-US" sz="1100">
                <a:solidFill>
                  <a:srgbClr val="000000"/>
                </a:solidFill>
                <a:latin typeface="Times New Roman" pitchFamily="18" charset="0"/>
              </a:rPr>
              <a:pPr eaLnBrk="1" hangingPunct="1"/>
              <a:t>9</a:t>
            </a:fld>
            <a:endParaRPr lang="en-GB" altLang="en-US" sz="1100">
              <a:solidFill>
                <a:srgbClr val="000000"/>
              </a:solidFill>
              <a:latin typeface="Times New Roman" pitchFamily="18" charset="0"/>
            </a:endParaRPr>
          </a:p>
        </p:txBody>
      </p:sp>
      <p:sp>
        <p:nvSpPr>
          <p:cNvPr id="161795" name="Text Box 1"/>
          <p:cNvSpPr txBox="1">
            <a:spLocks noChangeArrowheads="1"/>
          </p:cNvSpPr>
          <p:nvPr/>
        </p:nvSpPr>
        <p:spPr bwMode="auto">
          <a:xfrm>
            <a:off x="1665558" y="514746"/>
            <a:ext cx="6595524" cy="2539414"/>
          </a:xfrm>
          <a:prstGeom prst="rect">
            <a:avLst/>
          </a:prstGeom>
          <a:solidFill>
            <a:srgbClr val="FFFFFF"/>
          </a:solidFill>
          <a:ln w="9360">
            <a:solidFill>
              <a:srgbClr val="000000"/>
            </a:solidFill>
            <a:miter lim="800000"/>
            <a:headEnd/>
            <a:tailEnd/>
          </a:ln>
        </p:spPr>
        <p:txBody>
          <a:bodyPr wrap="none" lIns="83786" tIns="41893" rIns="83786" bIns="41893"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600"/>
          </a:p>
        </p:txBody>
      </p:sp>
      <p:sp>
        <p:nvSpPr>
          <p:cNvPr id="161796" name="Text Box 2"/>
          <p:cNvSpPr>
            <a:spLocks noGrp="1" noChangeArrowheads="1"/>
          </p:cNvSpPr>
          <p:nvPr>
            <p:ph type="body"/>
          </p:nvPr>
        </p:nvSpPr>
        <p:spPr>
          <a:xfrm>
            <a:off x="946389" y="2861383"/>
            <a:ext cx="8029695" cy="33155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ltLang="en-US">
              <a:latin typeface="Times New Roman"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42" name="Rectangle 16"/>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1pPr>
            <a:lvl2pPr marL="680765" indent="-261833"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2pPr>
            <a:lvl3pPr marL="1047331" indent="-209466"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3pPr>
            <a:lvl4pPr marL="1466263" indent="-209466"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4pPr>
            <a:lvl5pPr marL="1885196" indent="-209466"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5pPr>
            <a:lvl6pPr marL="2304128"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6pPr>
            <a:lvl7pPr marL="2723060"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7pPr>
            <a:lvl8pPr marL="3141993"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8pPr>
            <a:lvl9pPr marL="3560925"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9pPr>
          </a:lstStyle>
          <a:p>
            <a:pPr eaLnBrk="1" hangingPunct="1"/>
            <a:fld id="{CC9F1B67-091F-4B0D-8A7A-DF50B03F5BB2}" type="slidenum">
              <a:rPr lang="en-GB" altLang="en-US" sz="1100">
                <a:solidFill>
                  <a:srgbClr val="000000"/>
                </a:solidFill>
                <a:latin typeface="Times New Roman" pitchFamily="18" charset="0"/>
              </a:rPr>
              <a:pPr eaLnBrk="1" hangingPunct="1"/>
              <a:t>10</a:t>
            </a:fld>
            <a:endParaRPr lang="en-GB" altLang="en-US" sz="1100">
              <a:solidFill>
                <a:srgbClr val="000000"/>
              </a:solidFill>
              <a:latin typeface="Times New Roman" pitchFamily="18" charset="0"/>
            </a:endParaRPr>
          </a:p>
        </p:txBody>
      </p:sp>
      <p:sp>
        <p:nvSpPr>
          <p:cNvPr id="163843" name="Text Box 1"/>
          <p:cNvSpPr txBox="1">
            <a:spLocks noChangeArrowheads="1"/>
          </p:cNvSpPr>
          <p:nvPr/>
        </p:nvSpPr>
        <p:spPr bwMode="auto">
          <a:xfrm>
            <a:off x="1665558" y="514746"/>
            <a:ext cx="6595524" cy="2539414"/>
          </a:xfrm>
          <a:prstGeom prst="rect">
            <a:avLst/>
          </a:prstGeom>
          <a:solidFill>
            <a:srgbClr val="FFFFFF"/>
          </a:solidFill>
          <a:ln w="9360">
            <a:solidFill>
              <a:srgbClr val="000000"/>
            </a:solidFill>
            <a:miter lim="800000"/>
            <a:headEnd/>
            <a:tailEnd/>
          </a:ln>
        </p:spPr>
        <p:txBody>
          <a:bodyPr wrap="none" lIns="83786" tIns="41893" rIns="83786" bIns="41893"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600"/>
          </a:p>
        </p:txBody>
      </p:sp>
      <p:sp>
        <p:nvSpPr>
          <p:cNvPr id="163844" name="Text Box 2"/>
          <p:cNvSpPr>
            <a:spLocks noGrp="1" noChangeArrowheads="1"/>
          </p:cNvSpPr>
          <p:nvPr>
            <p:ph type="body"/>
          </p:nvPr>
        </p:nvSpPr>
        <p:spPr>
          <a:xfrm>
            <a:off x="946389" y="2861383"/>
            <a:ext cx="8029695" cy="33155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ltLang="en-US">
              <a:latin typeface="Times New Roman"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5890" name="Rectangle 16"/>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1pPr>
            <a:lvl2pPr marL="680765" indent="-261833"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2pPr>
            <a:lvl3pPr marL="1047331" indent="-209466"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3pPr>
            <a:lvl4pPr marL="1466263" indent="-209466"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4pPr>
            <a:lvl5pPr marL="1885196" indent="-209466"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5pPr>
            <a:lvl6pPr marL="2304128"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6pPr>
            <a:lvl7pPr marL="2723060"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7pPr>
            <a:lvl8pPr marL="3141993"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8pPr>
            <a:lvl9pPr marL="3560925"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9pPr>
          </a:lstStyle>
          <a:p>
            <a:pPr eaLnBrk="1" hangingPunct="1"/>
            <a:fld id="{B29CC353-AA29-47BF-B80D-A786BB78A295}" type="slidenum">
              <a:rPr lang="en-GB" altLang="en-US" sz="1100">
                <a:solidFill>
                  <a:srgbClr val="000000"/>
                </a:solidFill>
                <a:latin typeface="Times New Roman" pitchFamily="18" charset="0"/>
              </a:rPr>
              <a:pPr eaLnBrk="1" hangingPunct="1"/>
              <a:t>11</a:t>
            </a:fld>
            <a:endParaRPr lang="en-GB" altLang="en-US" sz="1100">
              <a:solidFill>
                <a:srgbClr val="000000"/>
              </a:solidFill>
              <a:latin typeface="Times New Roman" pitchFamily="18" charset="0"/>
            </a:endParaRPr>
          </a:p>
        </p:txBody>
      </p:sp>
      <p:sp>
        <p:nvSpPr>
          <p:cNvPr id="165891" name="Text Box 1"/>
          <p:cNvSpPr txBox="1">
            <a:spLocks noChangeArrowheads="1"/>
          </p:cNvSpPr>
          <p:nvPr/>
        </p:nvSpPr>
        <p:spPr bwMode="auto">
          <a:xfrm>
            <a:off x="1665558" y="514746"/>
            <a:ext cx="6595524" cy="2539414"/>
          </a:xfrm>
          <a:prstGeom prst="rect">
            <a:avLst/>
          </a:prstGeom>
          <a:solidFill>
            <a:srgbClr val="FFFFFF"/>
          </a:solidFill>
          <a:ln w="9360">
            <a:solidFill>
              <a:srgbClr val="000000"/>
            </a:solidFill>
            <a:miter lim="800000"/>
            <a:headEnd/>
            <a:tailEnd/>
          </a:ln>
        </p:spPr>
        <p:txBody>
          <a:bodyPr wrap="none" lIns="83786" tIns="41893" rIns="83786" bIns="41893"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600"/>
          </a:p>
        </p:txBody>
      </p:sp>
      <p:sp>
        <p:nvSpPr>
          <p:cNvPr id="165892" name="Text Box 2"/>
          <p:cNvSpPr>
            <a:spLocks noGrp="1" noChangeArrowheads="1"/>
          </p:cNvSpPr>
          <p:nvPr>
            <p:ph type="body"/>
          </p:nvPr>
        </p:nvSpPr>
        <p:spPr>
          <a:xfrm>
            <a:off x="946389" y="2861383"/>
            <a:ext cx="8029695" cy="33155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ltLang="en-US">
              <a:latin typeface="Times New Roman"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3409" name="Text Box 1"/>
          <p:cNvSpPr>
            <a:spLocks noGrp="1" noRot="1" noChangeAspect="1" noChangeArrowheads="1"/>
          </p:cNvSpPr>
          <p:nvPr>
            <p:ph type="sldImg"/>
          </p:nvPr>
        </p:nvSpPr>
        <p:spPr>
          <a:xfrm>
            <a:off x="3160713" y="509588"/>
            <a:ext cx="3605212" cy="2549525"/>
          </a:xfr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73410" name="Text Box 2"/>
          <p:cNvSpPr>
            <a:spLocks noGrp="1" noChangeArrowheads="1"/>
          </p:cNvSpPr>
          <p:nvPr>
            <p:ph type="body" idx="1"/>
          </p:nvPr>
        </p:nvSpPr>
        <p:spPr>
          <a:xfrm>
            <a:off x="1323553" y="3229914"/>
            <a:ext cx="7279535" cy="3059245"/>
          </a:xfrm>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en-US">
              <a:ea typeface="ＭＳ Ｐゴシック" charset="0"/>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4433" name="Text Box 1"/>
          <p:cNvSpPr>
            <a:spLocks noGrp="1" noRot="1" noChangeAspect="1" noChangeArrowheads="1"/>
          </p:cNvSpPr>
          <p:nvPr>
            <p:ph type="sldImg"/>
          </p:nvPr>
        </p:nvSpPr>
        <p:spPr>
          <a:xfrm>
            <a:off x="3160713" y="509588"/>
            <a:ext cx="3605212" cy="2549525"/>
          </a:xfr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74434" name="Text Box 2"/>
          <p:cNvSpPr>
            <a:spLocks noGrp="1" noChangeArrowheads="1"/>
          </p:cNvSpPr>
          <p:nvPr>
            <p:ph type="body" idx="1"/>
          </p:nvPr>
        </p:nvSpPr>
        <p:spPr>
          <a:xfrm>
            <a:off x="1323553" y="3229914"/>
            <a:ext cx="7279535" cy="3059245"/>
          </a:xfrm>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en-US">
              <a:ea typeface="ＭＳ Ｐゴシック" charset="0"/>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5457" name="Text Box 1"/>
          <p:cNvSpPr>
            <a:spLocks noGrp="1" noRot="1" noChangeAspect="1" noChangeArrowheads="1"/>
          </p:cNvSpPr>
          <p:nvPr>
            <p:ph type="sldImg"/>
          </p:nvPr>
        </p:nvSpPr>
        <p:spPr>
          <a:xfrm>
            <a:off x="3160713" y="509588"/>
            <a:ext cx="3605212" cy="2549525"/>
          </a:xfr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75458" name="Text Box 2"/>
          <p:cNvSpPr>
            <a:spLocks noGrp="1" noChangeArrowheads="1"/>
          </p:cNvSpPr>
          <p:nvPr>
            <p:ph type="body" idx="1"/>
          </p:nvPr>
        </p:nvSpPr>
        <p:spPr>
          <a:xfrm>
            <a:off x="1323553" y="3229914"/>
            <a:ext cx="7279535" cy="3059245"/>
          </a:xfrm>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en-US" dirty="0">
              <a:ea typeface="ＭＳ Ｐゴシック" charset="0"/>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481" name="Text Box 1"/>
          <p:cNvSpPr>
            <a:spLocks noGrp="1" noRot="1" noChangeAspect="1" noChangeArrowheads="1"/>
          </p:cNvSpPr>
          <p:nvPr>
            <p:ph type="sldImg"/>
          </p:nvPr>
        </p:nvSpPr>
        <p:spPr>
          <a:xfrm>
            <a:off x="3160713" y="509588"/>
            <a:ext cx="3605212" cy="2549525"/>
          </a:xfr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276482" name="Text Box 2"/>
          <p:cNvSpPr>
            <a:spLocks noGrp="1" noChangeArrowheads="1"/>
          </p:cNvSpPr>
          <p:nvPr>
            <p:ph type="body" idx="1"/>
          </p:nvPr>
        </p:nvSpPr>
        <p:spPr>
          <a:xfrm>
            <a:off x="1323553" y="3229914"/>
            <a:ext cx="7279535" cy="3059245"/>
          </a:xfrm>
          <a:extLs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en-US">
              <a:ea typeface="ＭＳ Ｐゴシック" charset="0"/>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3058" name="Rectangle 16"/>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1pPr>
            <a:lvl2pPr marL="680765" indent="-261833"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2pPr>
            <a:lvl3pPr marL="1047331" indent="-209466"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3pPr>
            <a:lvl4pPr marL="1466263" indent="-209466"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4pPr>
            <a:lvl5pPr marL="1885196" indent="-209466"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5pPr>
            <a:lvl6pPr marL="2304128"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6pPr>
            <a:lvl7pPr marL="2723060"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7pPr>
            <a:lvl8pPr marL="3141993"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8pPr>
            <a:lvl9pPr marL="3560925"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9pPr>
          </a:lstStyle>
          <a:p>
            <a:pPr eaLnBrk="1" hangingPunct="1"/>
            <a:fld id="{7713A612-FEC0-4197-A482-33D6F3888CFA}" type="slidenum">
              <a:rPr lang="en-GB" altLang="en-US" sz="1100">
                <a:solidFill>
                  <a:srgbClr val="000000"/>
                </a:solidFill>
                <a:latin typeface="Times New Roman" pitchFamily="18" charset="0"/>
              </a:rPr>
              <a:pPr eaLnBrk="1" hangingPunct="1"/>
              <a:t>22</a:t>
            </a:fld>
            <a:endParaRPr lang="en-GB" altLang="en-US" sz="1100">
              <a:solidFill>
                <a:srgbClr val="000000"/>
              </a:solidFill>
              <a:latin typeface="Times New Roman" pitchFamily="18" charset="0"/>
            </a:endParaRPr>
          </a:p>
        </p:txBody>
      </p:sp>
      <p:sp>
        <p:nvSpPr>
          <p:cNvPr id="173059" name="Text Box 1"/>
          <p:cNvSpPr txBox="1">
            <a:spLocks noChangeArrowheads="1"/>
          </p:cNvSpPr>
          <p:nvPr/>
        </p:nvSpPr>
        <p:spPr bwMode="auto">
          <a:xfrm>
            <a:off x="1663474" y="514746"/>
            <a:ext cx="6599693" cy="2539414"/>
          </a:xfrm>
          <a:prstGeom prst="rect">
            <a:avLst/>
          </a:prstGeom>
          <a:solidFill>
            <a:srgbClr val="FFFFFF"/>
          </a:solidFill>
          <a:ln w="9360">
            <a:solidFill>
              <a:srgbClr val="000000"/>
            </a:solidFill>
            <a:miter lim="800000"/>
            <a:headEnd/>
            <a:tailEnd/>
          </a:ln>
        </p:spPr>
        <p:txBody>
          <a:bodyPr wrap="none" lIns="83786" tIns="41893" rIns="83786" bIns="41893"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600"/>
          </a:p>
        </p:txBody>
      </p:sp>
      <p:sp>
        <p:nvSpPr>
          <p:cNvPr id="173060" name="Text Box 2"/>
          <p:cNvSpPr>
            <a:spLocks noGrp="1" noChangeArrowheads="1"/>
          </p:cNvSpPr>
          <p:nvPr>
            <p:ph type="body"/>
          </p:nvPr>
        </p:nvSpPr>
        <p:spPr>
          <a:xfrm>
            <a:off x="946389" y="2861383"/>
            <a:ext cx="8029695" cy="33155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ltLang="en-US">
              <a:latin typeface="Times New Roman"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3778" name="Rectangle 16"/>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1pPr>
            <a:lvl2pPr marL="680765" indent="-261833"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2pPr>
            <a:lvl3pPr marL="1047331" indent="-209466"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3pPr>
            <a:lvl4pPr marL="1466263" indent="-209466"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4pPr>
            <a:lvl5pPr marL="1885196" indent="-209466"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5pPr>
            <a:lvl6pPr marL="2304128"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6pPr>
            <a:lvl7pPr marL="2723060"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7pPr>
            <a:lvl8pPr marL="3141993"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8pPr>
            <a:lvl9pPr marL="3560925"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9pPr>
          </a:lstStyle>
          <a:p>
            <a:pPr eaLnBrk="1" hangingPunct="1"/>
            <a:fld id="{A7DBEB24-42CF-49E9-98A7-ABED11ABC378}" type="slidenum">
              <a:rPr lang="en-GB" altLang="en-US" sz="1100">
                <a:solidFill>
                  <a:srgbClr val="000000"/>
                </a:solidFill>
                <a:latin typeface="Times New Roman" pitchFamily="18" charset="0"/>
              </a:rPr>
              <a:pPr eaLnBrk="1" hangingPunct="1"/>
              <a:t>28</a:t>
            </a:fld>
            <a:endParaRPr lang="en-GB" altLang="en-US" sz="1100">
              <a:solidFill>
                <a:srgbClr val="000000"/>
              </a:solidFill>
              <a:latin typeface="Times New Roman" pitchFamily="18" charset="0"/>
            </a:endParaRPr>
          </a:p>
        </p:txBody>
      </p:sp>
      <p:sp>
        <p:nvSpPr>
          <p:cNvPr id="203779" name="Text Box 1"/>
          <p:cNvSpPr txBox="1">
            <a:spLocks noChangeArrowheads="1"/>
          </p:cNvSpPr>
          <p:nvPr/>
        </p:nvSpPr>
        <p:spPr bwMode="auto">
          <a:xfrm>
            <a:off x="1663474" y="514746"/>
            <a:ext cx="6599693" cy="2539414"/>
          </a:xfrm>
          <a:prstGeom prst="rect">
            <a:avLst/>
          </a:prstGeom>
          <a:solidFill>
            <a:srgbClr val="FFFFFF"/>
          </a:solidFill>
          <a:ln w="9360">
            <a:solidFill>
              <a:srgbClr val="000000"/>
            </a:solidFill>
            <a:miter lim="800000"/>
            <a:headEnd/>
            <a:tailEnd/>
          </a:ln>
        </p:spPr>
        <p:txBody>
          <a:bodyPr wrap="none" lIns="83786" tIns="41893" rIns="83786" bIns="41893"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600"/>
          </a:p>
        </p:txBody>
      </p:sp>
      <p:sp>
        <p:nvSpPr>
          <p:cNvPr id="203780" name="Text Box 2"/>
          <p:cNvSpPr>
            <a:spLocks noGrp="1" noChangeArrowheads="1"/>
          </p:cNvSpPr>
          <p:nvPr>
            <p:ph type="body"/>
          </p:nvPr>
        </p:nvSpPr>
        <p:spPr>
          <a:xfrm>
            <a:off x="946389" y="2861383"/>
            <a:ext cx="8029695" cy="33155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ltLang="en-US">
              <a:latin typeface="Times New Roman"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826" name="Rectangle 16"/>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1pPr>
            <a:lvl2pPr marL="680765" indent="-261833"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2pPr>
            <a:lvl3pPr marL="1047331" indent="-209466"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3pPr>
            <a:lvl4pPr marL="1466263" indent="-209466"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4pPr>
            <a:lvl5pPr marL="1885196" indent="-209466" eaLnBrk="0" hangingPunct="0">
              <a:tabLst>
                <a:tab pos="663310" algn="l"/>
                <a:tab pos="1326619" algn="l"/>
                <a:tab pos="1989929" algn="l"/>
                <a:tab pos="2653238" algn="l"/>
              </a:tabLst>
              <a:defRPr sz="2200">
                <a:solidFill>
                  <a:schemeClr val="bg1"/>
                </a:solidFill>
                <a:latin typeface="Arial" pitchFamily="34" charset="0"/>
                <a:ea typeface="DejaVu Sans"/>
                <a:cs typeface="DejaVu Sans"/>
              </a:defRPr>
            </a:lvl5pPr>
            <a:lvl6pPr marL="2304128"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6pPr>
            <a:lvl7pPr marL="2723060"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7pPr>
            <a:lvl8pPr marL="3141993"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8pPr>
            <a:lvl9pPr marL="3560925" indent="-209466" defTabSz="408750" eaLnBrk="0" fontAlgn="base" hangingPunct="0">
              <a:spcBef>
                <a:spcPct val="0"/>
              </a:spcBef>
              <a:spcAft>
                <a:spcPct val="0"/>
              </a:spcAft>
              <a:buClr>
                <a:srgbClr val="000000"/>
              </a:buClr>
              <a:buSzPct val="100000"/>
              <a:buFont typeface="Times New Roman" pitchFamily="18" charset="0"/>
              <a:tabLst>
                <a:tab pos="663310" algn="l"/>
                <a:tab pos="1326619" algn="l"/>
                <a:tab pos="1989929" algn="l"/>
                <a:tab pos="2653238" algn="l"/>
              </a:tabLst>
              <a:defRPr sz="2200">
                <a:solidFill>
                  <a:schemeClr val="bg1"/>
                </a:solidFill>
                <a:latin typeface="Arial" pitchFamily="34" charset="0"/>
                <a:ea typeface="DejaVu Sans"/>
                <a:cs typeface="DejaVu Sans"/>
              </a:defRPr>
            </a:lvl9pPr>
          </a:lstStyle>
          <a:p>
            <a:pPr eaLnBrk="1" hangingPunct="1"/>
            <a:fld id="{36F3B45D-A872-44DC-9943-31DB324EFACE}" type="slidenum">
              <a:rPr lang="en-GB" altLang="en-US" sz="1100">
                <a:solidFill>
                  <a:srgbClr val="000000"/>
                </a:solidFill>
                <a:latin typeface="Times New Roman" pitchFamily="18" charset="0"/>
              </a:rPr>
              <a:pPr eaLnBrk="1" hangingPunct="1"/>
              <a:t>29</a:t>
            </a:fld>
            <a:endParaRPr lang="en-GB" altLang="en-US" sz="1100">
              <a:solidFill>
                <a:srgbClr val="000000"/>
              </a:solidFill>
              <a:latin typeface="Times New Roman" pitchFamily="18" charset="0"/>
            </a:endParaRPr>
          </a:p>
        </p:txBody>
      </p:sp>
      <p:sp>
        <p:nvSpPr>
          <p:cNvPr id="205827" name="Text Box 1"/>
          <p:cNvSpPr txBox="1">
            <a:spLocks noChangeArrowheads="1"/>
          </p:cNvSpPr>
          <p:nvPr/>
        </p:nvSpPr>
        <p:spPr bwMode="auto">
          <a:xfrm>
            <a:off x="1619698" y="704496"/>
            <a:ext cx="6687244" cy="2375906"/>
          </a:xfrm>
          <a:prstGeom prst="rect">
            <a:avLst/>
          </a:prstGeom>
          <a:solidFill>
            <a:srgbClr val="FFFFFF"/>
          </a:solidFill>
          <a:ln w="9360">
            <a:solidFill>
              <a:srgbClr val="000000"/>
            </a:solidFill>
            <a:miter lim="800000"/>
            <a:headEnd/>
            <a:tailEnd/>
          </a:ln>
        </p:spPr>
        <p:txBody>
          <a:bodyPr wrap="none" lIns="83786" tIns="41893" rIns="83786" bIns="41893"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600"/>
          </a:p>
        </p:txBody>
      </p:sp>
      <p:sp>
        <p:nvSpPr>
          <p:cNvPr id="205828" name="Text Box 2"/>
          <p:cNvSpPr>
            <a:spLocks noGrp="1" noChangeArrowheads="1"/>
          </p:cNvSpPr>
          <p:nvPr>
            <p:ph type="body"/>
          </p:nvPr>
        </p:nvSpPr>
        <p:spPr>
          <a:xfrm>
            <a:off x="946389" y="2861383"/>
            <a:ext cx="8029695" cy="33155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ltLang="en-US">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01886" y="2348403"/>
            <a:ext cx="9088041" cy="1620430"/>
          </a:xfrm>
        </p:spPr>
        <p:txBody>
          <a:bodyPr/>
          <a:lstStyle/>
          <a:p>
            <a:r>
              <a:rPr lang="en-GB"/>
              <a:t>Click to edit Master title style</a:t>
            </a:r>
            <a:endParaRPr lang="en-US"/>
          </a:p>
        </p:txBody>
      </p:sp>
      <p:sp>
        <p:nvSpPr>
          <p:cNvPr id="3" name="Subtitle 2"/>
          <p:cNvSpPr>
            <a:spLocks noGrp="1"/>
          </p:cNvSpPr>
          <p:nvPr>
            <p:ph type="subTitle" idx="1"/>
          </p:nvPr>
        </p:nvSpPr>
        <p:spPr>
          <a:xfrm>
            <a:off x="1603772" y="4283818"/>
            <a:ext cx="7484269" cy="1931917"/>
          </a:xfrm>
        </p:spPr>
        <p:txBody>
          <a:bodyPr/>
          <a:lstStyle>
            <a:lvl1pPr marL="0" indent="0" algn="ctr">
              <a:buNone/>
              <a:defRPr>
                <a:solidFill>
                  <a:schemeClr val="tx1">
                    <a:tint val="75000"/>
                  </a:schemeClr>
                </a:solidFill>
              </a:defRPr>
            </a:lvl1pPr>
            <a:lvl2pPr marL="519818" indent="0" algn="ctr">
              <a:buNone/>
              <a:defRPr>
                <a:solidFill>
                  <a:schemeClr val="tx1">
                    <a:tint val="75000"/>
                  </a:schemeClr>
                </a:solidFill>
              </a:defRPr>
            </a:lvl2pPr>
            <a:lvl3pPr marL="1039652" indent="0" algn="ctr">
              <a:buNone/>
              <a:defRPr>
                <a:solidFill>
                  <a:schemeClr val="tx1">
                    <a:tint val="75000"/>
                  </a:schemeClr>
                </a:solidFill>
              </a:defRPr>
            </a:lvl3pPr>
            <a:lvl4pPr marL="1559482" indent="0" algn="ctr">
              <a:buNone/>
              <a:defRPr>
                <a:solidFill>
                  <a:schemeClr val="tx1">
                    <a:tint val="75000"/>
                  </a:schemeClr>
                </a:solidFill>
              </a:defRPr>
            </a:lvl4pPr>
            <a:lvl5pPr marL="2079308" indent="0" algn="ctr">
              <a:buNone/>
              <a:defRPr>
                <a:solidFill>
                  <a:schemeClr val="tx1">
                    <a:tint val="75000"/>
                  </a:schemeClr>
                </a:solidFill>
              </a:defRPr>
            </a:lvl5pPr>
            <a:lvl6pPr marL="2599134" indent="0" algn="ctr">
              <a:buNone/>
              <a:defRPr>
                <a:solidFill>
                  <a:schemeClr val="tx1">
                    <a:tint val="75000"/>
                  </a:schemeClr>
                </a:solidFill>
              </a:defRPr>
            </a:lvl6pPr>
            <a:lvl7pPr marL="3118964" indent="0" algn="ctr">
              <a:buNone/>
              <a:defRPr>
                <a:solidFill>
                  <a:schemeClr val="tx1">
                    <a:tint val="75000"/>
                  </a:schemeClr>
                </a:solidFill>
              </a:defRPr>
            </a:lvl7pPr>
            <a:lvl8pPr marL="3638791" indent="0" algn="ctr">
              <a:buNone/>
              <a:defRPr>
                <a:solidFill>
                  <a:schemeClr val="tx1">
                    <a:tint val="75000"/>
                  </a:schemeClr>
                </a:solidFill>
              </a:defRPr>
            </a:lvl8pPr>
            <a:lvl9pPr marL="4158618"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rtlCol="0"/>
          <a:lstStyle>
            <a:lvl1pPr defTabSz="446600">
              <a:buFont typeface="Times New Roman" charset="0"/>
              <a:buNone/>
              <a:defRPr>
                <a:solidFill>
                  <a:schemeClr val="tx1">
                    <a:tint val="75000"/>
                  </a:schemeClr>
                </a:solidFill>
                <a:latin typeface="Arial" charset="0"/>
                <a:ea typeface="DejaVu Sans" charset="0"/>
                <a:cs typeface="DejaVu Sans" charset="0"/>
              </a:defRPr>
            </a:lvl1pPr>
          </a:lstStyle>
          <a:p>
            <a:pPr>
              <a:defRPr/>
            </a:pPr>
            <a:fld id="{0D65DA20-FFCE-44BB-9CD7-7B5F6E92A5C1}" type="datetime1">
              <a:rPr lang="en-GB" smtClean="0"/>
              <a:t>22/01/2025</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fld id="{1D1EF786-132D-4B67-9E1C-EAA1EB43B95B}" type="slidenum">
              <a:rPr lang="en-US" altLang="en-US"/>
              <a:pPr/>
              <a:t>‹#›</a:t>
            </a:fld>
            <a:endParaRPr lang="en-US" altLang="en-US"/>
          </a:p>
        </p:txBody>
      </p:sp>
    </p:spTree>
    <p:extLst>
      <p:ext uri="{BB962C8B-B14F-4D97-AF65-F5344CB8AC3E}">
        <p14:creationId xmlns:p14="http://schemas.microsoft.com/office/powerpoint/2010/main" val="34492787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rtlCol="0"/>
          <a:lstStyle>
            <a:lvl1pPr defTabSz="446600">
              <a:buFont typeface="Times New Roman" charset="0"/>
              <a:buNone/>
              <a:defRPr>
                <a:solidFill>
                  <a:schemeClr val="tx1">
                    <a:tint val="75000"/>
                  </a:schemeClr>
                </a:solidFill>
                <a:latin typeface="Arial" charset="0"/>
                <a:ea typeface="DejaVu Sans" charset="0"/>
                <a:cs typeface="DejaVu Sans" charset="0"/>
              </a:defRPr>
            </a:lvl1pPr>
          </a:lstStyle>
          <a:p>
            <a:pPr>
              <a:defRPr/>
            </a:pPr>
            <a:fld id="{4487375B-4024-472E-B3DD-F2AD921FA8D3}" type="datetime1">
              <a:rPr lang="en-GB" smtClean="0"/>
              <a:t>22/01/2025</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fld id="{74B8B4B5-1894-4E2F-8944-DB2E33827761}" type="slidenum">
              <a:rPr lang="en-US" altLang="en-US"/>
              <a:pPr/>
              <a:t>‹#›</a:t>
            </a:fld>
            <a:endParaRPr lang="en-US" altLang="en-US"/>
          </a:p>
        </p:txBody>
      </p:sp>
    </p:spTree>
    <p:extLst>
      <p:ext uri="{BB962C8B-B14F-4D97-AF65-F5344CB8AC3E}">
        <p14:creationId xmlns:p14="http://schemas.microsoft.com/office/powerpoint/2010/main" val="3145301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582" y="4857819"/>
            <a:ext cx="9088041" cy="1501435"/>
          </a:xfrm>
        </p:spPr>
        <p:txBody>
          <a:bodyPr anchor="t"/>
          <a:lstStyle>
            <a:lvl1pPr algn="l">
              <a:defRPr sz="4600" b="1" cap="all"/>
            </a:lvl1pPr>
          </a:lstStyle>
          <a:p>
            <a:r>
              <a:rPr lang="en-GB"/>
              <a:t>Click to edit Master title style</a:t>
            </a:r>
            <a:endParaRPr lang="en-US"/>
          </a:p>
        </p:txBody>
      </p:sp>
      <p:sp>
        <p:nvSpPr>
          <p:cNvPr id="3" name="Text Placeholder 2"/>
          <p:cNvSpPr>
            <a:spLocks noGrp="1"/>
          </p:cNvSpPr>
          <p:nvPr>
            <p:ph type="body" idx="1"/>
          </p:nvPr>
        </p:nvSpPr>
        <p:spPr>
          <a:xfrm>
            <a:off x="844582" y="3204119"/>
            <a:ext cx="9088041" cy="1653678"/>
          </a:xfrm>
        </p:spPr>
        <p:txBody>
          <a:bodyPr anchor="b"/>
          <a:lstStyle>
            <a:lvl1pPr marL="0" indent="0">
              <a:buNone/>
              <a:defRPr sz="2300">
                <a:solidFill>
                  <a:schemeClr val="tx1">
                    <a:tint val="75000"/>
                  </a:schemeClr>
                </a:solidFill>
              </a:defRPr>
            </a:lvl1pPr>
            <a:lvl2pPr marL="519818" indent="0">
              <a:buNone/>
              <a:defRPr sz="2100">
                <a:solidFill>
                  <a:schemeClr val="tx1">
                    <a:tint val="75000"/>
                  </a:schemeClr>
                </a:solidFill>
              </a:defRPr>
            </a:lvl2pPr>
            <a:lvl3pPr marL="1039652" indent="0">
              <a:buNone/>
              <a:defRPr sz="1800">
                <a:solidFill>
                  <a:schemeClr val="tx1">
                    <a:tint val="75000"/>
                  </a:schemeClr>
                </a:solidFill>
              </a:defRPr>
            </a:lvl3pPr>
            <a:lvl4pPr marL="1559482" indent="0">
              <a:buNone/>
              <a:defRPr sz="1600">
                <a:solidFill>
                  <a:schemeClr val="tx1">
                    <a:tint val="75000"/>
                  </a:schemeClr>
                </a:solidFill>
              </a:defRPr>
            </a:lvl4pPr>
            <a:lvl5pPr marL="2079308" indent="0">
              <a:buNone/>
              <a:defRPr sz="1600">
                <a:solidFill>
                  <a:schemeClr val="tx1">
                    <a:tint val="75000"/>
                  </a:schemeClr>
                </a:solidFill>
              </a:defRPr>
            </a:lvl5pPr>
            <a:lvl6pPr marL="2599134" indent="0">
              <a:buNone/>
              <a:defRPr sz="1600">
                <a:solidFill>
                  <a:schemeClr val="tx1">
                    <a:tint val="75000"/>
                  </a:schemeClr>
                </a:solidFill>
              </a:defRPr>
            </a:lvl6pPr>
            <a:lvl7pPr marL="3118964" indent="0">
              <a:buNone/>
              <a:defRPr sz="1600">
                <a:solidFill>
                  <a:schemeClr val="tx1">
                    <a:tint val="75000"/>
                  </a:schemeClr>
                </a:solidFill>
              </a:defRPr>
            </a:lvl7pPr>
            <a:lvl8pPr marL="3638791" indent="0">
              <a:buNone/>
              <a:defRPr sz="1600">
                <a:solidFill>
                  <a:schemeClr val="tx1">
                    <a:tint val="75000"/>
                  </a:schemeClr>
                </a:solidFill>
              </a:defRPr>
            </a:lvl8pPr>
            <a:lvl9pPr marL="4158618"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rtlCol="0"/>
          <a:lstStyle>
            <a:lvl1pPr defTabSz="446600">
              <a:buFont typeface="Times New Roman" charset="0"/>
              <a:buNone/>
              <a:defRPr>
                <a:solidFill>
                  <a:schemeClr val="tx1">
                    <a:tint val="75000"/>
                  </a:schemeClr>
                </a:solidFill>
                <a:latin typeface="Arial" charset="0"/>
                <a:ea typeface="DejaVu Sans" charset="0"/>
                <a:cs typeface="DejaVu Sans" charset="0"/>
              </a:defRPr>
            </a:lvl1pPr>
          </a:lstStyle>
          <a:p>
            <a:pPr>
              <a:defRPr/>
            </a:pPr>
            <a:fld id="{3FF9A32C-B65D-4DA9-8801-EDA2895F7A98}" type="datetime1">
              <a:rPr lang="en-GB" smtClean="0"/>
              <a:t>22/01/2025</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fld id="{D1606D1C-28EB-4143-A880-8F18A445760B}" type="slidenum">
              <a:rPr lang="en-US" altLang="en-US"/>
              <a:pPr/>
              <a:t>‹#›</a:t>
            </a:fld>
            <a:endParaRPr lang="en-US" altLang="en-US"/>
          </a:p>
        </p:txBody>
      </p:sp>
    </p:spTree>
    <p:extLst>
      <p:ext uri="{BB962C8B-B14F-4D97-AF65-F5344CB8AC3E}">
        <p14:creationId xmlns:p14="http://schemas.microsoft.com/office/powerpoint/2010/main" val="1261747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534592" y="1763928"/>
            <a:ext cx="4722217" cy="4989036"/>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5435005" y="1763928"/>
            <a:ext cx="4722217" cy="4989036"/>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rtlCol="0"/>
          <a:lstStyle>
            <a:lvl1pPr defTabSz="446600">
              <a:buFont typeface="Times New Roman" charset="0"/>
              <a:buNone/>
              <a:defRPr>
                <a:solidFill>
                  <a:schemeClr val="tx1">
                    <a:tint val="75000"/>
                  </a:schemeClr>
                </a:solidFill>
                <a:latin typeface="Arial" charset="0"/>
                <a:ea typeface="DejaVu Sans" charset="0"/>
                <a:cs typeface="DejaVu Sans" charset="0"/>
              </a:defRPr>
            </a:lvl1pPr>
          </a:lstStyle>
          <a:p>
            <a:pPr>
              <a:defRPr/>
            </a:pPr>
            <a:fld id="{2EE67FD5-9BFA-4EE3-A149-3AE5A566A46D}" type="datetime1">
              <a:rPr lang="en-GB" smtClean="0"/>
              <a:t>22/01/2025</a:t>
            </a:fld>
            <a:endParaRPr lang="en-GB"/>
          </a:p>
        </p:txBody>
      </p:sp>
      <p:sp>
        <p:nvSpPr>
          <p:cNvPr id="6" name="Footer Placeholder 5"/>
          <p:cNvSpPr>
            <a:spLocks noGrp="1"/>
          </p:cNvSpPr>
          <p:nvPr>
            <p:ph type="ftr" sz="quarter" idx="11"/>
          </p:nvPr>
        </p:nvSpPr>
        <p:spPr/>
        <p:txBody>
          <a:bodyPr/>
          <a:lstStyle>
            <a:lvl1pPr>
              <a:defRPr/>
            </a:lvl1pPr>
          </a:lstStyle>
          <a:p>
            <a:pPr>
              <a:defRPr/>
            </a:pPr>
            <a:endParaRPr lang="en-GB"/>
          </a:p>
        </p:txBody>
      </p:sp>
      <p:sp>
        <p:nvSpPr>
          <p:cNvPr id="7" name="Slide Number Placeholder 6"/>
          <p:cNvSpPr>
            <a:spLocks noGrp="1"/>
          </p:cNvSpPr>
          <p:nvPr>
            <p:ph type="sldNum" sz="quarter" idx="12"/>
          </p:nvPr>
        </p:nvSpPr>
        <p:spPr/>
        <p:txBody>
          <a:bodyPr/>
          <a:lstStyle>
            <a:lvl1pPr>
              <a:defRPr/>
            </a:lvl1pPr>
          </a:lstStyle>
          <a:p>
            <a:fld id="{880F29EA-CD4B-4D64-82E6-7EBB6357D478}" type="slidenum">
              <a:rPr lang="en-US" altLang="en-US"/>
              <a:pPr/>
              <a:t>‹#›</a:t>
            </a:fld>
            <a:endParaRPr lang="en-US" altLang="en-US"/>
          </a:p>
        </p:txBody>
      </p:sp>
    </p:spTree>
    <p:extLst>
      <p:ext uri="{BB962C8B-B14F-4D97-AF65-F5344CB8AC3E}">
        <p14:creationId xmlns:p14="http://schemas.microsoft.com/office/powerpoint/2010/main" val="19682063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534591" y="1692179"/>
            <a:ext cx="4724074" cy="705219"/>
          </a:xfrm>
        </p:spPr>
        <p:txBody>
          <a:bodyPr anchor="b"/>
          <a:lstStyle>
            <a:lvl1pPr marL="0" indent="0">
              <a:buNone/>
              <a:defRPr sz="2700" b="1"/>
            </a:lvl1pPr>
            <a:lvl2pPr marL="519818" indent="0">
              <a:buNone/>
              <a:defRPr sz="2300" b="1"/>
            </a:lvl2pPr>
            <a:lvl3pPr marL="1039652" indent="0">
              <a:buNone/>
              <a:defRPr sz="2100" b="1"/>
            </a:lvl3pPr>
            <a:lvl4pPr marL="1559482" indent="0">
              <a:buNone/>
              <a:defRPr sz="1800" b="1"/>
            </a:lvl4pPr>
            <a:lvl5pPr marL="2079308" indent="0">
              <a:buNone/>
              <a:defRPr sz="1800" b="1"/>
            </a:lvl5pPr>
            <a:lvl6pPr marL="2599134" indent="0">
              <a:buNone/>
              <a:defRPr sz="1800" b="1"/>
            </a:lvl6pPr>
            <a:lvl7pPr marL="3118964" indent="0">
              <a:buNone/>
              <a:defRPr sz="1800" b="1"/>
            </a:lvl7pPr>
            <a:lvl8pPr marL="3638791" indent="0">
              <a:buNone/>
              <a:defRPr sz="1800" b="1"/>
            </a:lvl8pPr>
            <a:lvl9pPr marL="4158618" indent="0">
              <a:buNone/>
              <a:defRPr sz="1800" b="1"/>
            </a:lvl9pPr>
          </a:lstStyle>
          <a:p>
            <a:pPr lvl="0"/>
            <a:r>
              <a:rPr lang="en-GB"/>
              <a:t>Click to edit Master text styles</a:t>
            </a:r>
          </a:p>
        </p:txBody>
      </p:sp>
      <p:sp>
        <p:nvSpPr>
          <p:cNvPr id="4" name="Content Placeholder 3"/>
          <p:cNvSpPr>
            <a:spLocks noGrp="1"/>
          </p:cNvSpPr>
          <p:nvPr>
            <p:ph sz="half" idx="2"/>
          </p:nvPr>
        </p:nvSpPr>
        <p:spPr>
          <a:xfrm>
            <a:off x="534591" y="2397397"/>
            <a:ext cx="4724074" cy="4355563"/>
          </a:xfrm>
        </p:spPr>
        <p:txBody>
          <a:bodyPr/>
          <a:lstStyle>
            <a:lvl1pPr>
              <a:defRPr sz="2700"/>
            </a:lvl1pPr>
            <a:lvl2pPr>
              <a:defRPr sz="23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5431293" y="1692179"/>
            <a:ext cx="4725930" cy="705219"/>
          </a:xfrm>
        </p:spPr>
        <p:txBody>
          <a:bodyPr anchor="b"/>
          <a:lstStyle>
            <a:lvl1pPr marL="0" indent="0">
              <a:buNone/>
              <a:defRPr sz="2700" b="1"/>
            </a:lvl1pPr>
            <a:lvl2pPr marL="519818" indent="0">
              <a:buNone/>
              <a:defRPr sz="2300" b="1"/>
            </a:lvl2pPr>
            <a:lvl3pPr marL="1039652" indent="0">
              <a:buNone/>
              <a:defRPr sz="2100" b="1"/>
            </a:lvl3pPr>
            <a:lvl4pPr marL="1559482" indent="0">
              <a:buNone/>
              <a:defRPr sz="1800" b="1"/>
            </a:lvl4pPr>
            <a:lvl5pPr marL="2079308" indent="0">
              <a:buNone/>
              <a:defRPr sz="1800" b="1"/>
            </a:lvl5pPr>
            <a:lvl6pPr marL="2599134" indent="0">
              <a:buNone/>
              <a:defRPr sz="1800" b="1"/>
            </a:lvl6pPr>
            <a:lvl7pPr marL="3118964" indent="0">
              <a:buNone/>
              <a:defRPr sz="1800" b="1"/>
            </a:lvl7pPr>
            <a:lvl8pPr marL="3638791" indent="0">
              <a:buNone/>
              <a:defRPr sz="1800" b="1"/>
            </a:lvl8pPr>
            <a:lvl9pPr marL="4158618" indent="0">
              <a:buNone/>
              <a:defRPr sz="1800" b="1"/>
            </a:lvl9pPr>
          </a:lstStyle>
          <a:p>
            <a:pPr lvl="0"/>
            <a:r>
              <a:rPr lang="en-GB"/>
              <a:t>Click to edit Master text styles</a:t>
            </a:r>
          </a:p>
        </p:txBody>
      </p:sp>
      <p:sp>
        <p:nvSpPr>
          <p:cNvPr id="6" name="Content Placeholder 5"/>
          <p:cNvSpPr>
            <a:spLocks noGrp="1"/>
          </p:cNvSpPr>
          <p:nvPr>
            <p:ph sz="quarter" idx="4"/>
          </p:nvPr>
        </p:nvSpPr>
        <p:spPr>
          <a:xfrm>
            <a:off x="5431293" y="2397397"/>
            <a:ext cx="4725930" cy="4355563"/>
          </a:xfrm>
        </p:spPr>
        <p:txBody>
          <a:bodyPr/>
          <a:lstStyle>
            <a:lvl1pPr>
              <a:defRPr sz="2700"/>
            </a:lvl1pPr>
            <a:lvl2pPr>
              <a:defRPr sz="23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rtlCol="0"/>
          <a:lstStyle>
            <a:lvl1pPr defTabSz="446600">
              <a:buFont typeface="Times New Roman" charset="0"/>
              <a:buNone/>
              <a:defRPr>
                <a:solidFill>
                  <a:schemeClr val="tx1">
                    <a:tint val="75000"/>
                  </a:schemeClr>
                </a:solidFill>
                <a:latin typeface="Arial" charset="0"/>
                <a:ea typeface="DejaVu Sans" charset="0"/>
                <a:cs typeface="DejaVu Sans" charset="0"/>
              </a:defRPr>
            </a:lvl1pPr>
          </a:lstStyle>
          <a:p>
            <a:pPr>
              <a:defRPr/>
            </a:pPr>
            <a:fld id="{C9C93DB6-14A0-4AAB-A533-75F7E6D17515}" type="datetime1">
              <a:rPr lang="en-GB" smtClean="0"/>
              <a:t>22/01/2025</a:t>
            </a:fld>
            <a:endParaRPr lang="en-GB"/>
          </a:p>
        </p:txBody>
      </p:sp>
      <p:sp>
        <p:nvSpPr>
          <p:cNvPr id="8" name="Footer Placeholder 7"/>
          <p:cNvSpPr>
            <a:spLocks noGrp="1"/>
          </p:cNvSpPr>
          <p:nvPr>
            <p:ph type="ftr" sz="quarter" idx="11"/>
          </p:nvPr>
        </p:nvSpPr>
        <p:spPr/>
        <p:txBody>
          <a:bodyPr/>
          <a:lstStyle>
            <a:lvl1pPr>
              <a:defRPr/>
            </a:lvl1pPr>
          </a:lstStyle>
          <a:p>
            <a:pPr>
              <a:defRPr/>
            </a:pPr>
            <a:endParaRPr lang="en-GB"/>
          </a:p>
        </p:txBody>
      </p:sp>
      <p:sp>
        <p:nvSpPr>
          <p:cNvPr id="9" name="Slide Number Placeholder 8"/>
          <p:cNvSpPr>
            <a:spLocks noGrp="1"/>
          </p:cNvSpPr>
          <p:nvPr>
            <p:ph type="sldNum" sz="quarter" idx="12"/>
          </p:nvPr>
        </p:nvSpPr>
        <p:spPr/>
        <p:txBody>
          <a:bodyPr/>
          <a:lstStyle>
            <a:lvl1pPr>
              <a:defRPr/>
            </a:lvl1pPr>
          </a:lstStyle>
          <a:p>
            <a:fld id="{0E05BC03-D168-4B9D-8334-136853568D4F}" type="slidenum">
              <a:rPr lang="en-US" altLang="en-US"/>
              <a:pPr/>
              <a:t>‹#›</a:t>
            </a:fld>
            <a:endParaRPr lang="en-US" altLang="en-US"/>
          </a:p>
        </p:txBody>
      </p:sp>
    </p:spTree>
    <p:extLst>
      <p:ext uri="{BB962C8B-B14F-4D97-AF65-F5344CB8AC3E}">
        <p14:creationId xmlns:p14="http://schemas.microsoft.com/office/powerpoint/2010/main" val="36596368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rtlCol="0"/>
          <a:lstStyle>
            <a:lvl1pPr defTabSz="446600">
              <a:buFont typeface="Times New Roman" charset="0"/>
              <a:buNone/>
              <a:defRPr>
                <a:solidFill>
                  <a:schemeClr val="tx1">
                    <a:tint val="75000"/>
                  </a:schemeClr>
                </a:solidFill>
                <a:latin typeface="Arial" charset="0"/>
                <a:ea typeface="DejaVu Sans" charset="0"/>
                <a:cs typeface="DejaVu Sans" charset="0"/>
              </a:defRPr>
            </a:lvl1pPr>
          </a:lstStyle>
          <a:p>
            <a:pPr>
              <a:defRPr/>
            </a:pPr>
            <a:fld id="{270AC748-1AF7-4D61-AD61-527CD810150F}" type="datetime1">
              <a:rPr lang="en-GB" smtClean="0"/>
              <a:t>22/01/2025</a:t>
            </a:fld>
            <a:endParaRPr lang="en-GB"/>
          </a:p>
        </p:txBody>
      </p:sp>
      <p:sp>
        <p:nvSpPr>
          <p:cNvPr id="4" name="Footer Placeholder 3"/>
          <p:cNvSpPr>
            <a:spLocks noGrp="1"/>
          </p:cNvSpPr>
          <p:nvPr>
            <p:ph type="ftr" sz="quarter" idx="11"/>
          </p:nvPr>
        </p:nvSpPr>
        <p:spPr/>
        <p:txBody>
          <a:bodyPr/>
          <a:lstStyle>
            <a:lvl1pPr>
              <a:defRPr/>
            </a:lvl1pPr>
          </a:lstStyle>
          <a:p>
            <a:pPr>
              <a:defRPr/>
            </a:pPr>
            <a:endParaRPr lang="en-GB"/>
          </a:p>
        </p:txBody>
      </p:sp>
      <p:sp>
        <p:nvSpPr>
          <p:cNvPr id="5" name="Slide Number Placeholder 4"/>
          <p:cNvSpPr>
            <a:spLocks noGrp="1"/>
          </p:cNvSpPr>
          <p:nvPr>
            <p:ph type="sldNum" sz="quarter" idx="12"/>
          </p:nvPr>
        </p:nvSpPr>
        <p:spPr/>
        <p:txBody>
          <a:bodyPr/>
          <a:lstStyle>
            <a:lvl1pPr>
              <a:defRPr/>
            </a:lvl1pPr>
          </a:lstStyle>
          <a:p>
            <a:fld id="{7D3D251D-C590-4B07-AB6E-2B6955FDEAB6}" type="slidenum">
              <a:rPr lang="en-US" altLang="en-US"/>
              <a:pPr/>
              <a:t>‹#›</a:t>
            </a:fld>
            <a:endParaRPr lang="en-US" altLang="en-US"/>
          </a:p>
        </p:txBody>
      </p:sp>
    </p:spTree>
    <p:extLst>
      <p:ext uri="{BB962C8B-B14F-4D97-AF65-F5344CB8AC3E}">
        <p14:creationId xmlns:p14="http://schemas.microsoft.com/office/powerpoint/2010/main" val="930473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lvl1pPr defTabSz="446600">
              <a:buFont typeface="Times New Roman" charset="0"/>
              <a:buNone/>
              <a:defRPr>
                <a:solidFill>
                  <a:schemeClr val="tx1">
                    <a:tint val="75000"/>
                  </a:schemeClr>
                </a:solidFill>
                <a:latin typeface="Arial" charset="0"/>
                <a:ea typeface="DejaVu Sans" charset="0"/>
                <a:cs typeface="DejaVu Sans" charset="0"/>
              </a:defRPr>
            </a:lvl1pPr>
          </a:lstStyle>
          <a:p>
            <a:pPr>
              <a:defRPr/>
            </a:pPr>
            <a:fld id="{CFBF9966-9D59-4192-B319-6A2148E54050}" type="datetime1">
              <a:rPr lang="en-GB" smtClean="0"/>
              <a:t>22/01/2025</a:t>
            </a:fld>
            <a:endParaRPr lang="en-GB"/>
          </a:p>
        </p:txBody>
      </p:sp>
      <p:sp>
        <p:nvSpPr>
          <p:cNvPr id="3" name="Footer Placeholder 2"/>
          <p:cNvSpPr>
            <a:spLocks noGrp="1"/>
          </p:cNvSpPr>
          <p:nvPr>
            <p:ph type="ftr" sz="quarter" idx="11"/>
          </p:nvPr>
        </p:nvSpPr>
        <p:spPr/>
        <p:txBody>
          <a:bodyPr/>
          <a:lstStyle>
            <a:lvl1pPr>
              <a:defRPr/>
            </a:lvl1pPr>
          </a:lstStyle>
          <a:p>
            <a:pPr>
              <a:defRPr/>
            </a:pPr>
            <a:endParaRPr lang="en-GB"/>
          </a:p>
        </p:txBody>
      </p:sp>
      <p:sp>
        <p:nvSpPr>
          <p:cNvPr id="4" name="Slide Number Placeholder 3"/>
          <p:cNvSpPr>
            <a:spLocks noGrp="1"/>
          </p:cNvSpPr>
          <p:nvPr>
            <p:ph type="sldNum" sz="quarter" idx="12"/>
          </p:nvPr>
        </p:nvSpPr>
        <p:spPr/>
        <p:txBody>
          <a:bodyPr/>
          <a:lstStyle>
            <a:lvl1pPr>
              <a:defRPr/>
            </a:lvl1pPr>
          </a:lstStyle>
          <a:p>
            <a:fld id="{A17CC0CD-F368-46CC-AF74-C65AA7E68E38}" type="slidenum">
              <a:rPr lang="en-US" altLang="en-US"/>
              <a:pPr/>
              <a:t>‹#›</a:t>
            </a:fld>
            <a:endParaRPr lang="en-US" altLang="en-US"/>
          </a:p>
        </p:txBody>
      </p:sp>
    </p:spTree>
    <p:extLst>
      <p:ext uri="{BB962C8B-B14F-4D97-AF65-F5344CB8AC3E}">
        <p14:creationId xmlns:p14="http://schemas.microsoft.com/office/powerpoint/2010/main" val="2303039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4620" y="300987"/>
            <a:ext cx="3517533" cy="1280945"/>
          </a:xfrm>
        </p:spPr>
        <p:txBody>
          <a:bodyPr anchor="b"/>
          <a:lstStyle>
            <a:lvl1pPr algn="l">
              <a:defRPr sz="2300" b="1"/>
            </a:lvl1pPr>
          </a:lstStyle>
          <a:p>
            <a:r>
              <a:rPr lang="en-GB"/>
              <a:t>Click to edit Master title style</a:t>
            </a:r>
            <a:endParaRPr lang="en-US"/>
          </a:p>
        </p:txBody>
      </p:sp>
      <p:sp>
        <p:nvSpPr>
          <p:cNvPr id="3" name="Content Placeholder 2"/>
          <p:cNvSpPr>
            <a:spLocks noGrp="1"/>
          </p:cNvSpPr>
          <p:nvPr>
            <p:ph idx="1"/>
          </p:nvPr>
        </p:nvSpPr>
        <p:spPr>
          <a:xfrm>
            <a:off x="4180202" y="301015"/>
            <a:ext cx="5977020" cy="6451973"/>
          </a:xfrm>
        </p:spPr>
        <p:txBody>
          <a:bodyPr/>
          <a:lstStyle>
            <a:lvl1pPr>
              <a:defRPr sz="3600"/>
            </a:lvl1pPr>
            <a:lvl2pPr>
              <a:defRPr sz="3200"/>
            </a:lvl2pPr>
            <a:lvl3pPr>
              <a:defRPr sz="2700"/>
            </a:lvl3pPr>
            <a:lvl4pPr>
              <a:defRPr sz="2300"/>
            </a:lvl4pPr>
            <a:lvl5pPr>
              <a:defRPr sz="2300"/>
            </a:lvl5pPr>
            <a:lvl6pPr>
              <a:defRPr sz="2300"/>
            </a:lvl6pPr>
            <a:lvl7pPr>
              <a:defRPr sz="2300"/>
            </a:lvl7pPr>
            <a:lvl8pPr>
              <a:defRPr sz="2300"/>
            </a:lvl8pPr>
            <a:lvl9pPr>
              <a:defRPr sz="23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534620" y="1581937"/>
            <a:ext cx="3517533" cy="5171028"/>
          </a:xfrm>
        </p:spPr>
        <p:txBody>
          <a:bodyPr/>
          <a:lstStyle>
            <a:lvl1pPr marL="0" indent="0">
              <a:buNone/>
              <a:defRPr sz="1600"/>
            </a:lvl1pPr>
            <a:lvl2pPr marL="519818" indent="0">
              <a:buNone/>
              <a:defRPr sz="1400"/>
            </a:lvl2pPr>
            <a:lvl3pPr marL="1039652" indent="0">
              <a:buNone/>
              <a:defRPr sz="1100"/>
            </a:lvl3pPr>
            <a:lvl4pPr marL="1559482" indent="0">
              <a:buNone/>
              <a:defRPr sz="1000"/>
            </a:lvl4pPr>
            <a:lvl5pPr marL="2079308" indent="0">
              <a:buNone/>
              <a:defRPr sz="1000"/>
            </a:lvl5pPr>
            <a:lvl6pPr marL="2599134" indent="0">
              <a:buNone/>
              <a:defRPr sz="1000"/>
            </a:lvl6pPr>
            <a:lvl7pPr marL="3118964" indent="0">
              <a:buNone/>
              <a:defRPr sz="1000"/>
            </a:lvl7pPr>
            <a:lvl8pPr marL="3638791" indent="0">
              <a:buNone/>
              <a:defRPr sz="1000"/>
            </a:lvl8pPr>
            <a:lvl9pPr marL="4158618"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rtlCol="0"/>
          <a:lstStyle>
            <a:lvl1pPr defTabSz="446600">
              <a:buFont typeface="Times New Roman" charset="0"/>
              <a:buNone/>
              <a:defRPr>
                <a:solidFill>
                  <a:schemeClr val="tx1">
                    <a:tint val="75000"/>
                  </a:schemeClr>
                </a:solidFill>
                <a:latin typeface="Arial" charset="0"/>
                <a:ea typeface="DejaVu Sans" charset="0"/>
                <a:cs typeface="DejaVu Sans" charset="0"/>
              </a:defRPr>
            </a:lvl1pPr>
          </a:lstStyle>
          <a:p>
            <a:pPr>
              <a:defRPr/>
            </a:pPr>
            <a:fld id="{2978A3ED-EF70-47E3-A8C0-F2004353A795}" type="datetime1">
              <a:rPr lang="en-GB" smtClean="0"/>
              <a:t>22/01/2025</a:t>
            </a:fld>
            <a:endParaRPr lang="en-GB"/>
          </a:p>
        </p:txBody>
      </p:sp>
      <p:sp>
        <p:nvSpPr>
          <p:cNvPr id="6" name="Footer Placeholder 5"/>
          <p:cNvSpPr>
            <a:spLocks noGrp="1"/>
          </p:cNvSpPr>
          <p:nvPr>
            <p:ph type="ftr" sz="quarter" idx="11"/>
          </p:nvPr>
        </p:nvSpPr>
        <p:spPr/>
        <p:txBody>
          <a:bodyPr/>
          <a:lstStyle>
            <a:lvl1pPr>
              <a:defRPr/>
            </a:lvl1pPr>
          </a:lstStyle>
          <a:p>
            <a:pPr>
              <a:defRPr/>
            </a:pPr>
            <a:endParaRPr lang="en-GB"/>
          </a:p>
        </p:txBody>
      </p:sp>
      <p:sp>
        <p:nvSpPr>
          <p:cNvPr id="7" name="Slide Number Placeholder 6"/>
          <p:cNvSpPr>
            <a:spLocks noGrp="1"/>
          </p:cNvSpPr>
          <p:nvPr>
            <p:ph type="sldNum" sz="quarter" idx="12"/>
          </p:nvPr>
        </p:nvSpPr>
        <p:spPr/>
        <p:txBody>
          <a:bodyPr/>
          <a:lstStyle>
            <a:lvl1pPr>
              <a:defRPr/>
            </a:lvl1pPr>
          </a:lstStyle>
          <a:p>
            <a:fld id="{2CCC3533-15D7-4CD5-9313-136613E7DA67}" type="slidenum">
              <a:rPr lang="en-US" altLang="en-US"/>
              <a:pPr/>
              <a:t>‹#›</a:t>
            </a:fld>
            <a:endParaRPr lang="en-US" altLang="en-US"/>
          </a:p>
        </p:txBody>
      </p:sp>
    </p:spTree>
    <p:extLst>
      <p:ext uri="{BB962C8B-B14F-4D97-AF65-F5344CB8AC3E}">
        <p14:creationId xmlns:p14="http://schemas.microsoft.com/office/powerpoint/2010/main" val="120266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95670" y="5291772"/>
            <a:ext cx="6415088" cy="624724"/>
          </a:xfrm>
        </p:spPr>
        <p:txBody>
          <a:bodyPr anchor="b"/>
          <a:lstStyle>
            <a:lvl1pPr algn="l">
              <a:defRPr sz="2300" b="1"/>
            </a:lvl1pPr>
          </a:lstStyle>
          <a:p>
            <a:r>
              <a:rPr lang="en-GB"/>
              <a:t>Click to edit Master title style</a:t>
            </a:r>
            <a:endParaRPr lang="en-US"/>
          </a:p>
        </p:txBody>
      </p:sp>
      <p:sp>
        <p:nvSpPr>
          <p:cNvPr id="3" name="Picture Placeholder 2"/>
          <p:cNvSpPr>
            <a:spLocks noGrp="1"/>
          </p:cNvSpPr>
          <p:nvPr>
            <p:ph type="pic" idx="1"/>
          </p:nvPr>
        </p:nvSpPr>
        <p:spPr>
          <a:xfrm>
            <a:off x="2095670" y="675471"/>
            <a:ext cx="6415088" cy="4535805"/>
          </a:xfrm>
        </p:spPr>
        <p:txBody>
          <a:bodyPr rtlCol="0">
            <a:normAutofit/>
          </a:bodyPr>
          <a:lstStyle>
            <a:lvl1pPr marL="0" indent="0">
              <a:buNone/>
              <a:defRPr sz="3600"/>
            </a:lvl1pPr>
            <a:lvl2pPr marL="519818" indent="0">
              <a:buNone/>
              <a:defRPr sz="3200"/>
            </a:lvl2pPr>
            <a:lvl3pPr marL="1039652" indent="0">
              <a:buNone/>
              <a:defRPr sz="2700"/>
            </a:lvl3pPr>
            <a:lvl4pPr marL="1559482" indent="0">
              <a:buNone/>
              <a:defRPr sz="2300"/>
            </a:lvl4pPr>
            <a:lvl5pPr marL="2079308" indent="0">
              <a:buNone/>
              <a:defRPr sz="2300"/>
            </a:lvl5pPr>
            <a:lvl6pPr marL="2599134" indent="0">
              <a:buNone/>
              <a:defRPr sz="2300"/>
            </a:lvl6pPr>
            <a:lvl7pPr marL="3118964" indent="0">
              <a:buNone/>
              <a:defRPr sz="2300"/>
            </a:lvl7pPr>
            <a:lvl8pPr marL="3638791" indent="0">
              <a:buNone/>
              <a:defRPr sz="2300"/>
            </a:lvl8pPr>
            <a:lvl9pPr marL="4158618" indent="0">
              <a:buNone/>
              <a:defRPr sz="2300"/>
            </a:lvl9pPr>
          </a:lstStyle>
          <a:p>
            <a:pPr lvl="0"/>
            <a:endParaRPr lang="en-US" noProof="0"/>
          </a:p>
        </p:txBody>
      </p:sp>
      <p:sp>
        <p:nvSpPr>
          <p:cNvPr id="4" name="Text Placeholder 3"/>
          <p:cNvSpPr>
            <a:spLocks noGrp="1"/>
          </p:cNvSpPr>
          <p:nvPr>
            <p:ph type="body" sz="half" idx="2"/>
          </p:nvPr>
        </p:nvSpPr>
        <p:spPr>
          <a:xfrm>
            <a:off x="2095670" y="5916496"/>
            <a:ext cx="6415088" cy="887211"/>
          </a:xfrm>
        </p:spPr>
        <p:txBody>
          <a:bodyPr/>
          <a:lstStyle>
            <a:lvl1pPr marL="0" indent="0">
              <a:buNone/>
              <a:defRPr sz="1600"/>
            </a:lvl1pPr>
            <a:lvl2pPr marL="519818" indent="0">
              <a:buNone/>
              <a:defRPr sz="1400"/>
            </a:lvl2pPr>
            <a:lvl3pPr marL="1039652" indent="0">
              <a:buNone/>
              <a:defRPr sz="1100"/>
            </a:lvl3pPr>
            <a:lvl4pPr marL="1559482" indent="0">
              <a:buNone/>
              <a:defRPr sz="1000"/>
            </a:lvl4pPr>
            <a:lvl5pPr marL="2079308" indent="0">
              <a:buNone/>
              <a:defRPr sz="1000"/>
            </a:lvl5pPr>
            <a:lvl6pPr marL="2599134" indent="0">
              <a:buNone/>
              <a:defRPr sz="1000"/>
            </a:lvl6pPr>
            <a:lvl7pPr marL="3118964" indent="0">
              <a:buNone/>
              <a:defRPr sz="1000"/>
            </a:lvl7pPr>
            <a:lvl8pPr marL="3638791" indent="0">
              <a:buNone/>
              <a:defRPr sz="1000"/>
            </a:lvl8pPr>
            <a:lvl9pPr marL="4158618"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rtlCol="0"/>
          <a:lstStyle>
            <a:lvl1pPr defTabSz="446600">
              <a:buFont typeface="Times New Roman" charset="0"/>
              <a:buNone/>
              <a:defRPr>
                <a:solidFill>
                  <a:schemeClr val="tx1">
                    <a:tint val="75000"/>
                  </a:schemeClr>
                </a:solidFill>
                <a:latin typeface="Arial" charset="0"/>
                <a:ea typeface="DejaVu Sans" charset="0"/>
                <a:cs typeface="DejaVu Sans" charset="0"/>
              </a:defRPr>
            </a:lvl1pPr>
          </a:lstStyle>
          <a:p>
            <a:pPr>
              <a:defRPr/>
            </a:pPr>
            <a:fld id="{D05BE354-B0D6-4566-B417-389F3A04D65B}" type="datetime1">
              <a:rPr lang="en-GB" smtClean="0"/>
              <a:t>22/01/2025</a:t>
            </a:fld>
            <a:endParaRPr lang="en-GB"/>
          </a:p>
        </p:txBody>
      </p:sp>
      <p:sp>
        <p:nvSpPr>
          <p:cNvPr id="6" name="Footer Placeholder 5"/>
          <p:cNvSpPr>
            <a:spLocks noGrp="1"/>
          </p:cNvSpPr>
          <p:nvPr>
            <p:ph type="ftr" sz="quarter" idx="11"/>
          </p:nvPr>
        </p:nvSpPr>
        <p:spPr/>
        <p:txBody>
          <a:bodyPr/>
          <a:lstStyle>
            <a:lvl1pPr>
              <a:defRPr/>
            </a:lvl1pPr>
          </a:lstStyle>
          <a:p>
            <a:pPr>
              <a:defRPr/>
            </a:pPr>
            <a:endParaRPr lang="en-GB"/>
          </a:p>
        </p:txBody>
      </p:sp>
      <p:sp>
        <p:nvSpPr>
          <p:cNvPr id="7" name="Slide Number Placeholder 6"/>
          <p:cNvSpPr>
            <a:spLocks noGrp="1"/>
          </p:cNvSpPr>
          <p:nvPr>
            <p:ph type="sldNum" sz="quarter" idx="12"/>
          </p:nvPr>
        </p:nvSpPr>
        <p:spPr/>
        <p:txBody>
          <a:bodyPr/>
          <a:lstStyle>
            <a:lvl1pPr>
              <a:defRPr/>
            </a:lvl1pPr>
          </a:lstStyle>
          <a:p>
            <a:fld id="{80A3A270-44F1-46B3-9EC8-86D550F95B31}" type="slidenum">
              <a:rPr lang="en-US" altLang="en-US"/>
              <a:pPr/>
              <a:t>‹#›</a:t>
            </a:fld>
            <a:endParaRPr lang="en-US" altLang="en-US"/>
          </a:p>
        </p:txBody>
      </p:sp>
    </p:spTree>
    <p:extLst>
      <p:ext uri="{BB962C8B-B14F-4D97-AF65-F5344CB8AC3E}">
        <p14:creationId xmlns:p14="http://schemas.microsoft.com/office/powerpoint/2010/main" val="853480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rtlCol="0"/>
          <a:lstStyle>
            <a:lvl1pPr defTabSz="446600">
              <a:buFont typeface="Times New Roman" charset="0"/>
              <a:buNone/>
              <a:defRPr>
                <a:solidFill>
                  <a:schemeClr val="tx1">
                    <a:tint val="75000"/>
                  </a:schemeClr>
                </a:solidFill>
                <a:latin typeface="Arial" charset="0"/>
                <a:ea typeface="DejaVu Sans" charset="0"/>
                <a:cs typeface="DejaVu Sans" charset="0"/>
              </a:defRPr>
            </a:lvl1pPr>
          </a:lstStyle>
          <a:p>
            <a:pPr>
              <a:defRPr/>
            </a:pPr>
            <a:fld id="{C30B82D7-AABF-44DA-A1A1-5A74F730269E}" type="datetime1">
              <a:rPr lang="en-GB" smtClean="0"/>
              <a:t>22/01/2025</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fld id="{15B6C110-3FB1-4941-A907-8BAD813220B4}" type="slidenum">
              <a:rPr lang="en-US" altLang="en-US"/>
              <a:pPr/>
              <a:t>‹#›</a:t>
            </a:fld>
            <a:endParaRPr lang="en-US" altLang="en-US"/>
          </a:p>
        </p:txBody>
      </p:sp>
    </p:spTree>
    <p:extLst>
      <p:ext uri="{BB962C8B-B14F-4D97-AF65-F5344CB8AC3E}">
        <p14:creationId xmlns:p14="http://schemas.microsoft.com/office/powerpoint/2010/main" val="871734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751564" y="302765"/>
            <a:ext cx="2405658" cy="6450223"/>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534593" y="302765"/>
            <a:ext cx="7038777" cy="6450223"/>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rtlCol="0"/>
          <a:lstStyle>
            <a:lvl1pPr defTabSz="446600">
              <a:buFont typeface="Times New Roman" charset="0"/>
              <a:buNone/>
              <a:defRPr>
                <a:solidFill>
                  <a:schemeClr val="tx1">
                    <a:tint val="75000"/>
                  </a:schemeClr>
                </a:solidFill>
                <a:latin typeface="Arial" charset="0"/>
                <a:ea typeface="DejaVu Sans" charset="0"/>
                <a:cs typeface="DejaVu Sans" charset="0"/>
              </a:defRPr>
            </a:lvl1pPr>
          </a:lstStyle>
          <a:p>
            <a:pPr>
              <a:defRPr/>
            </a:pPr>
            <a:fld id="{E7B764CC-63D0-4961-82AB-1846FB32036B}" type="datetime1">
              <a:rPr lang="en-GB" smtClean="0"/>
              <a:t>22/01/2025</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fld id="{1D805923-7CEF-46BD-AF7A-1E5D8B2B817A}" type="slidenum">
              <a:rPr lang="en-US" altLang="en-US"/>
              <a:pPr/>
              <a:t>‹#›</a:t>
            </a:fld>
            <a:endParaRPr lang="en-US" altLang="en-US"/>
          </a:p>
        </p:txBody>
      </p:sp>
    </p:spTree>
    <p:extLst>
      <p:ext uri="{BB962C8B-B14F-4D97-AF65-F5344CB8AC3E}">
        <p14:creationId xmlns:p14="http://schemas.microsoft.com/office/powerpoint/2010/main" val="13116321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169988" y="1309688"/>
            <a:ext cx="8355012" cy="1016000"/>
          </a:xfrm>
        </p:spPr>
        <p:txBody>
          <a:bodyPr/>
          <a:lstStyle/>
          <a:p>
            <a:r>
              <a:rPr lang="en-GB"/>
              <a:t>Click to edit Master title style</a:t>
            </a:r>
            <a:endParaRPr lang="en-US"/>
          </a:p>
        </p:txBody>
      </p:sp>
      <p:sp>
        <p:nvSpPr>
          <p:cNvPr id="3" name="Rectangle 5"/>
          <p:cNvSpPr>
            <a:spLocks noGrp="1" noChangeArrowheads="1"/>
          </p:cNvSpPr>
          <p:nvPr>
            <p:ph type="ftr" idx="10"/>
          </p:nvPr>
        </p:nvSpPr>
        <p:spPr/>
        <p:txBody>
          <a:bodyPr/>
          <a:lstStyle>
            <a:lvl1pPr>
              <a:defRPr/>
            </a:lvl1pPr>
          </a:lstStyle>
          <a:p>
            <a:pPr>
              <a:defRPr/>
            </a:pPr>
            <a:endParaRPr lang="en-GB"/>
          </a:p>
        </p:txBody>
      </p:sp>
      <p:sp>
        <p:nvSpPr>
          <p:cNvPr id="4" name="Rectangle 6"/>
          <p:cNvSpPr>
            <a:spLocks noGrp="1" noChangeArrowheads="1"/>
          </p:cNvSpPr>
          <p:nvPr>
            <p:ph type="dt" idx="11"/>
          </p:nvPr>
        </p:nvSpPr>
        <p:spPr/>
        <p:txBody>
          <a:bodyPr rtlCol="0"/>
          <a:lstStyle>
            <a:lvl1pPr defTabSz="446600">
              <a:buFont typeface="Times New Roman" charset="0"/>
              <a:buNone/>
              <a:defRPr>
                <a:solidFill>
                  <a:schemeClr val="tx1">
                    <a:tint val="75000"/>
                  </a:schemeClr>
                </a:solidFill>
                <a:latin typeface="Arial" charset="0"/>
                <a:ea typeface="DejaVu Sans" charset="0"/>
                <a:cs typeface="DejaVu Sans" charset="0"/>
              </a:defRPr>
            </a:lvl1pPr>
          </a:lstStyle>
          <a:p>
            <a:pPr>
              <a:defRPr/>
            </a:pPr>
            <a:fld id="{FD7D1BCB-0BE0-43C0-9C42-C788FB736208}" type="datetime1">
              <a:rPr lang="en-GB" smtClean="0"/>
              <a:t>22/01/2025</a:t>
            </a:fld>
            <a:endParaRPr lang="en-GB"/>
          </a:p>
        </p:txBody>
      </p:sp>
    </p:spTree>
    <p:extLst>
      <p:ext uri="{BB962C8B-B14F-4D97-AF65-F5344CB8AC3E}">
        <p14:creationId xmlns:p14="http://schemas.microsoft.com/office/powerpoint/2010/main" val="17912363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01886" y="2348403"/>
            <a:ext cx="9088041" cy="1620430"/>
          </a:xfrm>
        </p:spPr>
        <p:txBody>
          <a:bodyPr/>
          <a:lstStyle/>
          <a:p>
            <a:r>
              <a:rPr lang="en-GB"/>
              <a:t>Click to edit Master title style</a:t>
            </a:r>
            <a:endParaRPr lang="en-US"/>
          </a:p>
        </p:txBody>
      </p:sp>
      <p:sp>
        <p:nvSpPr>
          <p:cNvPr id="3" name="Subtitle 2"/>
          <p:cNvSpPr>
            <a:spLocks noGrp="1"/>
          </p:cNvSpPr>
          <p:nvPr>
            <p:ph type="subTitle" idx="1"/>
          </p:nvPr>
        </p:nvSpPr>
        <p:spPr>
          <a:xfrm>
            <a:off x="1603772" y="4283818"/>
            <a:ext cx="7484269" cy="1931917"/>
          </a:xfrm>
        </p:spPr>
        <p:txBody>
          <a:bodyPr/>
          <a:lstStyle>
            <a:lvl1pPr marL="0" indent="0" algn="ctr">
              <a:buNone/>
              <a:defRPr>
                <a:solidFill>
                  <a:schemeClr val="tx1">
                    <a:tint val="75000"/>
                  </a:schemeClr>
                </a:solidFill>
              </a:defRPr>
            </a:lvl1pPr>
            <a:lvl2pPr marL="521245" indent="0" algn="ctr">
              <a:buNone/>
              <a:defRPr>
                <a:solidFill>
                  <a:schemeClr val="tx1">
                    <a:tint val="75000"/>
                  </a:schemeClr>
                </a:solidFill>
              </a:defRPr>
            </a:lvl2pPr>
            <a:lvl3pPr marL="1042487" indent="0" algn="ctr">
              <a:buNone/>
              <a:defRPr>
                <a:solidFill>
                  <a:schemeClr val="tx1">
                    <a:tint val="75000"/>
                  </a:schemeClr>
                </a:solidFill>
              </a:defRPr>
            </a:lvl3pPr>
            <a:lvl4pPr marL="1563729" indent="0" algn="ctr">
              <a:buNone/>
              <a:defRPr>
                <a:solidFill>
                  <a:schemeClr val="tx1">
                    <a:tint val="75000"/>
                  </a:schemeClr>
                </a:solidFill>
              </a:defRPr>
            </a:lvl4pPr>
            <a:lvl5pPr marL="2084973" indent="0" algn="ctr">
              <a:buNone/>
              <a:defRPr>
                <a:solidFill>
                  <a:schemeClr val="tx1">
                    <a:tint val="75000"/>
                  </a:schemeClr>
                </a:solidFill>
              </a:defRPr>
            </a:lvl5pPr>
            <a:lvl6pPr marL="2606215" indent="0" algn="ctr">
              <a:buNone/>
              <a:defRPr>
                <a:solidFill>
                  <a:schemeClr val="tx1">
                    <a:tint val="75000"/>
                  </a:schemeClr>
                </a:solidFill>
              </a:defRPr>
            </a:lvl6pPr>
            <a:lvl7pPr marL="3127460" indent="0" algn="ctr">
              <a:buNone/>
              <a:defRPr>
                <a:solidFill>
                  <a:schemeClr val="tx1">
                    <a:tint val="75000"/>
                  </a:schemeClr>
                </a:solidFill>
              </a:defRPr>
            </a:lvl7pPr>
            <a:lvl8pPr marL="3648702" indent="0" algn="ctr">
              <a:buNone/>
              <a:defRPr>
                <a:solidFill>
                  <a:schemeClr val="tx1">
                    <a:tint val="75000"/>
                  </a:schemeClr>
                </a:solidFill>
              </a:defRPr>
            </a:lvl8pPr>
            <a:lvl9pPr marL="4169946"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wrap="square" numCol="1" anchorCtr="0" compatLnSpc="1">
            <a:prstTxWarp prst="textNoShape">
              <a:avLst/>
            </a:prstTxWarp>
          </a:bodyPr>
          <a:lstStyle>
            <a:lvl1pPr defTabSz="446088">
              <a:buFont typeface="Times New Roman" pitchFamily="18" charset="0"/>
              <a:buNone/>
              <a:defRPr smtClean="0">
                <a:solidFill>
                  <a:srgbClr val="898989"/>
                </a:solidFill>
                <a:latin typeface="Arial" pitchFamily="34" charset="0"/>
                <a:ea typeface="DejaVu Sans"/>
                <a:cs typeface="DejaVu Sans"/>
              </a:defRPr>
            </a:lvl1pPr>
          </a:lstStyle>
          <a:p>
            <a:fld id="{F5612AE6-7168-4C0B-847A-57AB2CCD2CBF}" type="datetime1">
              <a:rPr lang="en-GB" altLang="en-US" smtClean="0"/>
              <a:t>22/01/2025</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CA0AB611-CF57-4B5F-A777-C752A9D08C69}" type="slidenum">
              <a:rPr lang="en-US" altLang="en-US"/>
              <a:pPr/>
              <a:t>‹#›</a:t>
            </a:fld>
            <a:endParaRPr lang="en-US" altLang="en-US"/>
          </a:p>
        </p:txBody>
      </p:sp>
    </p:spTree>
    <p:extLst>
      <p:ext uri="{BB962C8B-B14F-4D97-AF65-F5344CB8AC3E}">
        <p14:creationId xmlns:p14="http://schemas.microsoft.com/office/powerpoint/2010/main" val="15535039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wrap="square" numCol="1" anchorCtr="0" compatLnSpc="1">
            <a:prstTxWarp prst="textNoShape">
              <a:avLst/>
            </a:prstTxWarp>
          </a:bodyPr>
          <a:lstStyle>
            <a:lvl1pPr defTabSz="446088">
              <a:buFont typeface="Times New Roman" pitchFamily="18" charset="0"/>
              <a:buNone/>
              <a:defRPr smtClean="0">
                <a:solidFill>
                  <a:srgbClr val="898989"/>
                </a:solidFill>
                <a:latin typeface="Arial" pitchFamily="34" charset="0"/>
                <a:ea typeface="DejaVu Sans"/>
                <a:cs typeface="DejaVu Sans"/>
              </a:defRPr>
            </a:lvl1pPr>
          </a:lstStyle>
          <a:p>
            <a:fld id="{90EB3164-EE7A-45C4-9900-97C427D98D5F}" type="datetime1">
              <a:rPr lang="en-GB" altLang="en-US" smtClean="0"/>
              <a:t>22/01/2025</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28818DF5-4F7B-417F-82CD-F8C7289AF62B}" type="slidenum">
              <a:rPr lang="en-US" altLang="en-US"/>
              <a:pPr/>
              <a:t>‹#›</a:t>
            </a:fld>
            <a:endParaRPr lang="en-US" altLang="en-US"/>
          </a:p>
        </p:txBody>
      </p:sp>
    </p:spTree>
    <p:extLst>
      <p:ext uri="{BB962C8B-B14F-4D97-AF65-F5344CB8AC3E}">
        <p14:creationId xmlns:p14="http://schemas.microsoft.com/office/powerpoint/2010/main" val="15760655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582" y="4857795"/>
            <a:ext cx="9088041" cy="1501435"/>
          </a:xfrm>
        </p:spPr>
        <p:txBody>
          <a:bodyPr anchor="t"/>
          <a:lstStyle>
            <a:lvl1pPr algn="l">
              <a:defRPr sz="4600" b="1" cap="all"/>
            </a:lvl1pPr>
          </a:lstStyle>
          <a:p>
            <a:r>
              <a:rPr lang="en-GB"/>
              <a:t>Click to edit Master title style</a:t>
            </a:r>
            <a:endParaRPr lang="en-US"/>
          </a:p>
        </p:txBody>
      </p:sp>
      <p:sp>
        <p:nvSpPr>
          <p:cNvPr id="3" name="Text Placeholder 2"/>
          <p:cNvSpPr>
            <a:spLocks noGrp="1"/>
          </p:cNvSpPr>
          <p:nvPr>
            <p:ph type="body" idx="1"/>
          </p:nvPr>
        </p:nvSpPr>
        <p:spPr>
          <a:xfrm>
            <a:off x="844582" y="3204117"/>
            <a:ext cx="9088041" cy="1653678"/>
          </a:xfrm>
        </p:spPr>
        <p:txBody>
          <a:bodyPr anchor="b"/>
          <a:lstStyle>
            <a:lvl1pPr marL="0" indent="0">
              <a:buNone/>
              <a:defRPr sz="2300">
                <a:solidFill>
                  <a:schemeClr val="tx1">
                    <a:tint val="75000"/>
                  </a:schemeClr>
                </a:solidFill>
              </a:defRPr>
            </a:lvl1pPr>
            <a:lvl2pPr marL="521245" indent="0">
              <a:buNone/>
              <a:defRPr sz="2100">
                <a:solidFill>
                  <a:schemeClr val="tx1">
                    <a:tint val="75000"/>
                  </a:schemeClr>
                </a:solidFill>
              </a:defRPr>
            </a:lvl2pPr>
            <a:lvl3pPr marL="1042487" indent="0">
              <a:buNone/>
              <a:defRPr sz="1800">
                <a:solidFill>
                  <a:schemeClr val="tx1">
                    <a:tint val="75000"/>
                  </a:schemeClr>
                </a:solidFill>
              </a:defRPr>
            </a:lvl3pPr>
            <a:lvl4pPr marL="1563729" indent="0">
              <a:buNone/>
              <a:defRPr sz="1600">
                <a:solidFill>
                  <a:schemeClr val="tx1">
                    <a:tint val="75000"/>
                  </a:schemeClr>
                </a:solidFill>
              </a:defRPr>
            </a:lvl4pPr>
            <a:lvl5pPr marL="2084973" indent="0">
              <a:buNone/>
              <a:defRPr sz="1600">
                <a:solidFill>
                  <a:schemeClr val="tx1">
                    <a:tint val="75000"/>
                  </a:schemeClr>
                </a:solidFill>
              </a:defRPr>
            </a:lvl5pPr>
            <a:lvl6pPr marL="2606215" indent="0">
              <a:buNone/>
              <a:defRPr sz="1600">
                <a:solidFill>
                  <a:schemeClr val="tx1">
                    <a:tint val="75000"/>
                  </a:schemeClr>
                </a:solidFill>
              </a:defRPr>
            </a:lvl6pPr>
            <a:lvl7pPr marL="3127460" indent="0">
              <a:buNone/>
              <a:defRPr sz="1600">
                <a:solidFill>
                  <a:schemeClr val="tx1">
                    <a:tint val="75000"/>
                  </a:schemeClr>
                </a:solidFill>
              </a:defRPr>
            </a:lvl7pPr>
            <a:lvl8pPr marL="3648702" indent="0">
              <a:buNone/>
              <a:defRPr sz="1600">
                <a:solidFill>
                  <a:schemeClr val="tx1">
                    <a:tint val="75000"/>
                  </a:schemeClr>
                </a:solidFill>
              </a:defRPr>
            </a:lvl8pPr>
            <a:lvl9pPr marL="4169946"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wrap="square" numCol="1" anchorCtr="0" compatLnSpc="1">
            <a:prstTxWarp prst="textNoShape">
              <a:avLst/>
            </a:prstTxWarp>
          </a:bodyPr>
          <a:lstStyle>
            <a:lvl1pPr defTabSz="446088">
              <a:buFont typeface="Times New Roman" pitchFamily="18" charset="0"/>
              <a:buNone/>
              <a:defRPr smtClean="0">
                <a:solidFill>
                  <a:srgbClr val="898989"/>
                </a:solidFill>
                <a:latin typeface="Arial" pitchFamily="34" charset="0"/>
                <a:ea typeface="DejaVu Sans"/>
                <a:cs typeface="DejaVu Sans"/>
              </a:defRPr>
            </a:lvl1pPr>
          </a:lstStyle>
          <a:p>
            <a:fld id="{814B81F7-B1B6-4720-8367-CB70FF705542}" type="datetime1">
              <a:rPr lang="en-GB" altLang="en-US" smtClean="0"/>
              <a:t>22/01/2025</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CFFC1943-17B0-4B4E-B41B-D00A52C0A057}" type="slidenum">
              <a:rPr lang="en-US" altLang="en-US"/>
              <a:pPr/>
              <a:t>‹#›</a:t>
            </a:fld>
            <a:endParaRPr lang="en-US" altLang="en-US"/>
          </a:p>
        </p:txBody>
      </p:sp>
    </p:spTree>
    <p:extLst>
      <p:ext uri="{BB962C8B-B14F-4D97-AF65-F5344CB8AC3E}">
        <p14:creationId xmlns:p14="http://schemas.microsoft.com/office/powerpoint/2010/main" val="21353177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534592" y="1763928"/>
            <a:ext cx="4722217" cy="4989036"/>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5435005" y="1763928"/>
            <a:ext cx="4722217" cy="4989036"/>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wrap="square" numCol="1" anchorCtr="0" compatLnSpc="1">
            <a:prstTxWarp prst="textNoShape">
              <a:avLst/>
            </a:prstTxWarp>
          </a:bodyPr>
          <a:lstStyle>
            <a:lvl1pPr defTabSz="446088">
              <a:buFont typeface="Times New Roman" pitchFamily="18" charset="0"/>
              <a:buNone/>
              <a:defRPr smtClean="0">
                <a:solidFill>
                  <a:srgbClr val="898989"/>
                </a:solidFill>
                <a:latin typeface="Arial" pitchFamily="34" charset="0"/>
                <a:ea typeface="DejaVu Sans"/>
                <a:cs typeface="DejaVu Sans"/>
              </a:defRPr>
            </a:lvl1pPr>
          </a:lstStyle>
          <a:p>
            <a:fld id="{74A6A16B-2E82-4CFF-BFA8-F0AC3DF589AC}" type="datetime1">
              <a:rPr lang="en-GB" altLang="en-US" smtClean="0"/>
              <a:t>22/01/2025</a:t>
            </a:fld>
            <a:endParaRPr lang="en-US" altLang="en-US"/>
          </a:p>
        </p:txBody>
      </p:sp>
      <p:sp>
        <p:nvSpPr>
          <p:cNvPr id="6" name="Footer Placeholder 5"/>
          <p:cNvSpPr>
            <a:spLocks noGrp="1"/>
          </p:cNvSpPr>
          <p:nvPr>
            <p:ph type="ftr" sz="quarter" idx="11"/>
          </p:nvPr>
        </p:nvSpPr>
        <p:spPr/>
        <p:txBody>
          <a:bodyPr/>
          <a:lstStyle>
            <a:lvl1pPr>
              <a:defRPr/>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fld id="{4EC70C64-5FDC-43A3-94B5-9E9D475E5F74}" type="slidenum">
              <a:rPr lang="en-US" altLang="en-US"/>
              <a:pPr/>
              <a:t>‹#›</a:t>
            </a:fld>
            <a:endParaRPr lang="en-US" altLang="en-US"/>
          </a:p>
        </p:txBody>
      </p:sp>
    </p:spTree>
    <p:extLst>
      <p:ext uri="{BB962C8B-B14F-4D97-AF65-F5344CB8AC3E}">
        <p14:creationId xmlns:p14="http://schemas.microsoft.com/office/powerpoint/2010/main" val="7228057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534591" y="1692179"/>
            <a:ext cx="4724074" cy="705219"/>
          </a:xfrm>
        </p:spPr>
        <p:txBody>
          <a:bodyPr anchor="b"/>
          <a:lstStyle>
            <a:lvl1pPr marL="0" indent="0">
              <a:buNone/>
              <a:defRPr sz="2700" b="1"/>
            </a:lvl1pPr>
            <a:lvl2pPr marL="521245" indent="0">
              <a:buNone/>
              <a:defRPr sz="2300" b="1"/>
            </a:lvl2pPr>
            <a:lvl3pPr marL="1042487" indent="0">
              <a:buNone/>
              <a:defRPr sz="2100" b="1"/>
            </a:lvl3pPr>
            <a:lvl4pPr marL="1563729" indent="0">
              <a:buNone/>
              <a:defRPr sz="1800" b="1"/>
            </a:lvl4pPr>
            <a:lvl5pPr marL="2084973" indent="0">
              <a:buNone/>
              <a:defRPr sz="1800" b="1"/>
            </a:lvl5pPr>
            <a:lvl6pPr marL="2606215" indent="0">
              <a:buNone/>
              <a:defRPr sz="1800" b="1"/>
            </a:lvl6pPr>
            <a:lvl7pPr marL="3127460" indent="0">
              <a:buNone/>
              <a:defRPr sz="1800" b="1"/>
            </a:lvl7pPr>
            <a:lvl8pPr marL="3648702" indent="0">
              <a:buNone/>
              <a:defRPr sz="1800" b="1"/>
            </a:lvl8pPr>
            <a:lvl9pPr marL="4169946" indent="0">
              <a:buNone/>
              <a:defRPr sz="1800" b="1"/>
            </a:lvl9pPr>
          </a:lstStyle>
          <a:p>
            <a:pPr lvl="0"/>
            <a:r>
              <a:rPr lang="en-GB"/>
              <a:t>Click to edit Master text styles</a:t>
            </a:r>
          </a:p>
        </p:txBody>
      </p:sp>
      <p:sp>
        <p:nvSpPr>
          <p:cNvPr id="4" name="Content Placeholder 3"/>
          <p:cNvSpPr>
            <a:spLocks noGrp="1"/>
          </p:cNvSpPr>
          <p:nvPr>
            <p:ph sz="half" idx="2"/>
          </p:nvPr>
        </p:nvSpPr>
        <p:spPr>
          <a:xfrm>
            <a:off x="534591" y="2397397"/>
            <a:ext cx="4724074" cy="4355563"/>
          </a:xfrm>
        </p:spPr>
        <p:txBody>
          <a:bodyPr/>
          <a:lstStyle>
            <a:lvl1pPr>
              <a:defRPr sz="2700"/>
            </a:lvl1pPr>
            <a:lvl2pPr>
              <a:defRPr sz="23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5431293" y="1692179"/>
            <a:ext cx="4725930" cy="705219"/>
          </a:xfrm>
        </p:spPr>
        <p:txBody>
          <a:bodyPr anchor="b"/>
          <a:lstStyle>
            <a:lvl1pPr marL="0" indent="0">
              <a:buNone/>
              <a:defRPr sz="2700" b="1"/>
            </a:lvl1pPr>
            <a:lvl2pPr marL="521245" indent="0">
              <a:buNone/>
              <a:defRPr sz="2300" b="1"/>
            </a:lvl2pPr>
            <a:lvl3pPr marL="1042487" indent="0">
              <a:buNone/>
              <a:defRPr sz="2100" b="1"/>
            </a:lvl3pPr>
            <a:lvl4pPr marL="1563729" indent="0">
              <a:buNone/>
              <a:defRPr sz="1800" b="1"/>
            </a:lvl4pPr>
            <a:lvl5pPr marL="2084973" indent="0">
              <a:buNone/>
              <a:defRPr sz="1800" b="1"/>
            </a:lvl5pPr>
            <a:lvl6pPr marL="2606215" indent="0">
              <a:buNone/>
              <a:defRPr sz="1800" b="1"/>
            </a:lvl6pPr>
            <a:lvl7pPr marL="3127460" indent="0">
              <a:buNone/>
              <a:defRPr sz="1800" b="1"/>
            </a:lvl7pPr>
            <a:lvl8pPr marL="3648702" indent="0">
              <a:buNone/>
              <a:defRPr sz="1800" b="1"/>
            </a:lvl8pPr>
            <a:lvl9pPr marL="4169946" indent="0">
              <a:buNone/>
              <a:defRPr sz="1800" b="1"/>
            </a:lvl9pPr>
          </a:lstStyle>
          <a:p>
            <a:pPr lvl="0"/>
            <a:r>
              <a:rPr lang="en-GB"/>
              <a:t>Click to edit Master text styles</a:t>
            </a:r>
          </a:p>
        </p:txBody>
      </p:sp>
      <p:sp>
        <p:nvSpPr>
          <p:cNvPr id="6" name="Content Placeholder 5"/>
          <p:cNvSpPr>
            <a:spLocks noGrp="1"/>
          </p:cNvSpPr>
          <p:nvPr>
            <p:ph sz="quarter" idx="4"/>
          </p:nvPr>
        </p:nvSpPr>
        <p:spPr>
          <a:xfrm>
            <a:off x="5431293" y="2397397"/>
            <a:ext cx="4725930" cy="4355563"/>
          </a:xfrm>
        </p:spPr>
        <p:txBody>
          <a:bodyPr/>
          <a:lstStyle>
            <a:lvl1pPr>
              <a:defRPr sz="2700"/>
            </a:lvl1pPr>
            <a:lvl2pPr>
              <a:defRPr sz="23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wrap="square" numCol="1" anchorCtr="0" compatLnSpc="1">
            <a:prstTxWarp prst="textNoShape">
              <a:avLst/>
            </a:prstTxWarp>
          </a:bodyPr>
          <a:lstStyle>
            <a:lvl1pPr defTabSz="446088">
              <a:buFont typeface="Times New Roman" pitchFamily="18" charset="0"/>
              <a:buNone/>
              <a:defRPr smtClean="0">
                <a:solidFill>
                  <a:srgbClr val="898989"/>
                </a:solidFill>
                <a:latin typeface="Arial" pitchFamily="34" charset="0"/>
                <a:ea typeface="DejaVu Sans"/>
                <a:cs typeface="DejaVu Sans"/>
              </a:defRPr>
            </a:lvl1pPr>
          </a:lstStyle>
          <a:p>
            <a:fld id="{6AFA54BB-B942-4482-BCA5-19F0CE796431}" type="datetime1">
              <a:rPr lang="en-GB" altLang="en-US" smtClean="0"/>
              <a:t>22/01/2025</a:t>
            </a:fld>
            <a:endParaRPr lang="en-US" altLang="en-US"/>
          </a:p>
        </p:txBody>
      </p:sp>
      <p:sp>
        <p:nvSpPr>
          <p:cNvPr id="8" name="Footer Placeholder 7"/>
          <p:cNvSpPr>
            <a:spLocks noGrp="1"/>
          </p:cNvSpPr>
          <p:nvPr>
            <p:ph type="ftr" sz="quarter" idx="11"/>
          </p:nvPr>
        </p:nvSpPr>
        <p:spPr/>
        <p:txBody>
          <a:bodyPr/>
          <a:lstStyle>
            <a:lvl1pPr>
              <a:defRPr/>
            </a:lvl1pPr>
          </a:lstStyle>
          <a:p>
            <a:pPr>
              <a:defRPr/>
            </a:pPr>
            <a:endParaRPr lang="en-US"/>
          </a:p>
        </p:txBody>
      </p:sp>
      <p:sp>
        <p:nvSpPr>
          <p:cNvPr id="9" name="Slide Number Placeholder 8"/>
          <p:cNvSpPr>
            <a:spLocks noGrp="1"/>
          </p:cNvSpPr>
          <p:nvPr>
            <p:ph type="sldNum" sz="quarter" idx="12"/>
          </p:nvPr>
        </p:nvSpPr>
        <p:spPr/>
        <p:txBody>
          <a:bodyPr/>
          <a:lstStyle>
            <a:lvl1pPr>
              <a:defRPr/>
            </a:lvl1pPr>
          </a:lstStyle>
          <a:p>
            <a:fld id="{ECA32CA0-4696-498B-8379-AC909F8B79F4}" type="slidenum">
              <a:rPr lang="en-US" altLang="en-US"/>
              <a:pPr/>
              <a:t>‹#›</a:t>
            </a:fld>
            <a:endParaRPr lang="en-US" altLang="en-US"/>
          </a:p>
        </p:txBody>
      </p:sp>
    </p:spTree>
    <p:extLst>
      <p:ext uri="{BB962C8B-B14F-4D97-AF65-F5344CB8AC3E}">
        <p14:creationId xmlns:p14="http://schemas.microsoft.com/office/powerpoint/2010/main" val="19117149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wrap="square" numCol="1" anchorCtr="0" compatLnSpc="1">
            <a:prstTxWarp prst="textNoShape">
              <a:avLst/>
            </a:prstTxWarp>
          </a:bodyPr>
          <a:lstStyle>
            <a:lvl1pPr defTabSz="446088">
              <a:buFont typeface="Times New Roman" pitchFamily="18" charset="0"/>
              <a:buNone/>
              <a:defRPr smtClean="0">
                <a:solidFill>
                  <a:srgbClr val="898989"/>
                </a:solidFill>
                <a:latin typeface="Arial" pitchFamily="34" charset="0"/>
                <a:ea typeface="DejaVu Sans"/>
                <a:cs typeface="DejaVu Sans"/>
              </a:defRPr>
            </a:lvl1pPr>
          </a:lstStyle>
          <a:p>
            <a:fld id="{99967B26-9529-42D6-AB32-22DD92B6DABE}" type="datetime1">
              <a:rPr lang="en-GB" altLang="en-US" smtClean="0"/>
              <a:t>22/01/2025</a:t>
            </a:fld>
            <a:endParaRPr lang="en-US" altLang="en-US"/>
          </a:p>
        </p:txBody>
      </p:sp>
      <p:sp>
        <p:nvSpPr>
          <p:cNvPr id="4" name="Footer Placeholder 3"/>
          <p:cNvSpPr>
            <a:spLocks noGrp="1"/>
          </p:cNvSpPr>
          <p:nvPr>
            <p:ph type="ftr" sz="quarter" idx="11"/>
          </p:nvPr>
        </p:nvSpPr>
        <p:spPr/>
        <p:txBody>
          <a:bodyPr/>
          <a:lstStyle>
            <a:lvl1pPr>
              <a:defRPr/>
            </a:lvl1pPr>
          </a:lstStyle>
          <a:p>
            <a:pPr>
              <a:defRPr/>
            </a:pPr>
            <a:endParaRPr lang="en-US"/>
          </a:p>
        </p:txBody>
      </p:sp>
      <p:sp>
        <p:nvSpPr>
          <p:cNvPr id="5" name="Slide Number Placeholder 4"/>
          <p:cNvSpPr>
            <a:spLocks noGrp="1"/>
          </p:cNvSpPr>
          <p:nvPr>
            <p:ph type="sldNum" sz="quarter" idx="12"/>
          </p:nvPr>
        </p:nvSpPr>
        <p:spPr/>
        <p:txBody>
          <a:bodyPr/>
          <a:lstStyle>
            <a:lvl1pPr>
              <a:defRPr/>
            </a:lvl1pPr>
          </a:lstStyle>
          <a:p>
            <a:fld id="{2267C6C0-BBAA-45F9-A350-ED90A75F14D9}" type="slidenum">
              <a:rPr lang="en-US" altLang="en-US"/>
              <a:pPr/>
              <a:t>‹#›</a:t>
            </a:fld>
            <a:endParaRPr lang="en-US" altLang="en-US"/>
          </a:p>
        </p:txBody>
      </p:sp>
    </p:spTree>
    <p:extLst>
      <p:ext uri="{BB962C8B-B14F-4D97-AF65-F5344CB8AC3E}">
        <p14:creationId xmlns:p14="http://schemas.microsoft.com/office/powerpoint/2010/main" val="20336637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wrap="square" numCol="1" anchorCtr="0" compatLnSpc="1">
            <a:prstTxWarp prst="textNoShape">
              <a:avLst/>
            </a:prstTxWarp>
          </a:bodyPr>
          <a:lstStyle>
            <a:lvl1pPr defTabSz="446088">
              <a:buFont typeface="Times New Roman" pitchFamily="18" charset="0"/>
              <a:buNone/>
              <a:defRPr smtClean="0">
                <a:solidFill>
                  <a:srgbClr val="898989"/>
                </a:solidFill>
                <a:latin typeface="Arial" pitchFamily="34" charset="0"/>
                <a:ea typeface="DejaVu Sans"/>
                <a:cs typeface="DejaVu Sans"/>
              </a:defRPr>
            </a:lvl1pPr>
          </a:lstStyle>
          <a:p>
            <a:fld id="{C9426B15-938F-49AE-80B3-44A30C417076}" type="datetime1">
              <a:rPr lang="en-GB" altLang="en-US" smtClean="0"/>
              <a:t>22/01/2025</a:t>
            </a:fld>
            <a:endParaRPr lang="en-US" altLang="en-US"/>
          </a:p>
        </p:txBody>
      </p:sp>
      <p:sp>
        <p:nvSpPr>
          <p:cNvPr id="3" name="Footer Placeholder 2"/>
          <p:cNvSpPr>
            <a:spLocks noGrp="1"/>
          </p:cNvSpPr>
          <p:nvPr>
            <p:ph type="ftr" sz="quarter" idx="11"/>
          </p:nvPr>
        </p:nvSpPr>
        <p:spPr/>
        <p:txBody>
          <a:bodyPr/>
          <a:lstStyle>
            <a:lvl1pPr>
              <a:defRPr/>
            </a:lvl1pPr>
          </a:lstStyle>
          <a:p>
            <a:pPr>
              <a:defRPr/>
            </a:pPr>
            <a:endParaRPr lang="en-US"/>
          </a:p>
        </p:txBody>
      </p:sp>
      <p:sp>
        <p:nvSpPr>
          <p:cNvPr id="4" name="Slide Number Placeholder 3"/>
          <p:cNvSpPr>
            <a:spLocks noGrp="1"/>
          </p:cNvSpPr>
          <p:nvPr>
            <p:ph type="sldNum" sz="quarter" idx="12"/>
          </p:nvPr>
        </p:nvSpPr>
        <p:spPr/>
        <p:txBody>
          <a:bodyPr/>
          <a:lstStyle>
            <a:lvl1pPr>
              <a:defRPr/>
            </a:lvl1pPr>
          </a:lstStyle>
          <a:p>
            <a:fld id="{D9CECC70-EF8E-49D1-8121-60AA7FC59617}" type="slidenum">
              <a:rPr lang="en-US" altLang="en-US"/>
              <a:pPr/>
              <a:t>‹#›</a:t>
            </a:fld>
            <a:endParaRPr lang="en-US" altLang="en-US"/>
          </a:p>
        </p:txBody>
      </p:sp>
    </p:spTree>
    <p:extLst>
      <p:ext uri="{BB962C8B-B14F-4D97-AF65-F5344CB8AC3E}">
        <p14:creationId xmlns:p14="http://schemas.microsoft.com/office/powerpoint/2010/main" val="416802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4595" y="300987"/>
            <a:ext cx="3517533" cy="1280945"/>
          </a:xfrm>
        </p:spPr>
        <p:txBody>
          <a:bodyPr anchor="b"/>
          <a:lstStyle>
            <a:lvl1pPr algn="l">
              <a:defRPr sz="2300" b="1"/>
            </a:lvl1pPr>
          </a:lstStyle>
          <a:p>
            <a:r>
              <a:rPr lang="en-GB"/>
              <a:t>Click to edit Master title style</a:t>
            </a:r>
            <a:endParaRPr lang="en-US"/>
          </a:p>
        </p:txBody>
      </p:sp>
      <p:sp>
        <p:nvSpPr>
          <p:cNvPr id="3" name="Content Placeholder 2"/>
          <p:cNvSpPr>
            <a:spLocks noGrp="1"/>
          </p:cNvSpPr>
          <p:nvPr>
            <p:ph idx="1"/>
          </p:nvPr>
        </p:nvSpPr>
        <p:spPr>
          <a:xfrm>
            <a:off x="4180202" y="300991"/>
            <a:ext cx="5977020" cy="6451973"/>
          </a:xfrm>
        </p:spPr>
        <p:txBody>
          <a:bodyPr/>
          <a:lstStyle>
            <a:lvl1pPr>
              <a:defRPr sz="3600"/>
            </a:lvl1pPr>
            <a:lvl2pPr>
              <a:defRPr sz="3200"/>
            </a:lvl2pPr>
            <a:lvl3pPr>
              <a:defRPr sz="2700"/>
            </a:lvl3pPr>
            <a:lvl4pPr>
              <a:defRPr sz="2300"/>
            </a:lvl4pPr>
            <a:lvl5pPr>
              <a:defRPr sz="2300"/>
            </a:lvl5pPr>
            <a:lvl6pPr>
              <a:defRPr sz="2300"/>
            </a:lvl6pPr>
            <a:lvl7pPr>
              <a:defRPr sz="2300"/>
            </a:lvl7pPr>
            <a:lvl8pPr>
              <a:defRPr sz="2300"/>
            </a:lvl8pPr>
            <a:lvl9pPr>
              <a:defRPr sz="23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534595" y="1581936"/>
            <a:ext cx="3517533" cy="5171028"/>
          </a:xfrm>
        </p:spPr>
        <p:txBody>
          <a:bodyPr/>
          <a:lstStyle>
            <a:lvl1pPr marL="0" indent="0">
              <a:buNone/>
              <a:defRPr sz="1600"/>
            </a:lvl1pPr>
            <a:lvl2pPr marL="521245" indent="0">
              <a:buNone/>
              <a:defRPr sz="1400"/>
            </a:lvl2pPr>
            <a:lvl3pPr marL="1042487" indent="0">
              <a:buNone/>
              <a:defRPr sz="1100"/>
            </a:lvl3pPr>
            <a:lvl4pPr marL="1563729" indent="0">
              <a:buNone/>
              <a:defRPr sz="1000"/>
            </a:lvl4pPr>
            <a:lvl5pPr marL="2084973" indent="0">
              <a:buNone/>
              <a:defRPr sz="1000"/>
            </a:lvl5pPr>
            <a:lvl6pPr marL="2606215" indent="0">
              <a:buNone/>
              <a:defRPr sz="1000"/>
            </a:lvl6pPr>
            <a:lvl7pPr marL="3127460" indent="0">
              <a:buNone/>
              <a:defRPr sz="1000"/>
            </a:lvl7pPr>
            <a:lvl8pPr marL="3648702" indent="0">
              <a:buNone/>
              <a:defRPr sz="1000"/>
            </a:lvl8pPr>
            <a:lvl9pPr marL="4169946"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wrap="square" numCol="1" anchorCtr="0" compatLnSpc="1">
            <a:prstTxWarp prst="textNoShape">
              <a:avLst/>
            </a:prstTxWarp>
          </a:bodyPr>
          <a:lstStyle>
            <a:lvl1pPr defTabSz="446088">
              <a:buFont typeface="Times New Roman" pitchFamily="18" charset="0"/>
              <a:buNone/>
              <a:defRPr smtClean="0">
                <a:solidFill>
                  <a:srgbClr val="898989"/>
                </a:solidFill>
                <a:latin typeface="Arial" pitchFamily="34" charset="0"/>
                <a:ea typeface="DejaVu Sans"/>
                <a:cs typeface="DejaVu Sans"/>
              </a:defRPr>
            </a:lvl1pPr>
          </a:lstStyle>
          <a:p>
            <a:fld id="{27960752-B517-4A40-B4EB-CD22E35CC4C4}" type="datetime1">
              <a:rPr lang="en-GB" altLang="en-US" smtClean="0"/>
              <a:t>22/01/2025</a:t>
            </a:fld>
            <a:endParaRPr lang="en-US" altLang="en-US"/>
          </a:p>
        </p:txBody>
      </p:sp>
      <p:sp>
        <p:nvSpPr>
          <p:cNvPr id="6" name="Footer Placeholder 5"/>
          <p:cNvSpPr>
            <a:spLocks noGrp="1"/>
          </p:cNvSpPr>
          <p:nvPr>
            <p:ph type="ftr" sz="quarter" idx="11"/>
          </p:nvPr>
        </p:nvSpPr>
        <p:spPr/>
        <p:txBody>
          <a:bodyPr/>
          <a:lstStyle>
            <a:lvl1pPr>
              <a:defRPr/>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fld id="{130EAD80-7C9C-4575-80F6-C34E08BBB778}" type="slidenum">
              <a:rPr lang="en-US" altLang="en-US"/>
              <a:pPr/>
              <a:t>‹#›</a:t>
            </a:fld>
            <a:endParaRPr lang="en-US" altLang="en-US"/>
          </a:p>
        </p:txBody>
      </p:sp>
    </p:spTree>
    <p:extLst>
      <p:ext uri="{BB962C8B-B14F-4D97-AF65-F5344CB8AC3E}">
        <p14:creationId xmlns:p14="http://schemas.microsoft.com/office/powerpoint/2010/main" val="38474386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95670" y="5291772"/>
            <a:ext cx="6415088" cy="624724"/>
          </a:xfrm>
        </p:spPr>
        <p:txBody>
          <a:bodyPr anchor="b"/>
          <a:lstStyle>
            <a:lvl1pPr algn="l">
              <a:defRPr sz="2300" b="1"/>
            </a:lvl1pPr>
          </a:lstStyle>
          <a:p>
            <a:r>
              <a:rPr lang="en-GB"/>
              <a:t>Click to edit Master title style</a:t>
            </a:r>
            <a:endParaRPr lang="en-US"/>
          </a:p>
        </p:txBody>
      </p:sp>
      <p:sp>
        <p:nvSpPr>
          <p:cNvPr id="3" name="Picture Placeholder 2"/>
          <p:cNvSpPr>
            <a:spLocks noGrp="1"/>
          </p:cNvSpPr>
          <p:nvPr>
            <p:ph type="pic" idx="1"/>
          </p:nvPr>
        </p:nvSpPr>
        <p:spPr>
          <a:xfrm>
            <a:off x="2095670" y="675471"/>
            <a:ext cx="6415088" cy="4535805"/>
          </a:xfrm>
        </p:spPr>
        <p:txBody>
          <a:bodyPr rtlCol="0">
            <a:normAutofit/>
          </a:bodyPr>
          <a:lstStyle>
            <a:lvl1pPr marL="0" indent="0">
              <a:buNone/>
              <a:defRPr sz="3600"/>
            </a:lvl1pPr>
            <a:lvl2pPr marL="521245" indent="0">
              <a:buNone/>
              <a:defRPr sz="3200"/>
            </a:lvl2pPr>
            <a:lvl3pPr marL="1042487" indent="0">
              <a:buNone/>
              <a:defRPr sz="2700"/>
            </a:lvl3pPr>
            <a:lvl4pPr marL="1563729" indent="0">
              <a:buNone/>
              <a:defRPr sz="2300"/>
            </a:lvl4pPr>
            <a:lvl5pPr marL="2084973" indent="0">
              <a:buNone/>
              <a:defRPr sz="2300"/>
            </a:lvl5pPr>
            <a:lvl6pPr marL="2606215" indent="0">
              <a:buNone/>
              <a:defRPr sz="2300"/>
            </a:lvl6pPr>
            <a:lvl7pPr marL="3127460" indent="0">
              <a:buNone/>
              <a:defRPr sz="2300"/>
            </a:lvl7pPr>
            <a:lvl8pPr marL="3648702" indent="0">
              <a:buNone/>
              <a:defRPr sz="2300"/>
            </a:lvl8pPr>
            <a:lvl9pPr marL="4169946" indent="0">
              <a:buNone/>
              <a:defRPr sz="2300"/>
            </a:lvl9pPr>
          </a:lstStyle>
          <a:p>
            <a:pPr lvl="0"/>
            <a:endParaRPr lang="en-US" noProof="0"/>
          </a:p>
        </p:txBody>
      </p:sp>
      <p:sp>
        <p:nvSpPr>
          <p:cNvPr id="4" name="Text Placeholder 3"/>
          <p:cNvSpPr>
            <a:spLocks noGrp="1"/>
          </p:cNvSpPr>
          <p:nvPr>
            <p:ph type="body" sz="half" idx="2"/>
          </p:nvPr>
        </p:nvSpPr>
        <p:spPr>
          <a:xfrm>
            <a:off x="2095670" y="5916496"/>
            <a:ext cx="6415088" cy="887211"/>
          </a:xfrm>
        </p:spPr>
        <p:txBody>
          <a:bodyPr/>
          <a:lstStyle>
            <a:lvl1pPr marL="0" indent="0">
              <a:buNone/>
              <a:defRPr sz="1600"/>
            </a:lvl1pPr>
            <a:lvl2pPr marL="521245" indent="0">
              <a:buNone/>
              <a:defRPr sz="1400"/>
            </a:lvl2pPr>
            <a:lvl3pPr marL="1042487" indent="0">
              <a:buNone/>
              <a:defRPr sz="1100"/>
            </a:lvl3pPr>
            <a:lvl4pPr marL="1563729" indent="0">
              <a:buNone/>
              <a:defRPr sz="1000"/>
            </a:lvl4pPr>
            <a:lvl5pPr marL="2084973" indent="0">
              <a:buNone/>
              <a:defRPr sz="1000"/>
            </a:lvl5pPr>
            <a:lvl6pPr marL="2606215" indent="0">
              <a:buNone/>
              <a:defRPr sz="1000"/>
            </a:lvl6pPr>
            <a:lvl7pPr marL="3127460" indent="0">
              <a:buNone/>
              <a:defRPr sz="1000"/>
            </a:lvl7pPr>
            <a:lvl8pPr marL="3648702" indent="0">
              <a:buNone/>
              <a:defRPr sz="1000"/>
            </a:lvl8pPr>
            <a:lvl9pPr marL="4169946"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wrap="square" numCol="1" anchorCtr="0" compatLnSpc="1">
            <a:prstTxWarp prst="textNoShape">
              <a:avLst/>
            </a:prstTxWarp>
          </a:bodyPr>
          <a:lstStyle>
            <a:lvl1pPr defTabSz="446088">
              <a:buFont typeface="Times New Roman" pitchFamily="18" charset="0"/>
              <a:buNone/>
              <a:defRPr smtClean="0">
                <a:solidFill>
                  <a:srgbClr val="898989"/>
                </a:solidFill>
                <a:latin typeface="Arial" pitchFamily="34" charset="0"/>
                <a:ea typeface="DejaVu Sans"/>
                <a:cs typeface="DejaVu Sans"/>
              </a:defRPr>
            </a:lvl1pPr>
          </a:lstStyle>
          <a:p>
            <a:fld id="{E1BBC968-31FF-4538-97B7-F070E3F4878E}" type="datetime1">
              <a:rPr lang="en-GB" altLang="en-US" smtClean="0"/>
              <a:t>22/01/2025</a:t>
            </a:fld>
            <a:endParaRPr lang="en-US" altLang="en-US"/>
          </a:p>
        </p:txBody>
      </p:sp>
      <p:sp>
        <p:nvSpPr>
          <p:cNvPr id="6" name="Footer Placeholder 5"/>
          <p:cNvSpPr>
            <a:spLocks noGrp="1"/>
          </p:cNvSpPr>
          <p:nvPr>
            <p:ph type="ftr" sz="quarter" idx="11"/>
          </p:nvPr>
        </p:nvSpPr>
        <p:spPr/>
        <p:txBody>
          <a:bodyPr/>
          <a:lstStyle>
            <a:lvl1pPr>
              <a:defRPr/>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fld id="{3321A9C6-A15C-4D04-A540-10019E5550A0}" type="slidenum">
              <a:rPr lang="en-US" altLang="en-US"/>
              <a:pPr/>
              <a:t>‹#›</a:t>
            </a:fld>
            <a:endParaRPr lang="en-US" altLang="en-US"/>
          </a:p>
        </p:txBody>
      </p:sp>
    </p:spTree>
    <p:extLst>
      <p:ext uri="{BB962C8B-B14F-4D97-AF65-F5344CB8AC3E}">
        <p14:creationId xmlns:p14="http://schemas.microsoft.com/office/powerpoint/2010/main" val="36548912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wrap="square" numCol="1" anchorCtr="0" compatLnSpc="1">
            <a:prstTxWarp prst="textNoShape">
              <a:avLst/>
            </a:prstTxWarp>
          </a:bodyPr>
          <a:lstStyle>
            <a:lvl1pPr defTabSz="446088">
              <a:buFont typeface="Times New Roman" pitchFamily="18" charset="0"/>
              <a:buNone/>
              <a:defRPr smtClean="0">
                <a:solidFill>
                  <a:srgbClr val="898989"/>
                </a:solidFill>
                <a:latin typeface="Arial" pitchFamily="34" charset="0"/>
                <a:ea typeface="DejaVu Sans"/>
                <a:cs typeface="DejaVu Sans"/>
              </a:defRPr>
            </a:lvl1pPr>
          </a:lstStyle>
          <a:p>
            <a:fld id="{E5286D9F-5949-461C-A438-A28D68BADB05}" type="datetime1">
              <a:rPr lang="en-GB" altLang="en-US" smtClean="0"/>
              <a:t>22/01/2025</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B24F0C44-38B1-4E66-B717-04C611FA0879}" type="slidenum">
              <a:rPr lang="en-US" altLang="en-US"/>
              <a:pPr/>
              <a:t>‹#›</a:t>
            </a:fld>
            <a:endParaRPr lang="en-US" altLang="en-US"/>
          </a:p>
        </p:txBody>
      </p:sp>
    </p:spTree>
    <p:extLst>
      <p:ext uri="{BB962C8B-B14F-4D97-AF65-F5344CB8AC3E}">
        <p14:creationId xmlns:p14="http://schemas.microsoft.com/office/powerpoint/2010/main" val="40050727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751564" y="302741"/>
            <a:ext cx="2405658" cy="6450223"/>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534593" y="302741"/>
            <a:ext cx="7038777" cy="6450223"/>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wrap="square" numCol="1" anchorCtr="0" compatLnSpc="1">
            <a:prstTxWarp prst="textNoShape">
              <a:avLst/>
            </a:prstTxWarp>
          </a:bodyPr>
          <a:lstStyle>
            <a:lvl1pPr defTabSz="446088">
              <a:buFont typeface="Times New Roman" pitchFamily="18" charset="0"/>
              <a:buNone/>
              <a:defRPr smtClean="0">
                <a:solidFill>
                  <a:srgbClr val="898989"/>
                </a:solidFill>
                <a:latin typeface="Arial" pitchFamily="34" charset="0"/>
                <a:ea typeface="DejaVu Sans"/>
                <a:cs typeface="DejaVu Sans"/>
              </a:defRPr>
            </a:lvl1pPr>
          </a:lstStyle>
          <a:p>
            <a:fld id="{A0DC4971-FF2E-42EE-8304-16510347E389}" type="datetime1">
              <a:rPr lang="en-GB" altLang="en-US" smtClean="0"/>
              <a:t>22/01/2025</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4A467568-2616-4CD6-B6CB-DF0B624A7D40}" type="slidenum">
              <a:rPr lang="en-US" altLang="en-US"/>
              <a:pPr/>
              <a:t>‹#›</a:t>
            </a:fld>
            <a:endParaRPr lang="en-US" altLang="en-US"/>
          </a:p>
        </p:txBody>
      </p:sp>
    </p:spTree>
    <p:extLst>
      <p:ext uri="{BB962C8B-B14F-4D97-AF65-F5344CB8AC3E}">
        <p14:creationId xmlns:p14="http://schemas.microsoft.com/office/powerpoint/2010/main" val="3078179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3906" name="Title Placeholder 1"/>
          <p:cNvSpPr>
            <a:spLocks noGrp="1"/>
          </p:cNvSpPr>
          <p:nvPr>
            <p:ph type="title"/>
          </p:nvPr>
        </p:nvSpPr>
        <p:spPr bwMode="auto">
          <a:xfrm>
            <a:off x="534988" y="303213"/>
            <a:ext cx="9621837" cy="125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3966" tIns="51981" rIns="103966" bIns="51981" numCol="1" anchor="ctr" anchorCtr="0" compatLnSpc="1">
            <a:prstTxWarp prst="textNoShape">
              <a:avLst/>
            </a:prstTxWarp>
          </a:bodyPr>
          <a:lstStyle/>
          <a:p>
            <a:pPr lvl="0"/>
            <a:r>
              <a:rPr lang="en-GB" altLang="en-US"/>
              <a:t>Click to edit Master title style</a:t>
            </a:r>
            <a:endParaRPr lang="en-US" altLang="en-US"/>
          </a:p>
        </p:txBody>
      </p:sp>
      <p:sp>
        <p:nvSpPr>
          <p:cNvPr id="123907" name="Text Placeholder 2"/>
          <p:cNvSpPr>
            <a:spLocks noGrp="1"/>
          </p:cNvSpPr>
          <p:nvPr>
            <p:ph type="body" idx="1"/>
          </p:nvPr>
        </p:nvSpPr>
        <p:spPr bwMode="auto">
          <a:xfrm>
            <a:off x="534988" y="1763713"/>
            <a:ext cx="9621837" cy="4989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3966" tIns="51981" rIns="103966" bIns="51981"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endParaRPr lang="en-US" altLang="en-US"/>
          </a:p>
        </p:txBody>
      </p:sp>
      <p:sp>
        <p:nvSpPr>
          <p:cNvPr id="4" name="Date Placeholder 3"/>
          <p:cNvSpPr>
            <a:spLocks noGrp="1"/>
          </p:cNvSpPr>
          <p:nvPr>
            <p:ph type="dt" sz="half" idx="2"/>
          </p:nvPr>
        </p:nvSpPr>
        <p:spPr>
          <a:xfrm>
            <a:off x="534988" y="7007225"/>
            <a:ext cx="2493962" cy="401638"/>
          </a:xfrm>
          <a:prstGeom prst="rect">
            <a:avLst/>
          </a:prstGeom>
        </p:spPr>
        <p:txBody>
          <a:bodyPr vert="horz" wrap="square" lIns="103966" tIns="51981" rIns="103966" bIns="51981" numCol="1" anchor="ctr" anchorCtr="0" compatLnSpc="1">
            <a:prstTxWarp prst="textNoShape">
              <a:avLst/>
            </a:prstTxWarp>
          </a:bodyPr>
          <a:lstStyle>
            <a:lvl1pPr>
              <a:defRPr sz="1400">
                <a:solidFill>
                  <a:srgbClr val="898989"/>
                </a:solidFill>
              </a:defRPr>
            </a:lvl1pPr>
          </a:lstStyle>
          <a:p>
            <a:fld id="{DE024BF9-2E58-4700-ADAD-51149577A660}" type="datetime1">
              <a:rPr lang="en-GB" altLang="en-US" smtClean="0"/>
              <a:t>22/01/2025</a:t>
            </a:fld>
            <a:endParaRPr lang="en-US" altLang="en-US"/>
          </a:p>
        </p:txBody>
      </p:sp>
      <p:sp>
        <p:nvSpPr>
          <p:cNvPr id="5" name="Footer Placeholder 4"/>
          <p:cNvSpPr>
            <a:spLocks noGrp="1"/>
          </p:cNvSpPr>
          <p:nvPr>
            <p:ph type="ftr" sz="quarter" idx="3"/>
          </p:nvPr>
        </p:nvSpPr>
        <p:spPr>
          <a:xfrm>
            <a:off x="3652838" y="7007225"/>
            <a:ext cx="3386137" cy="401638"/>
          </a:xfrm>
          <a:prstGeom prst="rect">
            <a:avLst/>
          </a:prstGeom>
        </p:spPr>
        <p:txBody>
          <a:bodyPr vert="horz" lIns="103966" tIns="51981" rIns="103966" bIns="51981" rtlCol="0" anchor="ctr"/>
          <a:lstStyle>
            <a:lvl1pPr algn="ctr" defTabSz="446600">
              <a:buFont typeface="Times New Roman" charset="0"/>
              <a:buNone/>
              <a:defRPr sz="1400">
                <a:solidFill>
                  <a:schemeClr val="tx1">
                    <a:tint val="75000"/>
                  </a:schemeClr>
                </a:solidFill>
                <a:latin typeface="Arial" charset="0"/>
                <a:ea typeface="DejaVu Sans" charset="0"/>
                <a:cs typeface="DejaVu Sans" charset="0"/>
              </a:defRPr>
            </a:lvl1pPr>
          </a:lstStyle>
          <a:p>
            <a:pPr>
              <a:defRPr/>
            </a:pPr>
            <a:endParaRPr lang="en-US"/>
          </a:p>
        </p:txBody>
      </p:sp>
      <p:sp>
        <p:nvSpPr>
          <p:cNvPr id="6" name="Slide Number Placeholder 5"/>
          <p:cNvSpPr>
            <a:spLocks noGrp="1"/>
          </p:cNvSpPr>
          <p:nvPr>
            <p:ph type="sldNum" sz="quarter" idx="4"/>
          </p:nvPr>
        </p:nvSpPr>
        <p:spPr>
          <a:xfrm>
            <a:off x="7662863" y="7007225"/>
            <a:ext cx="2493962" cy="401638"/>
          </a:xfrm>
          <a:prstGeom prst="rect">
            <a:avLst/>
          </a:prstGeom>
        </p:spPr>
        <p:txBody>
          <a:bodyPr vert="horz" wrap="square" lIns="103966" tIns="51981" rIns="103966" bIns="51981" numCol="1" anchor="ctr" anchorCtr="0" compatLnSpc="1">
            <a:prstTxWarp prst="textNoShape">
              <a:avLst/>
            </a:prstTxWarp>
          </a:bodyPr>
          <a:lstStyle>
            <a:lvl1pPr algn="r">
              <a:defRPr sz="1400">
                <a:solidFill>
                  <a:srgbClr val="898989"/>
                </a:solidFill>
              </a:defRPr>
            </a:lvl1pPr>
          </a:lstStyle>
          <a:p>
            <a:fld id="{1370A655-9B46-4838-8EB2-F97BE288038C}"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132" r:id="rId1"/>
    <p:sldLayoutId id="2147484133" r:id="rId2"/>
    <p:sldLayoutId id="2147484134" r:id="rId3"/>
    <p:sldLayoutId id="2147484135" r:id="rId4"/>
    <p:sldLayoutId id="2147484136" r:id="rId5"/>
    <p:sldLayoutId id="2147484137" r:id="rId6"/>
    <p:sldLayoutId id="2147484138" r:id="rId7"/>
    <p:sldLayoutId id="2147484139" r:id="rId8"/>
    <p:sldLayoutId id="2147484140" r:id="rId9"/>
    <p:sldLayoutId id="2147484141" r:id="rId10"/>
    <p:sldLayoutId id="2147484142" r:id="rId11"/>
    <p:sldLayoutId id="2147484143" r:id="rId12"/>
  </p:sldLayoutIdLst>
  <p:hf sldNum="0" hdr="0" ftr="0"/>
  <p:txStyles>
    <p:titleStyle>
      <a:lvl1pPr algn="ctr" defTabSz="519113" rtl="0" eaLnBrk="0" fontAlgn="base" hangingPunct="0">
        <a:spcBef>
          <a:spcPct val="0"/>
        </a:spcBef>
        <a:spcAft>
          <a:spcPct val="0"/>
        </a:spcAft>
        <a:defRPr sz="5000" kern="1200">
          <a:solidFill>
            <a:schemeClr val="tx1"/>
          </a:solidFill>
          <a:latin typeface="+mj-lt"/>
          <a:ea typeface="MS PGothic" pitchFamily="34" charset="-128"/>
          <a:cs typeface="ＭＳ Ｐゴシック" charset="0"/>
        </a:defRPr>
      </a:lvl1pPr>
      <a:lvl2pPr algn="ctr" defTabSz="519113"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2pPr>
      <a:lvl3pPr algn="ctr" defTabSz="519113"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3pPr>
      <a:lvl4pPr algn="ctr" defTabSz="519113"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4pPr>
      <a:lvl5pPr algn="ctr" defTabSz="519113"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5pPr>
      <a:lvl6pPr marL="457200" algn="ctr" defTabSz="519113" rtl="0" fontAlgn="base">
        <a:spcBef>
          <a:spcPct val="0"/>
        </a:spcBef>
        <a:spcAft>
          <a:spcPct val="0"/>
        </a:spcAft>
        <a:defRPr sz="5000">
          <a:solidFill>
            <a:schemeClr val="tx1"/>
          </a:solidFill>
          <a:latin typeface="Calibri" charset="0"/>
          <a:ea typeface="ＭＳ Ｐゴシック" charset="0"/>
          <a:cs typeface="ＭＳ Ｐゴシック" charset="0"/>
        </a:defRPr>
      </a:lvl6pPr>
      <a:lvl7pPr marL="914400" algn="ctr" defTabSz="519113" rtl="0" fontAlgn="base">
        <a:spcBef>
          <a:spcPct val="0"/>
        </a:spcBef>
        <a:spcAft>
          <a:spcPct val="0"/>
        </a:spcAft>
        <a:defRPr sz="5000">
          <a:solidFill>
            <a:schemeClr val="tx1"/>
          </a:solidFill>
          <a:latin typeface="Calibri" charset="0"/>
          <a:ea typeface="ＭＳ Ｐゴシック" charset="0"/>
          <a:cs typeface="ＭＳ Ｐゴシック" charset="0"/>
        </a:defRPr>
      </a:lvl7pPr>
      <a:lvl8pPr marL="1371600" algn="ctr" defTabSz="519113" rtl="0" fontAlgn="base">
        <a:spcBef>
          <a:spcPct val="0"/>
        </a:spcBef>
        <a:spcAft>
          <a:spcPct val="0"/>
        </a:spcAft>
        <a:defRPr sz="5000">
          <a:solidFill>
            <a:schemeClr val="tx1"/>
          </a:solidFill>
          <a:latin typeface="Calibri" charset="0"/>
          <a:ea typeface="ＭＳ Ｐゴシック" charset="0"/>
          <a:cs typeface="ＭＳ Ｐゴシック" charset="0"/>
        </a:defRPr>
      </a:lvl8pPr>
      <a:lvl9pPr marL="1828800" algn="ctr" defTabSz="519113" rtl="0" fontAlgn="base">
        <a:spcBef>
          <a:spcPct val="0"/>
        </a:spcBef>
        <a:spcAft>
          <a:spcPct val="0"/>
        </a:spcAft>
        <a:defRPr sz="5000">
          <a:solidFill>
            <a:schemeClr val="tx1"/>
          </a:solidFill>
          <a:latin typeface="Calibri" charset="0"/>
          <a:ea typeface="ＭＳ Ｐゴシック" charset="0"/>
          <a:cs typeface="ＭＳ Ｐゴシック" charset="0"/>
        </a:defRPr>
      </a:lvl9pPr>
    </p:titleStyle>
    <p:bodyStyle>
      <a:lvl1pPr marL="388938" indent="-388938" algn="l" defTabSz="519113" rtl="0" eaLnBrk="0" fontAlgn="base" hangingPunct="0">
        <a:spcBef>
          <a:spcPct val="20000"/>
        </a:spcBef>
        <a:spcAft>
          <a:spcPct val="0"/>
        </a:spcAft>
        <a:buFont typeface="Arial" pitchFamily="34" charset="0"/>
        <a:buChar char="•"/>
        <a:defRPr sz="3600" kern="1200">
          <a:solidFill>
            <a:schemeClr val="tx1"/>
          </a:solidFill>
          <a:latin typeface="+mn-lt"/>
          <a:ea typeface="MS PGothic" pitchFamily="34" charset="-128"/>
          <a:cs typeface="ＭＳ Ｐゴシック" charset="0"/>
        </a:defRPr>
      </a:lvl1pPr>
      <a:lvl2pPr marL="844550" indent="-323850" algn="l" defTabSz="519113" rtl="0" eaLnBrk="0" fontAlgn="base" hangingPunct="0">
        <a:spcBef>
          <a:spcPct val="20000"/>
        </a:spcBef>
        <a:spcAft>
          <a:spcPct val="0"/>
        </a:spcAft>
        <a:buFont typeface="Arial" pitchFamily="34" charset="0"/>
        <a:buChar char="–"/>
        <a:defRPr sz="3200" kern="1200">
          <a:solidFill>
            <a:schemeClr val="tx1"/>
          </a:solidFill>
          <a:latin typeface="+mn-lt"/>
          <a:ea typeface="MS PGothic" pitchFamily="34" charset="-128"/>
          <a:cs typeface="+mn-cs"/>
        </a:defRPr>
      </a:lvl2pPr>
      <a:lvl3pPr marL="1298575" indent="-258763" algn="l" defTabSz="519113" rtl="0" eaLnBrk="0" fontAlgn="base" hangingPunct="0">
        <a:spcBef>
          <a:spcPct val="20000"/>
        </a:spcBef>
        <a:spcAft>
          <a:spcPct val="0"/>
        </a:spcAft>
        <a:buFont typeface="Arial" pitchFamily="34" charset="0"/>
        <a:buChar char="•"/>
        <a:defRPr sz="2700" kern="1200">
          <a:solidFill>
            <a:schemeClr val="tx1"/>
          </a:solidFill>
          <a:latin typeface="+mn-lt"/>
          <a:ea typeface="MS PGothic" pitchFamily="34" charset="-128"/>
          <a:cs typeface="+mn-cs"/>
        </a:defRPr>
      </a:lvl3pPr>
      <a:lvl4pPr marL="1819275" indent="-258763" algn="l" defTabSz="519113" rtl="0" eaLnBrk="0" fontAlgn="base" hangingPunct="0">
        <a:spcBef>
          <a:spcPct val="20000"/>
        </a:spcBef>
        <a:spcAft>
          <a:spcPct val="0"/>
        </a:spcAft>
        <a:buFont typeface="Arial" pitchFamily="34" charset="0"/>
        <a:buChar char="–"/>
        <a:defRPr sz="2300" kern="1200">
          <a:solidFill>
            <a:schemeClr val="tx1"/>
          </a:solidFill>
          <a:latin typeface="+mn-lt"/>
          <a:ea typeface="MS PGothic" pitchFamily="34" charset="-128"/>
          <a:cs typeface="+mn-cs"/>
        </a:defRPr>
      </a:lvl4pPr>
      <a:lvl5pPr marL="2338388" indent="-258763" algn="l" defTabSz="519113" rtl="0" eaLnBrk="0" fontAlgn="base" hangingPunct="0">
        <a:spcBef>
          <a:spcPct val="20000"/>
        </a:spcBef>
        <a:spcAft>
          <a:spcPct val="0"/>
        </a:spcAft>
        <a:buFont typeface="Arial" pitchFamily="34" charset="0"/>
        <a:buChar char="»"/>
        <a:defRPr sz="2300" kern="1200">
          <a:solidFill>
            <a:schemeClr val="tx1"/>
          </a:solidFill>
          <a:latin typeface="+mn-lt"/>
          <a:ea typeface="MS PGothic" pitchFamily="34" charset="-128"/>
          <a:cs typeface="+mn-cs"/>
        </a:defRPr>
      </a:lvl5pPr>
      <a:lvl6pPr marL="2859049" indent="-259907" algn="l" defTabSz="519818" rtl="0" eaLnBrk="1" latinLnBrk="0" hangingPunct="1">
        <a:spcBef>
          <a:spcPct val="20000"/>
        </a:spcBef>
        <a:buFont typeface="Arial"/>
        <a:buChar char="•"/>
        <a:defRPr sz="2300" kern="1200">
          <a:solidFill>
            <a:schemeClr val="tx1"/>
          </a:solidFill>
          <a:latin typeface="+mn-lt"/>
          <a:ea typeface="+mn-ea"/>
          <a:cs typeface="+mn-cs"/>
        </a:defRPr>
      </a:lvl6pPr>
      <a:lvl7pPr marL="3378877" indent="-259907" algn="l" defTabSz="519818" rtl="0" eaLnBrk="1" latinLnBrk="0" hangingPunct="1">
        <a:spcBef>
          <a:spcPct val="20000"/>
        </a:spcBef>
        <a:buFont typeface="Arial"/>
        <a:buChar char="•"/>
        <a:defRPr sz="2300" kern="1200">
          <a:solidFill>
            <a:schemeClr val="tx1"/>
          </a:solidFill>
          <a:latin typeface="+mn-lt"/>
          <a:ea typeface="+mn-ea"/>
          <a:cs typeface="+mn-cs"/>
        </a:defRPr>
      </a:lvl7pPr>
      <a:lvl8pPr marL="3898703" indent="-259907" algn="l" defTabSz="519818" rtl="0" eaLnBrk="1" latinLnBrk="0" hangingPunct="1">
        <a:spcBef>
          <a:spcPct val="20000"/>
        </a:spcBef>
        <a:buFont typeface="Arial"/>
        <a:buChar char="•"/>
        <a:defRPr sz="2300" kern="1200">
          <a:solidFill>
            <a:schemeClr val="tx1"/>
          </a:solidFill>
          <a:latin typeface="+mn-lt"/>
          <a:ea typeface="+mn-ea"/>
          <a:cs typeface="+mn-cs"/>
        </a:defRPr>
      </a:lvl8pPr>
      <a:lvl9pPr marL="4418530" indent="-259907" algn="l" defTabSz="519818" rtl="0" eaLnBrk="1" latinLnBrk="0" hangingPunct="1">
        <a:spcBef>
          <a:spcPct val="20000"/>
        </a:spcBef>
        <a:buFont typeface="Arial"/>
        <a:buChar char="•"/>
        <a:defRPr sz="2300" kern="1200">
          <a:solidFill>
            <a:schemeClr val="tx1"/>
          </a:solidFill>
          <a:latin typeface="+mn-lt"/>
          <a:ea typeface="+mn-ea"/>
          <a:cs typeface="+mn-cs"/>
        </a:defRPr>
      </a:lvl9pPr>
    </p:bodyStyle>
    <p:otherStyle>
      <a:defPPr>
        <a:defRPr lang="en-US"/>
      </a:defPPr>
      <a:lvl1pPr marL="0" algn="l" defTabSz="519818" rtl="0" eaLnBrk="1" latinLnBrk="0" hangingPunct="1">
        <a:defRPr sz="2100" kern="1200">
          <a:solidFill>
            <a:schemeClr val="tx1"/>
          </a:solidFill>
          <a:latin typeface="+mn-lt"/>
          <a:ea typeface="+mn-ea"/>
          <a:cs typeface="+mn-cs"/>
        </a:defRPr>
      </a:lvl1pPr>
      <a:lvl2pPr marL="519818" algn="l" defTabSz="519818" rtl="0" eaLnBrk="1" latinLnBrk="0" hangingPunct="1">
        <a:defRPr sz="2100" kern="1200">
          <a:solidFill>
            <a:schemeClr val="tx1"/>
          </a:solidFill>
          <a:latin typeface="+mn-lt"/>
          <a:ea typeface="+mn-ea"/>
          <a:cs typeface="+mn-cs"/>
        </a:defRPr>
      </a:lvl2pPr>
      <a:lvl3pPr marL="1039652" algn="l" defTabSz="519818" rtl="0" eaLnBrk="1" latinLnBrk="0" hangingPunct="1">
        <a:defRPr sz="2100" kern="1200">
          <a:solidFill>
            <a:schemeClr val="tx1"/>
          </a:solidFill>
          <a:latin typeface="+mn-lt"/>
          <a:ea typeface="+mn-ea"/>
          <a:cs typeface="+mn-cs"/>
        </a:defRPr>
      </a:lvl3pPr>
      <a:lvl4pPr marL="1559482" algn="l" defTabSz="519818" rtl="0" eaLnBrk="1" latinLnBrk="0" hangingPunct="1">
        <a:defRPr sz="2100" kern="1200">
          <a:solidFill>
            <a:schemeClr val="tx1"/>
          </a:solidFill>
          <a:latin typeface="+mn-lt"/>
          <a:ea typeface="+mn-ea"/>
          <a:cs typeface="+mn-cs"/>
        </a:defRPr>
      </a:lvl4pPr>
      <a:lvl5pPr marL="2079308" algn="l" defTabSz="519818" rtl="0" eaLnBrk="1" latinLnBrk="0" hangingPunct="1">
        <a:defRPr sz="2100" kern="1200">
          <a:solidFill>
            <a:schemeClr val="tx1"/>
          </a:solidFill>
          <a:latin typeface="+mn-lt"/>
          <a:ea typeface="+mn-ea"/>
          <a:cs typeface="+mn-cs"/>
        </a:defRPr>
      </a:lvl5pPr>
      <a:lvl6pPr marL="2599134" algn="l" defTabSz="519818" rtl="0" eaLnBrk="1" latinLnBrk="0" hangingPunct="1">
        <a:defRPr sz="2100" kern="1200">
          <a:solidFill>
            <a:schemeClr val="tx1"/>
          </a:solidFill>
          <a:latin typeface="+mn-lt"/>
          <a:ea typeface="+mn-ea"/>
          <a:cs typeface="+mn-cs"/>
        </a:defRPr>
      </a:lvl6pPr>
      <a:lvl7pPr marL="3118964" algn="l" defTabSz="519818" rtl="0" eaLnBrk="1" latinLnBrk="0" hangingPunct="1">
        <a:defRPr sz="2100" kern="1200">
          <a:solidFill>
            <a:schemeClr val="tx1"/>
          </a:solidFill>
          <a:latin typeface="+mn-lt"/>
          <a:ea typeface="+mn-ea"/>
          <a:cs typeface="+mn-cs"/>
        </a:defRPr>
      </a:lvl7pPr>
      <a:lvl8pPr marL="3638791" algn="l" defTabSz="519818" rtl="0" eaLnBrk="1" latinLnBrk="0" hangingPunct="1">
        <a:defRPr sz="2100" kern="1200">
          <a:solidFill>
            <a:schemeClr val="tx1"/>
          </a:solidFill>
          <a:latin typeface="+mn-lt"/>
          <a:ea typeface="+mn-ea"/>
          <a:cs typeface="+mn-cs"/>
        </a:defRPr>
      </a:lvl8pPr>
      <a:lvl9pPr marL="4158618" algn="l" defTabSz="519818" rtl="0" eaLnBrk="1" latinLnBrk="0" hangingPunct="1">
        <a:defRPr sz="21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7218" name="Title Placeholder 1"/>
          <p:cNvSpPr>
            <a:spLocks noGrp="1"/>
          </p:cNvSpPr>
          <p:nvPr>
            <p:ph type="title"/>
          </p:nvPr>
        </p:nvSpPr>
        <p:spPr bwMode="auto">
          <a:xfrm>
            <a:off x="534988" y="303213"/>
            <a:ext cx="9621837" cy="125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4249" tIns="52124" rIns="104249" bIns="52124" numCol="1" anchor="ctr" anchorCtr="0" compatLnSpc="1">
            <a:prstTxWarp prst="textNoShape">
              <a:avLst/>
            </a:prstTxWarp>
          </a:bodyPr>
          <a:lstStyle/>
          <a:p>
            <a:pPr lvl="0"/>
            <a:r>
              <a:rPr lang="en-GB" altLang="en-US"/>
              <a:t>Click to edit Master title style</a:t>
            </a:r>
            <a:endParaRPr lang="en-US" altLang="en-US"/>
          </a:p>
        </p:txBody>
      </p:sp>
      <p:sp>
        <p:nvSpPr>
          <p:cNvPr id="137219" name="Text Placeholder 2"/>
          <p:cNvSpPr>
            <a:spLocks noGrp="1"/>
          </p:cNvSpPr>
          <p:nvPr>
            <p:ph type="body" idx="1"/>
          </p:nvPr>
        </p:nvSpPr>
        <p:spPr bwMode="auto">
          <a:xfrm>
            <a:off x="534988" y="1763713"/>
            <a:ext cx="9621837" cy="4989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4249" tIns="52124" rIns="104249" bIns="52124"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endParaRPr lang="en-US" altLang="en-US"/>
          </a:p>
        </p:txBody>
      </p:sp>
      <p:sp>
        <p:nvSpPr>
          <p:cNvPr id="4" name="Date Placeholder 3"/>
          <p:cNvSpPr>
            <a:spLocks noGrp="1"/>
          </p:cNvSpPr>
          <p:nvPr>
            <p:ph type="dt" sz="half" idx="2"/>
          </p:nvPr>
        </p:nvSpPr>
        <p:spPr>
          <a:xfrm>
            <a:off x="534988" y="7007225"/>
            <a:ext cx="2493962" cy="401638"/>
          </a:xfrm>
          <a:prstGeom prst="rect">
            <a:avLst/>
          </a:prstGeom>
        </p:spPr>
        <p:txBody>
          <a:bodyPr vert="horz" lIns="104249" tIns="52124" rIns="104249" bIns="52124" rtlCol="0" anchor="ctr"/>
          <a:lstStyle>
            <a:lvl1pPr algn="l" defTabSz="446600">
              <a:buFont typeface="Times New Roman" charset="0"/>
              <a:buNone/>
              <a:defRPr sz="1400">
                <a:solidFill>
                  <a:schemeClr val="tx1">
                    <a:tint val="75000"/>
                  </a:schemeClr>
                </a:solidFill>
                <a:latin typeface="Arial" charset="0"/>
                <a:ea typeface="DejaVu Sans" charset="0"/>
                <a:cs typeface="DejaVu Sans" charset="0"/>
              </a:defRPr>
            </a:lvl1pPr>
          </a:lstStyle>
          <a:p>
            <a:pPr>
              <a:defRPr/>
            </a:pPr>
            <a:fld id="{895A4E0A-FD0E-4E7E-8F0E-25545D1CA10C}" type="datetime1">
              <a:rPr lang="en-GB" smtClean="0"/>
              <a:t>22/01/2025</a:t>
            </a:fld>
            <a:endParaRPr lang="en-GB"/>
          </a:p>
        </p:txBody>
      </p:sp>
      <p:sp>
        <p:nvSpPr>
          <p:cNvPr id="5" name="Footer Placeholder 4"/>
          <p:cNvSpPr>
            <a:spLocks noGrp="1"/>
          </p:cNvSpPr>
          <p:nvPr>
            <p:ph type="ftr" sz="quarter" idx="3"/>
          </p:nvPr>
        </p:nvSpPr>
        <p:spPr>
          <a:xfrm>
            <a:off x="3652838" y="7007225"/>
            <a:ext cx="3386137" cy="401638"/>
          </a:xfrm>
          <a:prstGeom prst="rect">
            <a:avLst/>
          </a:prstGeom>
        </p:spPr>
        <p:txBody>
          <a:bodyPr vert="horz" lIns="104249" tIns="52124" rIns="104249" bIns="52124" rtlCol="0" anchor="ctr"/>
          <a:lstStyle>
            <a:lvl1pPr algn="ctr" defTabSz="446600">
              <a:buFont typeface="Times New Roman" charset="0"/>
              <a:buNone/>
              <a:defRPr sz="1400">
                <a:solidFill>
                  <a:schemeClr val="tx1">
                    <a:tint val="75000"/>
                  </a:schemeClr>
                </a:solidFill>
                <a:latin typeface="Arial" charset="0"/>
                <a:ea typeface="DejaVu Sans" charset="0"/>
                <a:cs typeface="DejaVu Sans" charset="0"/>
              </a:defRPr>
            </a:lvl1pPr>
          </a:lstStyle>
          <a:p>
            <a:pPr>
              <a:defRPr/>
            </a:pPr>
            <a:endParaRPr lang="en-GB"/>
          </a:p>
        </p:txBody>
      </p:sp>
      <p:sp>
        <p:nvSpPr>
          <p:cNvPr id="6" name="Slide Number Placeholder 5"/>
          <p:cNvSpPr>
            <a:spLocks noGrp="1"/>
          </p:cNvSpPr>
          <p:nvPr>
            <p:ph type="sldNum" sz="quarter" idx="4"/>
          </p:nvPr>
        </p:nvSpPr>
        <p:spPr>
          <a:xfrm>
            <a:off x="7662863" y="7007225"/>
            <a:ext cx="2493962" cy="401638"/>
          </a:xfrm>
          <a:prstGeom prst="rect">
            <a:avLst/>
          </a:prstGeom>
        </p:spPr>
        <p:txBody>
          <a:bodyPr vert="horz" wrap="square" lIns="104249" tIns="52124" rIns="104249" bIns="52124" numCol="1" anchor="ctr" anchorCtr="0" compatLnSpc="1">
            <a:prstTxWarp prst="textNoShape">
              <a:avLst/>
            </a:prstTxWarp>
          </a:bodyPr>
          <a:lstStyle>
            <a:lvl1pPr algn="r">
              <a:defRPr sz="1400">
                <a:solidFill>
                  <a:srgbClr val="898989"/>
                </a:solidFill>
              </a:defRPr>
            </a:lvl1pPr>
          </a:lstStyle>
          <a:p>
            <a:fld id="{B61BA903-FCE1-43FB-9DB0-788CEF240F8F}"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144" r:id="rId1"/>
    <p:sldLayoutId id="2147484145" r:id="rId2"/>
    <p:sldLayoutId id="2147484146" r:id="rId3"/>
    <p:sldLayoutId id="2147484147" r:id="rId4"/>
    <p:sldLayoutId id="2147484148" r:id="rId5"/>
    <p:sldLayoutId id="2147484149" r:id="rId6"/>
    <p:sldLayoutId id="2147484150" r:id="rId7"/>
    <p:sldLayoutId id="2147484151" r:id="rId8"/>
    <p:sldLayoutId id="2147484152" r:id="rId9"/>
    <p:sldLayoutId id="2147484153" r:id="rId10"/>
    <p:sldLayoutId id="2147484154" r:id="rId11"/>
  </p:sldLayoutIdLst>
  <p:hf sldNum="0" hdr="0" ftr="0"/>
  <p:txStyles>
    <p:titleStyle>
      <a:lvl1pPr algn="ctr" defTabSz="520700" rtl="0" eaLnBrk="0" fontAlgn="base" hangingPunct="0">
        <a:spcBef>
          <a:spcPct val="0"/>
        </a:spcBef>
        <a:spcAft>
          <a:spcPct val="0"/>
        </a:spcAft>
        <a:defRPr sz="5000" kern="1200">
          <a:solidFill>
            <a:schemeClr val="tx1"/>
          </a:solidFill>
          <a:latin typeface="+mj-lt"/>
          <a:ea typeface="MS PGothic" pitchFamily="34" charset="-128"/>
          <a:cs typeface="ＭＳ Ｐゴシック" charset="0"/>
        </a:defRPr>
      </a:lvl1pPr>
      <a:lvl2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2pPr>
      <a:lvl3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3pPr>
      <a:lvl4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4pPr>
      <a:lvl5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5pPr>
      <a:lvl6pPr marL="4572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6pPr>
      <a:lvl7pPr marL="9144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7pPr>
      <a:lvl8pPr marL="13716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8pPr>
      <a:lvl9pPr marL="18288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9pPr>
    </p:titleStyle>
    <p:bodyStyle>
      <a:lvl1pPr marL="390525" indent="-390525" algn="l" defTabSz="520700" rtl="0" eaLnBrk="0" fontAlgn="base" hangingPunct="0">
        <a:spcBef>
          <a:spcPct val="20000"/>
        </a:spcBef>
        <a:spcAft>
          <a:spcPct val="0"/>
        </a:spcAft>
        <a:buFont typeface="Arial" pitchFamily="34" charset="0"/>
        <a:buChar char="•"/>
        <a:defRPr sz="3600" kern="1200">
          <a:solidFill>
            <a:schemeClr val="tx1"/>
          </a:solidFill>
          <a:latin typeface="+mn-lt"/>
          <a:ea typeface="MS PGothic" pitchFamily="34" charset="-128"/>
          <a:cs typeface="ＭＳ Ｐゴシック" charset="0"/>
        </a:defRPr>
      </a:lvl1pPr>
      <a:lvl2pPr marL="846138" indent="-325438" algn="l" defTabSz="520700" rtl="0" eaLnBrk="0" fontAlgn="base" hangingPunct="0">
        <a:spcBef>
          <a:spcPct val="20000"/>
        </a:spcBef>
        <a:spcAft>
          <a:spcPct val="0"/>
        </a:spcAft>
        <a:buFont typeface="Arial" pitchFamily="34" charset="0"/>
        <a:buChar char="–"/>
        <a:defRPr sz="3200" kern="1200">
          <a:solidFill>
            <a:schemeClr val="tx1"/>
          </a:solidFill>
          <a:latin typeface="+mn-lt"/>
          <a:ea typeface="MS PGothic" pitchFamily="34" charset="-128"/>
          <a:cs typeface="+mn-cs"/>
        </a:defRPr>
      </a:lvl2pPr>
      <a:lvl3pPr marL="1301750" indent="-260350" algn="l" defTabSz="520700" rtl="0" eaLnBrk="0" fontAlgn="base" hangingPunct="0">
        <a:spcBef>
          <a:spcPct val="20000"/>
        </a:spcBef>
        <a:spcAft>
          <a:spcPct val="0"/>
        </a:spcAft>
        <a:buFont typeface="Arial" pitchFamily="34" charset="0"/>
        <a:buChar char="•"/>
        <a:defRPr sz="2700" kern="1200">
          <a:solidFill>
            <a:schemeClr val="tx1"/>
          </a:solidFill>
          <a:latin typeface="+mn-lt"/>
          <a:ea typeface="MS PGothic" pitchFamily="34" charset="-128"/>
          <a:cs typeface="+mn-cs"/>
        </a:defRPr>
      </a:lvl3pPr>
      <a:lvl4pPr marL="1824038" indent="-260350" algn="l" defTabSz="520700" rtl="0" eaLnBrk="0" fontAlgn="base" hangingPunct="0">
        <a:spcBef>
          <a:spcPct val="20000"/>
        </a:spcBef>
        <a:spcAft>
          <a:spcPct val="0"/>
        </a:spcAft>
        <a:buFont typeface="Arial" pitchFamily="34" charset="0"/>
        <a:buChar char="–"/>
        <a:defRPr sz="2300" kern="1200">
          <a:solidFill>
            <a:schemeClr val="tx1"/>
          </a:solidFill>
          <a:latin typeface="+mn-lt"/>
          <a:ea typeface="MS PGothic" pitchFamily="34" charset="-128"/>
          <a:cs typeface="+mn-cs"/>
        </a:defRPr>
      </a:lvl4pPr>
      <a:lvl5pPr marL="2344738" indent="-260350" algn="l" defTabSz="520700" rtl="0" eaLnBrk="0" fontAlgn="base" hangingPunct="0">
        <a:spcBef>
          <a:spcPct val="20000"/>
        </a:spcBef>
        <a:spcAft>
          <a:spcPct val="0"/>
        </a:spcAft>
        <a:buFont typeface="Arial" pitchFamily="34" charset="0"/>
        <a:buChar char="»"/>
        <a:defRPr sz="2300" kern="1200">
          <a:solidFill>
            <a:schemeClr val="tx1"/>
          </a:solidFill>
          <a:latin typeface="+mn-lt"/>
          <a:ea typeface="MS PGothic" pitchFamily="34" charset="-128"/>
          <a:cs typeface="+mn-cs"/>
        </a:defRPr>
      </a:lvl5pPr>
      <a:lvl6pPr marL="2866837" indent="-260620" algn="l" defTabSz="521245" rtl="0" eaLnBrk="1" latinLnBrk="0" hangingPunct="1">
        <a:spcBef>
          <a:spcPct val="20000"/>
        </a:spcBef>
        <a:buFont typeface="Arial"/>
        <a:buChar char="•"/>
        <a:defRPr sz="2300" kern="1200">
          <a:solidFill>
            <a:schemeClr val="tx1"/>
          </a:solidFill>
          <a:latin typeface="+mn-lt"/>
          <a:ea typeface="+mn-ea"/>
          <a:cs typeface="+mn-cs"/>
        </a:defRPr>
      </a:lvl6pPr>
      <a:lvl7pPr marL="3388081" indent="-260620" algn="l" defTabSz="521245" rtl="0" eaLnBrk="1" latinLnBrk="0" hangingPunct="1">
        <a:spcBef>
          <a:spcPct val="20000"/>
        </a:spcBef>
        <a:buFont typeface="Arial"/>
        <a:buChar char="•"/>
        <a:defRPr sz="2300" kern="1200">
          <a:solidFill>
            <a:schemeClr val="tx1"/>
          </a:solidFill>
          <a:latin typeface="+mn-lt"/>
          <a:ea typeface="+mn-ea"/>
          <a:cs typeface="+mn-cs"/>
        </a:defRPr>
      </a:lvl7pPr>
      <a:lvl8pPr marL="3909324" indent="-260620" algn="l" defTabSz="521245" rtl="0" eaLnBrk="1" latinLnBrk="0" hangingPunct="1">
        <a:spcBef>
          <a:spcPct val="20000"/>
        </a:spcBef>
        <a:buFont typeface="Arial"/>
        <a:buChar char="•"/>
        <a:defRPr sz="2300" kern="1200">
          <a:solidFill>
            <a:schemeClr val="tx1"/>
          </a:solidFill>
          <a:latin typeface="+mn-lt"/>
          <a:ea typeface="+mn-ea"/>
          <a:cs typeface="+mn-cs"/>
        </a:defRPr>
      </a:lvl8pPr>
      <a:lvl9pPr marL="4430568" indent="-260620" algn="l" defTabSz="521245" rtl="0" eaLnBrk="1" latinLnBrk="0" hangingPunct="1">
        <a:spcBef>
          <a:spcPct val="20000"/>
        </a:spcBef>
        <a:buFont typeface="Arial"/>
        <a:buChar char="•"/>
        <a:defRPr sz="2300" kern="1200">
          <a:solidFill>
            <a:schemeClr val="tx1"/>
          </a:solidFill>
          <a:latin typeface="+mn-lt"/>
          <a:ea typeface="+mn-ea"/>
          <a:cs typeface="+mn-cs"/>
        </a:defRPr>
      </a:lvl9pPr>
    </p:bodyStyle>
    <p:otherStyle>
      <a:defPPr>
        <a:defRPr lang="en-US"/>
      </a:defPPr>
      <a:lvl1pPr marL="0" algn="l" defTabSz="521245" rtl="0" eaLnBrk="1" latinLnBrk="0" hangingPunct="1">
        <a:defRPr sz="2100" kern="1200">
          <a:solidFill>
            <a:schemeClr val="tx1"/>
          </a:solidFill>
          <a:latin typeface="+mn-lt"/>
          <a:ea typeface="+mn-ea"/>
          <a:cs typeface="+mn-cs"/>
        </a:defRPr>
      </a:lvl1pPr>
      <a:lvl2pPr marL="521245" algn="l" defTabSz="521245" rtl="0" eaLnBrk="1" latinLnBrk="0" hangingPunct="1">
        <a:defRPr sz="2100" kern="1200">
          <a:solidFill>
            <a:schemeClr val="tx1"/>
          </a:solidFill>
          <a:latin typeface="+mn-lt"/>
          <a:ea typeface="+mn-ea"/>
          <a:cs typeface="+mn-cs"/>
        </a:defRPr>
      </a:lvl2pPr>
      <a:lvl3pPr marL="1042487" algn="l" defTabSz="521245" rtl="0" eaLnBrk="1" latinLnBrk="0" hangingPunct="1">
        <a:defRPr sz="2100" kern="1200">
          <a:solidFill>
            <a:schemeClr val="tx1"/>
          </a:solidFill>
          <a:latin typeface="+mn-lt"/>
          <a:ea typeface="+mn-ea"/>
          <a:cs typeface="+mn-cs"/>
        </a:defRPr>
      </a:lvl3pPr>
      <a:lvl4pPr marL="1563729" algn="l" defTabSz="521245" rtl="0" eaLnBrk="1" latinLnBrk="0" hangingPunct="1">
        <a:defRPr sz="2100" kern="1200">
          <a:solidFill>
            <a:schemeClr val="tx1"/>
          </a:solidFill>
          <a:latin typeface="+mn-lt"/>
          <a:ea typeface="+mn-ea"/>
          <a:cs typeface="+mn-cs"/>
        </a:defRPr>
      </a:lvl4pPr>
      <a:lvl5pPr marL="2084973" algn="l" defTabSz="521245" rtl="0" eaLnBrk="1" latinLnBrk="0" hangingPunct="1">
        <a:defRPr sz="2100" kern="1200">
          <a:solidFill>
            <a:schemeClr val="tx1"/>
          </a:solidFill>
          <a:latin typeface="+mn-lt"/>
          <a:ea typeface="+mn-ea"/>
          <a:cs typeface="+mn-cs"/>
        </a:defRPr>
      </a:lvl5pPr>
      <a:lvl6pPr marL="2606215" algn="l" defTabSz="521245" rtl="0" eaLnBrk="1" latinLnBrk="0" hangingPunct="1">
        <a:defRPr sz="2100" kern="1200">
          <a:solidFill>
            <a:schemeClr val="tx1"/>
          </a:solidFill>
          <a:latin typeface="+mn-lt"/>
          <a:ea typeface="+mn-ea"/>
          <a:cs typeface="+mn-cs"/>
        </a:defRPr>
      </a:lvl6pPr>
      <a:lvl7pPr marL="3127460" algn="l" defTabSz="521245" rtl="0" eaLnBrk="1" latinLnBrk="0" hangingPunct="1">
        <a:defRPr sz="2100" kern="1200">
          <a:solidFill>
            <a:schemeClr val="tx1"/>
          </a:solidFill>
          <a:latin typeface="+mn-lt"/>
          <a:ea typeface="+mn-ea"/>
          <a:cs typeface="+mn-cs"/>
        </a:defRPr>
      </a:lvl7pPr>
      <a:lvl8pPr marL="3648702" algn="l" defTabSz="521245" rtl="0" eaLnBrk="1" latinLnBrk="0" hangingPunct="1">
        <a:defRPr sz="2100" kern="1200">
          <a:solidFill>
            <a:schemeClr val="tx1"/>
          </a:solidFill>
          <a:latin typeface="+mn-lt"/>
          <a:ea typeface="+mn-ea"/>
          <a:cs typeface="+mn-cs"/>
        </a:defRPr>
      </a:lvl8pPr>
      <a:lvl9pPr marL="4169946" algn="l" defTabSz="521245"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hyperlink" Target="https://www.youtube.com/watch?v=xT5o1QCeWS8" TargetMode="External"/><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hyperlink" Target="https://www.youtube.com/watch?v=2AaSMlq5TtU" TargetMode="External"/><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hyperlink" Target="https://www.youtube.com/watch?v=YyLaRffCdk4" TargetMode="Externa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0530" name="Rectangle 1"/>
          <p:cNvSpPr>
            <a:spLocks noGrp="1" noChangeArrowheads="1"/>
          </p:cNvSpPr>
          <p:nvPr>
            <p:ph type="title"/>
          </p:nvPr>
        </p:nvSpPr>
        <p:spPr>
          <a:xfrm>
            <a:off x="1284288" y="1922463"/>
            <a:ext cx="8477250" cy="4116387"/>
          </a:xfrm>
        </p:spPr>
        <p:txBody>
          <a:bodyPr rtlCol="0" anchor="b">
            <a:normAutofit fontScale="90000"/>
          </a:bodyPr>
          <a:lstStyle/>
          <a:p>
            <a:pPr defTabSz="519818" eaLnBrk="1" fontAlgn="auto" hangingPunct="1">
              <a:spcAft>
                <a:spcPts val="0"/>
              </a:spcAft>
              <a:tabLst>
                <a:tab pos="0" algn="l"/>
                <a:tab pos="445019" algn="l"/>
                <a:tab pos="891629" algn="l"/>
                <a:tab pos="1338234" algn="l"/>
                <a:tab pos="1784839" algn="l"/>
                <a:tab pos="2231456" algn="l"/>
                <a:tab pos="2678035" algn="l"/>
                <a:tab pos="3124646" algn="l"/>
                <a:tab pos="3571254" algn="l"/>
                <a:tab pos="4017855" algn="l"/>
                <a:tab pos="4464466" algn="l"/>
                <a:tab pos="4911063" algn="l"/>
                <a:tab pos="5357664" algn="l"/>
                <a:tab pos="5804273" algn="l"/>
                <a:tab pos="6250875" algn="l"/>
                <a:tab pos="6697484" algn="l"/>
                <a:tab pos="7144084" algn="l"/>
                <a:tab pos="7590684" algn="l"/>
                <a:tab pos="8037291" algn="l"/>
                <a:tab pos="8483890" algn="l"/>
                <a:tab pos="8930498" algn="l"/>
              </a:tabLst>
              <a:defRPr/>
            </a:pPr>
            <a:r>
              <a:rPr lang="en-US" dirty="0">
                <a:latin typeface="Arial" charset="0"/>
                <a:ea typeface="DejaVu Sans" charset="0"/>
                <a:cs typeface="DejaVu Sans" charset="0"/>
              </a:rPr>
              <a:t>6CS029 – Advanced Networks</a:t>
            </a:r>
            <a:br>
              <a:rPr lang="en-US" dirty="0">
                <a:latin typeface="Arial" charset="0"/>
                <a:ea typeface="DejaVu Sans" charset="0"/>
                <a:cs typeface="DejaVu Sans" charset="0"/>
              </a:rPr>
            </a:br>
            <a:br>
              <a:rPr lang="en-US" dirty="0">
                <a:latin typeface="Arial" charset="0"/>
                <a:ea typeface="DejaVu Sans" charset="0"/>
                <a:cs typeface="DejaVu Sans" charset="0"/>
              </a:rPr>
            </a:br>
            <a:r>
              <a:rPr lang="en-US" dirty="0">
                <a:latin typeface="Arial" charset="0"/>
                <a:ea typeface="DejaVu Sans" charset="0"/>
                <a:cs typeface="DejaVu Sans" charset="0"/>
              </a:rPr>
              <a:t>Lecture 1</a:t>
            </a:r>
            <a:br>
              <a:rPr lang="en-US" dirty="0">
                <a:latin typeface="Arial" charset="0"/>
                <a:ea typeface="DejaVu Sans" charset="0"/>
                <a:cs typeface="DejaVu Sans" charset="0"/>
              </a:rPr>
            </a:br>
            <a:br>
              <a:rPr lang="en-GB" dirty="0">
                <a:latin typeface="Arial" charset="0"/>
                <a:ea typeface="DejaVu Sans" charset="0"/>
                <a:cs typeface="DejaVu Sans" charset="0"/>
              </a:rPr>
            </a:br>
            <a:r>
              <a:rPr lang="en-GB" sz="4000" dirty="0">
                <a:latin typeface="Arial" charset="0"/>
                <a:ea typeface="DejaVu Sans" charset="0"/>
                <a:cs typeface="DejaVu Sans" charset="0"/>
              </a:rPr>
              <a:t>Routing and WAN Design</a:t>
            </a:r>
            <a:br>
              <a:rPr lang="en-GB" sz="4000" dirty="0">
                <a:latin typeface="Arial" charset="0"/>
                <a:ea typeface="DejaVu Sans" charset="0"/>
                <a:cs typeface="DejaVu Sans" charset="0"/>
              </a:rPr>
            </a:br>
            <a:r>
              <a:rPr lang="en-GB" sz="4000" dirty="0">
                <a:latin typeface="Arial" charset="0"/>
                <a:ea typeface="DejaVu Sans" charset="0"/>
                <a:cs typeface="DejaVu Sans" charset="0"/>
              </a:rPr>
              <a:t>(Principles and Practice)</a:t>
            </a:r>
          </a:p>
        </p:txBody>
      </p:sp>
      <p:sp>
        <p:nvSpPr>
          <p:cNvPr id="2" name="Date Placeholder 1">
            <a:extLst>
              <a:ext uri="{FF2B5EF4-FFF2-40B4-BE49-F238E27FC236}">
                <a16:creationId xmlns:a16="http://schemas.microsoft.com/office/drawing/2014/main" id="{FEDA4ED8-7EFE-4587-AECD-C90C6B92165E}"/>
              </a:ext>
            </a:extLst>
          </p:cNvPr>
          <p:cNvSpPr>
            <a:spLocks noGrp="1"/>
          </p:cNvSpPr>
          <p:nvPr>
            <p:ph type="dt" idx="11"/>
          </p:nvPr>
        </p:nvSpPr>
        <p:spPr/>
        <p:txBody>
          <a:bodyPr/>
          <a:lstStyle/>
          <a:p>
            <a:pPr>
              <a:defRPr/>
            </a:pPr>
            <a:fld id="{429DCE51-A650-49E3-B8B6-B6C52602842C}" type="datetime1">
              <a:rPr lang="en-GB" smtClean="0"/>
              <a:t>22/01/2025</a:t>
            </a:fld>
            <a:endParaRPr lang="en-GB"/>
          </a:p>
        </p:txBody>
      </p:sp>
    </p:spTree>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7C3B8-8143-40BC-8DC7-C31D5E1EF380}"/>
              </a:ext>
            </a:extLst>
          </p:cNvPr>
          <p:cNvSpPr>
            <a:spLocks noGrp="1"/>
          </p:cNvSpPr>
          <p:nvPr>
            <p:ph type="title"/>
          </p:nvPr>
        </p:nvSpPr>
        <p:spPr/>
        <p:txBody>
          <a:bodyPr/>
          <a:lstStyle/>
          <a:p>
            <a:r>
              <a:rPr lang="en-US" dirty="0"/>
              <a:t>Introduction to module</a:t>
            </a:r>
            <a:endParaRPr lang="en-GB" dirty="0"/>
          </a:p>
        </p:txBody>
      </p:sp>
      <p:sp>
        <p:nvSpPr>
          <p:cNvPr id="3" name="Content Placeholder 2">
            <a:extLst>
              <a:ext uri="{FF2B5EF4-FFF2-40B4-BE49-F238E27FC236}">
                <a16:creationId xmlns:a16="http://schemas.microsoft.com/office/drawing/2014/main" id="{02015CEB-0F22-448E-A1AB-9C38FE8ED435}"/>
              </a:ext>
            </a:extLst>
          </p:cNvPr>
          <p:cNvSpPr>
            <a:spLocks noGrp="1"/>
          </p:cNvSpPr>
          <p:nvPr>
            <p:ph idx="1"/>
          </p:nvPr>
        </p:nvSpPr>
        <p:spPr/>
        <p:txBody>
          <a:bodyPr/>
          <a:lstStyle/>
          <a:p>
            <a:r>
              <a:rPr lang="en-US" dirty="0"/>
              <a:t>Who is teaching this Module?	</a:t>
            </a:r>
          </a:p>
          <a:p>
            <a:pPr lvl="1"/>
            <a:r>
              <a:rPr lang="en-US" sz="2400" dirty="0"/>
              <a:t>Dr </a:t>
            </a:r>
            <a:r>
              <a:rPr lang="en-US" sz="2400" dirty="0" err="1"/>
              <a:t>Consolee</a:t>
            </a:r>
            <a:r>
              <a:rPr lang="en-US" sz="2400" dirty="0"/>
              <a:t> </a:t>
            </a:r>
            <a:r>
              <a:rPr lang="en-US" sz="2400" dirty="0" err="1"/>
              <a:t>Mbarushimana</a:t>
            </a:r>
            <a:endParaRPr lang="en-US" sz="2400" dirty="0"/>
          </a:p>
          <a:p>
            <a:pPr lvl="1"/>
            <a:r>
              <a:rPr lang="en-US" sz="2400" dirty="0"/>
              <a:t>Dr Ian Coulson (module leader)</a:t>
            </a:r>
          </a:p>
          <a:p>
            <a:r>
              <a:rPr lang="en-US" dirty="0"/>
              <a:t>When</a:t>
            </a:r>
          </a:p>
          <a:p>
            <a:pPr lvl="1"/>
            <a:r>
              <a:rPr lang="en-US" sz="2400" dirty="0"/>
              <a:t>Online lecture 10 to 11am  Thursday</a:t>
            </a:r>
          </a:p>
          <a:p>
            <a:pPr lvl="1"/>
            <a:r>
              <a:rPr lang="en-US" sz="2400" dirty="0"/>
              <a:t>workshop and surgery 11am to 2pm Thursday</a:t>
            </a:r>
          </a:p>
          <a:p>
            <a:r>
              <a:rPr lang="en-US" dirty="0"/>
              <a:t>How is it assessed – by 2 components</a:t>
            </a:r>
          </a:p>
          <a:p>
            <a:pPr lvl="1"/>
            <a:r>
              <a:rPr lang="en-US" sz="2400" dirty="0"/>
              <a:t>50% exam</a:t>
            </a:r>
          </a:p>
          <a:p>
            <a:pPr lvl="1">
              <a:buFontTx/>
              <a:buChar char="-"/>
            </a:pPr>
            <a:r>
              <a:rPr lang="en-GB" sz="2400" dirty="0"/>
              <a:t>50 % 	a) 6 workshops (which contribute 40% of this mark) </a:t>
            </a:r>
          </a:p>
          <a:p>
            <a:pPr marL="1560512" lvl="3" indent="0">
              <a:buNone/>
            </a:pPr>
            <a:r>
              <a:rPr lang="en-GB" sz="2400" dirty="0"/>
              <a:t>b)  a series of related research questions (which contribute the further 60%)</a:t>
            </a:r>
            <a:r>
              <a:rPr lang="en-GB" sz="2400" dirty="0">
                <a:solidFill>
                  <a:srgbClr val="FF0000"/>
                </a:solidFill>
              </a:rPr>
              <a:t>  (note resit and retake students </a:t>
            </a:r>
            <a:r>
              <a:rPr lang="en-GB" sz="2400" dirty="0" err="1">
                <a:solidFill>
                  <a:srgbClr val="FF0000"/>
                </a:solidFill>
              </a:rPr>
              <a:t>hava</a:t>
            </a:r>
            <a:r>
              <a:rPr lang="en-GB" sz="2400" dirty="0">
                <a:solidFill>
                  <a:srgbClr val="FF0000"/>
                </a:solidFill>
              </a:rPr>
              <a:t> different piece of work for this)</a:t>
            </a:r>
            <a:endParaRPr lang="en-GB" sz="2400" dirty="0"/>
          </a:p>
        </p:txBody>
      </p:sp>
      <p:sp>
        <p:nvSpPr>
          <p:cNvPr id="5" name="Date Placeholder 4">
            <a:extLst>
              <a:ext uri="{FF2B5EF4-FFF2-40B4-BE49-F238E27FC236}">
                <a16:creationId xmlns:a16="http://schemas.microsoft.com/office/drawing/2014/main" id="{C23C672A-ED28-4FB4-B749-4DF4FDF6F1E3}"/>
              </a:ext>
            </a:extLst>
          </p:cNvPr>
          <p:cNvSpPr>
            <a:spLocks noGrp="1"/>
          </p:cNvSpPr>
          <p:nvPr>
            <p:ph type="dt" sz="half" idx="10"/>
          </p:nvPr>
        </p:nvSpPr>
        <p:spPr/>
        <p:txBody>
          <a:bodyPr/>
          <a:lstStyle/>
          <a:p>
            <a:pPr>
              <a:defRPr/>
            </a:pPr>
            <a:fld id="{F51B0823-6717-4E75-855F-3DB20FB53F54}" type="datetime1">
              <a:rPr lang="en-GB" smtClean="0"/>
              <a:t>22/01/2025</a:t>
            </a:fld>
            <a:endParaRPr lang="en-GB"/>
          </a:p>
        </p:txBody>
      </p:sp>
    </p:spTree>
    <p:extLst>
      <p:ext uri="{BB962C8B-B14F-4D97-AF65-F5344CB8AC3E}">
        <p14:creationId xmlns:p14="http://schemas.microsoft.com/office/powerpoint/2010/main" val="758439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1"/>
          <p:cNvSpPr>
            <a:spLocks noChangeArrowheads="1"/>
          </p:cNvSpPr>
          <p:nvPr/>
        </p:nvSpPr>
        <p:spPr bwMode="auto">
          <a:xfrm>
            <a:off x="447350" y="435732"/>
            <a:ext cx="207936" cy="600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102645" tIns="53375" rIns="102645" bIns="53375">
            <a:spAutoFit/>
          </a:bodyPr>
          <a:lstStyle/>
          <a:p>
            <a:pPr>
              <a:buClrTx/>
              <a:tabLst>
                <a:tab pos="0" algn="l"/>
                <a:tab pos="1042873" algn="l"/>
                <a:tab pos="2085746" algn="l"/>
                <a:tab pos="3128620" algn="l"/>
                <a:tab pos="4171493" algn="l"/>
                <a:tab pos="5214366" algn="l"/>
                <a:tab pos="6257239" algn="l"/>
                <a:tab pos="7300112" algn="l"/>
                <a:tab pos="8342986" algn="l"/>
                <a:tab pos="9385859" algn="l"/>
                <a:tab pos="10428732" algn="l"/>
                <a:tab pos="11471605" algn="l"/>
              </a:tabLst>
              <a:defRPr/>
            </a:pPr>
            <a:r>
              <a:rPr lang="en-US" sz="3200" b="1">
                <a:solidFill>
                  <a:srgbClr val="820288"/>
                </a:solidFill>
                <a:latin typeface="Times New Roman" charset="0"/>
                <a:ea typeface="ＭＳ Ｐゴシック" charset="0"/>
                <a:cs typeface="unifont" charset="0"/>
              </a:rPr>
              <a:t>	</a:t>
            </a:r>
          </a:p>
        </p:txBody>
      </p:sp>
      <p:sp>
        <p:nvSpPr>
          <p:cNvPr id="94210" name="Rectangle 2"/>
          <p:cNvSpPr>
            <a:spLocks noChangeArrowheads="1"/>
          </p:cNvSpPr>
          <p:nvPr/>
        </p:nvSpPr>
        <p:spPr bwMode="auto">
          <a:xfrm>
            <a:off x="534591" y="1679928"/>
            <a:ext cx="9711730" cy="40550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02645" tIns="53375" rIns="102645" bIns="53375">
            <a:spAutoFit/>
          </a:bodyPr>
          <a:lstStyle/>
          <a:p>
            <a:pPr>
              <a:spcBef>
                <a:spcPts val="2851"/>
              </a:spcBef>
              <a:buClrTx/>
              <a:tabLst>
                <a:tab pos="0" algn="l"/>
                <a:tab pos="1042873" algn="l"/>
                <a:tab pos="2085746" algn="l"/>
                <a:tab pos="3128620" algn="l"/>
                <a:tab pos="4171493" algn="l"/>
                <a:tab pos="5214366" algn="l"/>
                <a:tab pos="6257239" algn="l"/>
                <a:tab pos="7300112" algn="l"/>
                <a:tab pos="8342986" algn="l"/>
                <a:tab pos="9385859" algn="l"/>
                <a:tab pos="10428732" algn="l"/>
                <a:tab pos="11471605" algn="l"/>
              </a:tabLst>
              <a:defRPr/>
            </a:pPr>
            <a:endParaRPr lang="en-US" sz="4600" b="1">
              <a:solidFill>
                <a:srgbClr val="76027C"/>
              </a:solidFill>
              <a:latin typeface="Times New Roman" charset="0"/>
              <a:ea typeface="ＭＳ Ｐゴシック" charset="0"/>
              <a:cs typeface="unifont" charset="0"/>
            </a:endParaRPr>
          </a:p>
          <a:p>
            <a:pPr>
              <a:spcBef>
                <a:spcPts val="2851"/>
              </a:spcBef>
              <a:buClrTx/>
              <a:tabLst>
                <a:tab pos="0" algn="l"/>
                <a:tab pos="1042873" algn="l"/>
                <a:tab pos="2085746" algn="l"/>
                <a:tab pos="3128620" algn="l"/>
                <a:tab pos="4171493" algn="l"/>
                <a:tab pos="5214366" algn="l"/>
                <a:tab pos="6257239" algn="l"/>
                <a:tab pos="7300112" algn="l"/>
                <a:tab pos="8342986" algn="l"/>
                <a:tab pos="9385859" algn="l"/>
                <a:tab pos="10428732" algn="l"/>
                <a:tab pos="11471605" algn="l"/>
              </a:tabLst>
              <a:defRPr/>
            </a:pPr>
            <a:endParaRPr lang="en-US" sz="4600" b="1">
              <a:solidFill>
                <a:srgbClr val="76027C"/>
              </a:solidFill>
              <a:latin typeface="Times New Roman" charset="0"/>
              <a:ea typeface="ＭＳ Ｐゴシック" charset="0"/>
              <a:cs typeface="unifont" charset="0"/>
            </a:endParaRPr>
          </a:p>
          <a:p>
            <a:pPr>
              <a:spcBef>
                <a:spcPts val="2851"/>
              </a:spcBef>
              <a:buClrTx/>
              <a:tabLst>
                <a:tab pos="0" algn="l"/>
                <a:tab pos="1042873" algn="l"/>
                <a:tab pos="2085746" algn="l"/>
                <a:tab pos="3128620" algn="l"/>
                <a:tab pos="4171493" algn="l"/>
                <a:tab pos="5214366" algn="l"/>
                <a:tab pos="6257239" algn="l"/>
                <a:tab pos="7300112" algn="l"/>
                <a:tab pos="8342986" algn="l"/>
                <a:tab pos="9385859" algn="l"/>
                <a:tab pos="10428732" algn="l"/>
                <a:tab pos="11471605" algn="l"/>
              </a:tabLst>
              <a:defRPr/>
            </a:pPr>
            <a:endParaRPr lang="en-US" sz="4600" b="1">
              <a:solidFill>
                <a:srgbClr val="76027C"/>
              </a:solidFill>
              <a:latin typeface="Times New Roman" charset="0"/>
              <a:ea typeface="ＭＳ Ｐゴシック" charset="0"/>
              <a:cs typeface="unifont" charset="0"/>
            </a:endParaRPr>
          </a:p>
          <a:p>
            <a:pPr>
              <a:spcBef>
                <a:spcPts val="2851"/>
              </a:spcBef>
              <a:buClrTx/>
              <a:tabLst>
                <a:tab pos="0" algn="l"/>
                <a:tab pos="1042873" algn="l"/>
                <a:tab pos="2085746" algn="l"/>
                <a:tab pos="3128620" algn="l"/>
                <a:tab pos="4171493" algn="l"/>
                <a:tab pos="5214366" algn="l"/>
                <a:tab pos="6257239" algn="l"/>
                <a:tab pos="7300112" algn="l"/>
                <a:tab pos="8342986" algn="l"/>
                <a:tab pos="9385859" algn="l"/>
                <a:tab pos="10428732" algn="l"/>
                <a:tab pos="11471605" algn="l"/>
              </a:tabLst>
              <a:defRPr/>
            </a:pPr>
            <a:endParaRPr lang="en-US" sz="4600" b="1">
              <a:solidFill>
                <a:srgbClr val="76027C"/>
              </a:solidFill>
              <a:latin typeface="Times New Roman" charset="0"/>
              <a:ea typeface="ＭＳ Ｐゴシック" charset="0"/>
              <a:cs typeface="unifont" charset="0"/>
            </a:endParaRPr>
          </a:p>
        </p:txBody>
      </p:sp>
      <p:sp>
        <p:nvSpPr>
          <p:cNvPr id="94211" name="Text Box 3"/>
          <p:cNvSpPr txBox="1">
            <a:spLocks noChangeArrowheads="1"/>
          </p:cNvSpPr>
          <p:nvPr/>
        </p:nvSpPr>
        <p:spPr bwMode="auto">
          <a:xfrm>
            <a:off x="890984" y="1763924"/>
            <a:ext cx="9088041" cy="50527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02645" tIns="53375" rIns="102645" bIns="53375">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5pPr>
            <a:lvl6pPr marL="25146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6pPr>
            <a:lvl7pPr marL="29718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7pPr>
            <a:lvl8pPr marL="34290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8pPr>
            <a:lvl9pPr marL="38862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9pPr>
          </a:lstStyle>
          <a:p>
            <a:pPr marL="457200" indent="-457200">
              <a:spcBef>
                <a:spcPts val="1996"/>
              </a:spcBef>
              <a:buClrTx/>
              <a:buFont typeface="Arial" panose="020B0604020202020204" pitchFamily="34" charset="0"/>
              <a:buChar char="•"/>
              <a:defRPr/>
            </a:pPr>
            <a:r>
              <a:rPr lang="en-US" sz="3200" dirty="0">
                <a:solidFill>
                  <a:srgbClr val="000000"/>
                </a:solidFill>
              </a:rPr>
              <a:t>Each node in WAN is router accepts input packet, examines destination address, and forwards packet on to telecommunications line.</a:t>
            </a:r>
          </a:p>
          <a:p>
            <a:pPr>
              <a:spcBef>
                <a:spcPts val="1996"/>
              </a:spcBef>
              <a:buClrTx/>
              <a:defRPr/>
            </a:pPr>
            <a:r>
              <a:rPr lang="en-US" sz="3200" dirty="0">
                <a:solidFill>
                  <a:srgbClr val="000000"/>
                </a:solidFill>
              </a:rPr>
              <a:t>Question:  How does router decide which line to transmit on?</a:t>
            </a:r>
          </a:p>
          <a:p>
            <a:pPr>
              <a:spcBef>
                <a:spcPts val="1996"/>
              </a:spcBef>
              <a:buClrTx/>
              <a:defRPr/>
            </a:pPr>
            <a:r>
              <a:rPr lang="en-US" sz="3200" dirty="0">
                <a:solidFill>
                  <a:srgbClr val="000000"/>
                </a:solidFill>
              </a:rPr>
              <a:t>Answer:  Router must select one transmission line to provide path to destination in optimal manner.  Often many possible routes exist between sender and receiver.</a:t>
            </a:r>
          </a:p>
        </p:txBody>
      </p:sp>
      <p:sp>
        <p:nvSpPr>
          <p:cNvPr id="94212" name="Text Box 4"/>
          <p:cNvSpPr txBox="1">
            <a:spLocks noChangeArrowheads="1"/>
          </p:cNvSpPr>
          <p:nvPr/>
        </p:nvSpPr>
        <p:spPr bwMode="auto">
          <a:xfrm>
            <a:off x="712788" y="316737"/>
            <a:ext cx="9088041" cy="775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02645" tIns="53375" rIns="102645" bIns="53375"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5pPr>
            <a:lvl6pPr marL="25146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6pPr>
            <a:lvl7pPr marL="29718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7pPr>
            <a:lvl8pPr marL="34290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8pPr>
            <a:lvl9pPr marL="38862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9pPr>
          </a:lstStyle>
          <a:p>
            <a:pPr algn="ctr">
              <a:buClrTx/>
              <a:buFontTx/>
              <a:buNone/>
              <a:defRPr/>
            </a:pPr>
            <a:r>
              <a:rPr lang="en-US" sz="4600" b="1">
                <a:latin typeface="Arial" charset="0"/>
              </a:rPr>
              <a:t>Routing</a:t>
            </a:r>
          </a:p>
        </p:txBody>
      </p:sp>
      <p:sp>
        <p:nvSpPr>
          <p:cNvPr id="2" name="Date Placeholder 1">
            <a:extLst>
              <a:ext uri="{FF2B5EF4-FFF2-40B4-BE49-F238E27FC236}">
                <a16:creationId xmlns:a16="http://schemas.microsoft.com/office/drawing/2014/main" id="{C6D4FDC4-2094-4774-8DA4-589285CC9FF8}"/>
              </a:ext>
            </a:extLst>
          </p:cNvPr>
          <p:cNvSpPr>
            <a:spLocks noGrp="1"/>
          </p:cNvSpPr>
          <p:nvPr>
            <p:ph type="dt" sz="half" idx="10"/>
          </p:nvPr>
        </p:nvSpPr>
        <p:spPr/>
        <p:txBody>
          <a:bodyPr/>
          <a:lstStyle/>
          <a:p>
            <a:pPr>
              <a:defRPr/>
            </a:pPr>
            <a:fld id="{62985D7D-07BA-463D-ADD6-C185FA035CE1}" type="datetime1">
              <a:rPr lang="en-GB" smtClean="0"/>
              <a:t>22/01/2025</a:t>
            </a:fld>
            <a:endParaRPr lang="en-GB"/>
          </a:p>
        </p:txBody>
      </p:sp>
    </p:spTree>
    <p:extLst>
      <p:ext uri="{BB962C8B-B14F-4D97-AF65-F5344CB8AC3E}">
        <p14:creationId xmlns:p14="http://schemas.microsoft.com/office/powerpoint/2010/main" val="97898103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1"/>
          <p:cNvSpPr>
            <a:spLocks noChangeArrowheads="1"/>
          </p:cNvSpPr>
          <p:nvPr/>
        </p:nvSpPr>
        <p:spPr bwMode="auto">
          <a:xfrm>
            <a:off x="447350" y="435732"/>
            <a:ext cx="207936" cy="600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102645" tIns="53375" rIns="102645" bIns="53375">
            <a:spAutoFit/>
          </a:bodyPr>
          <a:lstStyle/>
          <a:p>
            <a:pPr>
              <a:buClrTx/>
              <a:tabLst>
                <a:tab pos="0" algn="l"/>
                <a:tab pos="1042873" algn="l"/>
                <a:tab pos="2085746" algn="l"/>
                <a:tab pos="3128620" algn="l"/>
                <a:tab pos="4171493" algn="l"/>
                <a:tab pos="5214366" algn="l"/>
                <a:tab pos="6257239" algn="l"/>
                <a:tab pos="7300112" algn="l"/>
                <a:tab pos="8342986" algn="l"/>
                <a:tab pos="9385859" algn="l"/>
                <a:tab pos="10428732" algn="l"/>
                <a:tab pos="11471605" algn="l"/>
              </a:tabLst>
              <a:defRPr/>
            </a:pPr>
            <a:r>
              <a:rPr lang="en-US" sz="3200" b="1">
                <a:solidFill>
                  <a:srgbClr val="A703AF"/>
                </a:solidFill>
                <a:latin typeface="Times New Roman" charset="0"/>
                <a:ea typeface="ＭＳ Ｐゴシック" charset="0"/>
                <a:cs typeface="unifont" charset="0"/>
              </a:rPr>
              <a:t>	</a:t>
            </a:r>
          </a:p>
        </p:txBody>
      </p:sp>
      <p:sp>
        <p:nvSpPr>
          <p:cNvPr id="96258" name="Rectangle 2"/>
          <p:cNvSpPr>
            <a:spLocks noChangeArrowheads="1"/>
          </p:cNvSpPr>
          <p:nvPr/>
        </p:nvSpPr>
        <p:spPr bwMode="auto">
          <a:xfrm>
            <a:off x="534591" y="1679928"/>
            <a:ext cx="9711730" cy="40550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02645" tIns="53375" rIns="102645" bIns="53375">
            <a:spAutoFit/>
          </a:bodyPr>
          <a:lstStyle/>
          <a:p>
            <a:pPr>
              <a:spcBef>
                <a:spcPts val="2851"/>
              </a:spcBef>
              <a:buClrTx/>
              <a:tabLst>
                <a:tab pos="0" algn="l"/>
                <a:tab pos="1042873" algn="l"/>
                <a:tab pos="2085746" algn="l"/>
                <a:tab pos="3128620" algn="l"/>
                <a:tab pos="4171493" algn="l"/>
                <a:tab pos="5214366" algn="l"/>
                <a:tab pos="6257239" algn="l"/>
                <a:tab pos="7300112" algn="l"/>
                <a:tab pos="8342986" algn="l"/>
                <a:tab pos="9385859" algn="l"/>
                <a:tab pos="10428732" algn="l"/>
                <a:tab pos="11471605" algn="l"/>
              </a:tabLst>
              <a:defRPr/>
            </a:pPr>
            <a:endParaRPr lang="en-US" sz="4600" b="1">
              <a:solidFill>
                <a:srgbClr val="76027C"/>
              </a:solidFill>
              <a:latin typeface="Times New Roman" charset="0"/>
              <a:ea typeface="ＭＳ Ｐゴシック" charset="0"/>
              <a:cs typeface="unifont" charset="0"/>
            </a:endParaRPr>
          </a:p>
          <a:p>
            <a:pPr>
              <a:spcBef>
                <a:spcPts val="2851"/>
              </a:spcBef>
              <a:buClrTx/>
              <a:tabLst>
                <a:tab pos="0" algn="l"/>
                <a:tab pos="1042873" algn="l"/>
                <a:tab pos="2085746" algn="l"/>
                <a:tab pos="3128620" algn="l"/>
                <a:tab pos="4171493" algn="l"/>
                <a:tab pos="5214366" algn="l"/>
                <a:tab pos="6257239" algn="l"/>
                <a:tab pos="7300112" algn="l"/>
                <a:tab pos="8342986" algn="l"/>
                <a:tab pos="9385859" algn="l"/>
                <a:tab pos="10428732" algn="l"/>
                <a:tab pos="11471605" algn="l"/>
              </a:tabLst>
              <a:defRPr/>
            </a:pPr>
            <a:endParaRPr lang="en-US" sz="4600" b="1">
              <a:solidFill>
                <a:srgbClr val="76027C"/>
              </a:solidFill>
              <a:latin typeface="Times New Roman" charset="0"/>
              <a:ea typeface="ＭＳ Ｐゴシック" charset="0"/>
              <a:cs typeface="unifont" charset="0"/>
            </a:endParaRPr>
          </a:p>
          <a:p>
            <a:pPr>
              <a:spcBef>
                <a:spcPts val="2851"/>
              </a:spcBef>
              <a:buClrTx/>
              <a:tabLst>
                <a:tab pos="0" algn="l"/>
                <a:tab pos="1042873" algn="l"/>
                <a:tab pos="2085746" algn="l"/>
                <a:tab pos="3128620" algn="l"/>
                <a:tab pos="4171493" algn="l"/>
                <a:tab pos="5214366" algn="l"/>
                <a:tab pos="6257239" algn="l"/>
                <a:tab pos="7300112" algn="l"/>
                <a:tab pos="8342986" algn="l"/>
                <a:tab pos="9385859" algn="l"/>
                <a:tab pos="10428732" algn="l"/>
                <a:tab pos="11471605" algn="l"/>
              </a:tabLst>
              <a:defRPr/>
            </a:pPr>
            <a:endParaRPr lang="en-US" sz="4600" b="1">
              <a:solidFill>
                <a:srgbClr val="76027C"/>
              </a:solidFill>
              <a:latin typeface="Times New Roman" charset="0"/>
              <a:ea typeface="ＭＳ Ｐゴシック" charset="0"/>
              <a:cs typeface="unifont" charset="0"/>
            </a:endParaRPr>
          </a:p>
          <a:p>
            <a:pPr>
              <a:spcBef>
                <a:spcPts val="2851"/>
              </a:spcBef>
              <a:buClrTx/>
              <a:tabLst>
                <a:tab pos="0" algn="l"/>
                <a:tab pos="1042873" algn="l"/>
                <a:tab pos="2085746" algn="l"/>
                <a:tab pos="3128620" algn="l"/>
                <a:tab pos="4171493" algn="l"/>
                <a:tab pos="5214366" algn="l"/>
                <a:tab pos="6257239" algn="l"/>
                <a:tab pos="7300112" algn="l"/>
                <a:tab pos="8342986" algn="l"/>
                <a:tab pos="9385859" algn="l"/>
                <a:tab pos="10428732" algn="l"/>
                <a:tab pos="11471605" algn="l"/>
              </a:tabLst>
              <a:defRPr/>
            </a:pPr>
            <a:endParaRPr lang="en-US" sz="4600" b="1">
              <a:solidFill>
                <a:srgbClr val="76027C"/>
              </a:solidFill>
              <a:latin typeface="Times New Roman" charset="0"/>
              <a:ea typeface="ＭＳ Ｐゴシック" charset="0"/>
              <a:cs typeface="unifont" charset="0"/>
            </a:endParaRPr>
          </a:p>
        </p:txBody>
      </p:sp>
      <p:sp>
        <p:nvSpPr>
          <p:cNvPr id="96259" name="Text Box 3"/>
          <p:cNvSpPr txBox="1">
            <a:spLocks noChangeArrowheads="1"/>
          </p:cNvSpPr>
          <p:nvPr/>
        </p:nvSpPr>
        <p:spPr bwMode="auto">
          <a:xfrm>
            <a:off x="712788" y="1847920"/>
            <a:ext cx="9088041" cy="4575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02645" tIns="53375" rIns="102645" bIns="53375">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5pPr>
            <a:lvl6pPr marL="25146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6pPr>
            <a:lvl7pPr marL="29718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7pPr>
            <a:lvl8pPr marL="34290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8pPr>
            <a:lvl9pPr marL="38862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9pPr>
          </a:lstStyle>
          <a:p>
            <a:pPr marL="521437" indent="-521437">
              <a:spcBef>
                <a:spcPts val="2281"/>
              </a:spcBef>
              <a:buClrTx/>
              <a:buFont typeface="Arial"/>
              <a:buChar char="•"/>
              <a:defRPr/>
            </a:pPr>
            <a:r>
              <a:rPr lang="en-US" sz="3600" dirty="0">
                <a:solidFill>
                  <a:srgbClr val="000000"/>
                </a:solidFill>
              </a:rPr>
              <a:t>Subnet with vertices and telecommunication links is essentially weighted network graph.</a:t>
            </a:r>
          </a:p>
          <a:p>
            <a:pPr marL="521437" indent="-521437">
              <a:spcBef>
                <a:spcPts val="2281"/>
              </a:spcBef>
              <a:buClrTx/>
              <a:buFont typeface="Arial"/>
              <a:buChar char="•"/>
              <a:defRPr/>
            </a:pPr>
            <a:r>
              <a:rPr lang="en-US" sz="3600" dirty="0">
                <a:solidFill>
                  <a:srgbClr val="000000"/>
                </a:solidFill>
              </a:rPr>
              <a:t>Telecommunication links between vertices have cost associated with them.</a:t>
            </a:r>
          </a:p>
          <a:p>
            <a:pPr marL="521437" indent="-521437">
              <a:spcBef>
                <a:spcPts val="2281"/>
              </a:spcBef>
              <a:buClrTx/>
              <a:buFont typeface="Arial"/>
              <a:buChar char="•"/>
              <a:defRPr/>
            </a:pPr>
            <a:r>
              <a:rPr lang="en-US" sz="3600" dirty="0">
                <a:solidFill>
                  <a:srgbClr val="000000"/>
                </a:solidFill>
              </a:rPr>
              <a:t>Cost could be delay cost, queue size cost, limiting speed, or simply financial amount for using that link.</a:t>
            </a:r>
          </a:p>
        </p:txBody>
      </p:sp>
      <p:sp>
        <p:nvSpPr>
          <p:cNvPr id="96260" name="Text Box 4"/>
          <p:cNvSpPr txBox="1">
            <a:spLocks noChangeArrowheads="1"/>
          </p:cNvSpPr>
          <p:nvPr/>
        </p:nvSpPr>
        <p:spPr bwMode="auto">
          <a:xfrm>
            <a:off x="712788" y="316737"/>
            <a:ext cx="9088041" cy="775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02645" tIns="53375" rIns="102645" bIns="53375"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5pPr>
            <a:lvl6pPr marL="25146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6pPr>
            <a:lvl7pPr marL="29718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7pPr>
            <a:lvl8pPr marL="34290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8pPr>
            <a:lvl9pPr marL="38862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9pPr>
          </a:lstStyle>
          <a:p>
            <a:pPr algn="ctr">
              <a:buClrTx/>
              <a:buFontTx/>
              <a:buNone/>
              <a:defRPr/>
            </a:pPr>
            <a:r>
              <a:rPr lang="en-US" sz="4600" b="1" dirty="0">
                <a:solidFill>
                  <a:srgbClr val="000000"/>
                </a:solidFill>
                <a:latin typeface="Arial" charset="0"/>
              </a:rPr>
              <a:t>Routing</a:t>
            </a:r>
          </a:p>
        </p:txBody>
      </p:sp>
      <p:sp>
        <p:nvSpPr>
          <p:cNvPr id="2" name="Date Placeholder 1">
            <a:extLst>
              <a:ext uri="{FF2B5EF4-FFF2-40B4-BE49-F238E27FC236}">
                <a16:creationId xmlns:a16="http://schemas.microsoft.com/office/drawing/2014/main" id="{7EEEE714-161C-4646-A31A-D08668699E83}"/>
              </a:ext>
            </a:extLst>
          </p:cNvPr>
          <p:cNvSpPr>
            <a:spLocks noGrp="1"/>
          </p:cNvSpPr>
          <p:nvPr>
            <p:ph type="dt" sz="half" idx="10"/>
          </p:nvPr>
        </p:nvSpPr>
        <p:spPr/>
        <p:txBody>
          <a:bodyPr/>
          <a:lstStyle/>
          <a:p>
            <a:pPr>
              <a:defRPr/>
            </a:pPr>
            <a:fld id="{A0B02932-99FC-487B-B99A-9EE738AD10AF}" type="datetime1">
              <a:rPr lang="en-GB" smtClean="0"/>
              <a:t>22/01/2025</a:t>
            </a:fld>
            <a:endParaRPr lang="en-GB"/>
          </a:p>
        </p:txBody>
      </p:sp>
    </p:spTree>
    <p:extLst>
      <p:ext uri="{BB962C8B-B14F-4D97-AF65-F5344CB8AC3E}">
        <p14:creationId xmlns:p14="http://schemas.microsoft.com/office/powerpoint/2010/main" val="297555670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1"/>
          <p:cNvSpPr>
            <a:spLocks noChangeArrowheads="1"/>
          </p:cNvSpPr>
          <p:nvPr/>
        </p:nvSpPr>
        <p:spPr bwMode="auto">
          <a:xfrm>
            <a:off x="447350" y="435732"/>
            <a:ext cx="1260147" cy="600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102645" tIns="53375" rIns="102645" bIns="53375">
            <a:spAutoFit/>
          </a:bodyPr>
          <a:lstStyle/>
          <a:p>
            <a:pPr>
              <a:buClrTx/>
              <a:tabLst>
                <a:tab pos="0" algn="l"/>
                <a:tab pos="1042873" algn="l"/>
                <a:tab pos="2085746" algn="l"/>
                <a:tab pos="3128620" algn="l"/>
                <a:tab pos="4171493" algn="l"/>
                <a:tab pos="5214366" algn="l"/>
                <a:tab pos="6257239" algn="l"/>
                <a:tab pos="7300112" algn="l"/>
                <a:tab pos="8342986" algn="l"/>
                <a:tab pos="9385859" algn="l"/>
                <a:tab pos="10428732" algn="l"/>
                <a:tab pos="11471605" algn="l"/>
              </a:tabLst>
              <a:defRPr/>
            </a:pPr>
            <a:r>
              <a:rPr lang="en-US" sz="3200" b="1">
                <a:solidFill>
                  <a:srgbClr val="820288"/>
                </a:solidFill>
                <a:latin typeface="Times New Roman" charset="0"/>
                <a:ea typeface="ＭＳ Ｐゴシック" charset="0"/>
                <a:cs typeface="unifont" charset="0"/>
              </a:rPr>
              <a:t>	   </a:t>
            </a:r>
            <a:r>
              <a:rPr lang="en-US" sz="3200" b="1">
                <a:solidFill>
                  <a:srgbClr val="A703AF"/>
                </a:solidFill>
                <a:latin typeface="Times New Roman" charset="0"/>
                <a:ea typeface="ＭＳ Ｐゴシック" charset="0"/>
                <a:cs typeface="unifont" charset="0"/>
              </a:rPr>
              <a:t>	</a:t>
            </a:r>
          </a:p>
        </p:txBody>
      </p:sp>
      <p:sp>
        <p:nvSpPr>
          <p:cNvPr id="97282" name="Rectangle 2"/>
          <p:cNvSpPr>
            <a:spLocks noChangeArrowheads="1"/>
          </p:cNvSpPr>
          <p:nvPr/>
        </p:nvSpPr>
        <p:spPr bwMode="auto">
          <a:xfrm>
            <a:off x="534591" y="1679928"/>
            <a:ext cx="9711730" cy="40550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02645" tIns="53375" rIns="102645" bIns="53375">
            <a:spAutoFit/>
          </a:bodyPr>
          <a:lstStyle/>
          <a:p>
            <a:pPr>
              <a:spcBef>
                <a:spcPts val="2851"/>
              </a:spcBef>
              <a:buClrTx/>
              <a:tabLst>
                <a:tab pos="0" algn="l"/>
                <a:tab pos="1042873" algn="l"/>
                <a:tab pos="2085746" algn="l"/>
                <a:tab pos="3128620" algn="l"/>
                <a:tab pos="4171493" algn="l"/>
                <a:tab pos="5214366" algn="l"/>
                <a:tab pos="6257239" algn="l"/>
                <a:tab pos="7300112" algn="l"/>
                <a:tab pos="8342986" algn="l"/>
                <a:tab pos="9385859" algn="l"/>
                <a:tab pos="10428732" algn="l"/>
                <a:tab pos="11471605" algn="l"/>
              </a:tabLst>
              <a:defRPr/>
            </a:pPr>
            <a:endParaRPr lang="en-US" sz="4600" b="1">
              <a:solidFill>
                <a:srgbClr val="76027C"/>
              </a:solidFill>
              <a:latin typeface="Times New Roman" charset="0"/>
              <a:ea typeface="ＭＳ Ｐゴシック" charset="0"/>
              <a:cs typeface="unifont" charset="0"/>
            </a:endParaRPr>
          </a:p>
          <a:p>
            <a:pPr>
              <a:spcBef>
                <a:spcPts val="2851"/>
              </a:spcBef>
              <a:buClrTx/>
              <a:tabLst>
                <a:tab pos="0" algn="l"/>
                <a:tab pos="1042873" algn="l"/>
                <a:tab pos="2085746" algn="l"/>
                <a:tab pos="3128620" algn="l"/>
                <a:tab pos="4171493" algn="l"/>
                <a:tab pos="5214366" algn="l"/>
                <a:tab pos="6257239" algn="l"/>
                <a:tab pos="7300112" algn="l"/>
                <a:tab pos="8342986" algn="l"/>
                <a:tab pos="9385859" algn="l"/>
                <a:tab pos="10428732" algn="l"/>
                <a:tab pos="11471605" algn="l"/>
              </a:tabLst>
              <a:defRPr/>
            </a:pPr>
            <a:endParaRPr lang="en-US" sz="4600" b="1">
              <a:solidFill>
                <a:srgbClr val="76027C"/>
              </a:solidFill>
              <a:latin typeface="Times New Roman" charset="0"/>
              <a:ea typeface="ＭＳ Ｐゴシック" charset="0"/>
              <a:cs typeface="unifont" charset="0"/>
            </a:endParaRPr>
          </a:p>
          <a:p>
            <a:pPr>
              <a:spcBef>
                <a:spcPts val="2851"/>
              </a:spcBef>
              <a:buClrTx/>
              <a:tabLst>
                <a:tab pos="0" algn="l"/>
                <a:tab pos="1042873" algn="l"/>
                <a:tab pos="2085746" algn="l"/>
                <a:tab pos="3128620" algn="l"/>
                <a:tab pos="4171493" algn="l"/>
                <a:tab pos="5214366" algn="l"/>
                <a:tab pos="6257239" algn="l"/>
                <a:tab pos="7300112" algn="l"/>
                <a:tab pos="8342986" algn="l"/>
                <a:tab pos="9385859" algn="l"/>
                <a:tab pos="10428732" algn="l"/>
                <a:tab pos="11471605" algn="l"/>
              </a:tabLst>
              <a:defRPr/>
            </a:pPr>
            <a:endParaRPr lang="en-US" sz="4600" b="1">
              <a:solidFill>
                <a:srgbClr val="76027C"/>
              </a:solidFill>
              <a:latin typeface="Times New Roman" charset="0"/>
              <a:ea typeface="ＭＳ Ｐゴシック" charset="0"/>
              <a:cs typeface="unifont" charset="0"/>
            </a:endParaRPr>
          </a:p>
          <a:p>
            <a:pPr>
              <a:spcBef>
                <a:spcPts val="2851"/>
              </a:spcBef>
              <a:buClrTx/>
              <a:tabLst>
                <a:tab pos="0" algn="l"/>
                <a:tab pos="1042873" algn="l"/>
                <a:tab pos="2085746" algn="l"/>
                <a:tab pos="3128620" algn="l"/>
                <a:tab pos="4171493" algn="l"/>
                <a:tab pos="5214366" algn="l"/>
                <a:tab pos="6257239" algn="l"/>
                <a:tab pos="7300112" algn="l"/>
                <a:tab pos="8342986" algn="l"/>
                <a:tab pos="9385859" algn="l"/>
                <a:tab pos="10428732" algn="l"/>
                <a:tab pos="11471605" algn="l"/>
              </a:tabLst>
              <a:defRPr/>
            </a:pPr>
            <a:endParaRPr lang="en-US" sz="4600" b="1">
              <a:solidFill>
                <a:srgbClr val="76027C"/>
              </a:solidFill>
              <a:latin typeface="Times New Roman" charset="0"/>
              <a:ea typeface="ＭＳ Ｐゴシック" charset="0"/>
              <a:cs typeface="unifont" charset="0"/>
            </a:endParaRPr>
          </a:p>
        </p:txBody>
      </p:sp>
      <p:sp>
        <p:nvSpPr>
          <p:cNvPr id="97283" name="Text Box 3"/>
          <p:cNvSpPr txBox="1">
            <a:spLocks noChangeArrowheads="1"/>
          </p:cNvSpPr>
          <p:nvPr/>
        </p:nvSpPr>
        <p:spPr bwMode="auto">
          <a:xfrm>
            <a:off x="801886" y="1931917"/>
            <a:ext cx="9088041" cy="5039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104287" tIns="52144" rIns="104287" bIns="52144" anchor="ctr"/>
          <a:lstStyle/>
          <a:p>
            <a:pPr>
              <a:buFont typeface="Times New Roman" charset="0"/>
              <a:buNone/>
              <a:defRPr/>
            </a:pPr>
            <a:endParaRPr lang="en-US">
              <a:latin typeface="Times New Roman" charset="0"/>
              <a:ea typeface="ＭＳ Ｐゴシック" charset="0"/>
              <a:cs typeface="unifont" charset="0"/>
            </a:endParaRPr>
          </a:p>
        </p:txBody>
      </p:sp>
      <p:pic>
        <p:nvPicPr>
          <p:cNvPr id="97284" name="Picture 4"/>
          <p:cNvPicPr>
            <a:picLocks noChangeAspect="1" noChangeArrowheads="1"/>
          </p:cNvPicPr>
          <p:nvPr/>
        </p:nvPicPr>
        <p:blipFill>
          <a:blip r:embed="rId3"/>
          <a:srcRect/>
          <a:stretch>
            <a:fillRect/>
          </a:stretch>
        </p:blipFill>
        <p:spPr bwMode="auto">
          <a:xfrm>
            <a:off x="293283" y="335986"/>
            <a:ext cx="9921483" cy="669871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sp>
        <p:nvSpPr>
          <p:cNvPr id="2" name="TextBox 1"/>
          <p:cNvSpPr txBox="1"/>
          <p:nvPr/>
        </p:nvSpPr>
        <p:spPr>
          <a:xfrm>
            <a:off x="171291" y="1527192"/>
            <a:ext cx="1812263" cy="923330"/>
          </a:xfrm>
          <a:prstGeom prst="rect">
            <a:avLst/>
          </a:prstGeom>
          <a:solidFill>
            <a:schemeClr val="bg1"/>
          </a:solidFill>
        </p:spPr>
        <p:txBody>
          <a:bodyPr wrap="square" rtlCol="0">
            <a:spAutoFit/>
          </a:bodyPr>
          <a:lstStyle/>
          <a:p>
            <a:r>
              <a:rPr lang="en-GB" b="1" dirty="0">
                <a:solidFill>
                  <a:schemeClr val="tx1"/>
                </a:solidFill>
              </a:rPr>
              <a:t>A simple example of a network graph</a:t>
            </a:r>
          </a:p>
        </p:txBody>
      </p:sp>
      <p:sp>
        <p:nvSpPr>
          <p:cNvPr id="3" name="TextBox 2"/>
          <p:cNvSpPr txBox="1"/>
          <p:nvPr/>
        </p:nvSpPr>
        <p:spPr>
          <a:xfrm>
            <a:off x="2393578" y="6084093"/>
            <a:ext cx="7704856" cy="369332"/>
          </a:xfrm>
          <a:prstGeom prst="rect">
            <a:avLst/>
          </a:prstGeom>
          <a:noFill/>
        </p:spPr>
        <p:txBody>
          <a:bodyPr wrap="square" rtlCol="0">
            <a:spAutoFit/>
          </a:bodyPr>
          <a:lstStyle/>
          <a:p>
            <a:pPr algn="ctr"/>
            <a:r>
              <a:rPr lang="en-GB" b="1" i="1" dirty="0">
                <a:solidFill>
                  <a:schemeClr val="tx1"/>
                </a:solidFill>
              </a:rPr>
              <a:t>Note</a:t>
            </a:r>
            <a:r>
              <a:rPr lang="en-GB" i="1" dirty="0">
                <a:solidFill>
                  <a:schemeClr val="tx1"/>
                </a:solidFill>
              </a:rPr>
              <a:t>:  the use of the words </a:t>
            </a:r>
            <a:r>
              <a:rPr lang="en-GB" b="1" i="1" dirty="0">
                <a:solidFill>
                  <a:schemeClr val="tx1"/>
                </a:solidFill>
              </a:rPr>
              <a:t>Vertex (Node)</a:t>
            </a:r>
            <a:r>
              <a:rPr lang="en-GB" i="1" dirty="0">
                <a:solidFill>
                  <a:schemeClr val="tx1"/>
                </a:solidFill>
              </a:rPr>
              <a:t> and </a:t>
            </a:r>
            <a:r>
              <a:rPr lang="en-GB" b="1" i="1" dirty="0">
                <a:solidFill>
                  <a:schemeClr val="tx1"/>
                </a:solidFill>
              </a:rPr>
              <a:t>Edge (link)</a:t>
            </a:r>
            <a:endParaRPr lang="en-GB" i="1" dirty="0">
              <a:solidFill>
                <a:schemeClr val="tx1"/>
              </a:solidFill>
            </a:endParaRPr>
          </a:p>
        </p:txBody>
      </p:sp>
      <p:sp>
        <p:nvSpPr>
          <p:cNvPr id="4" name="Date Placeholder 3">
            <a:extLst>
              <a:ext uri="{FF2B5EF4-FFF2-40B4-BE49-F238E27FC236}">
                <a16:creationId xmlns:a16="http://schemas.microsoft.com/office/drawing/2014/main" id="{9BB4687E-9DFC-4ED3-8C2B-2D7CA3095B86}"/>
              </a:ext>
            </a:extLst>
          </p:cNvPr>
          <p:cNvSpPr>
            <a:spLocks noGrp="1"/>
          </p:cNvSpPr>
          <p:nvPr>
            <p:ph type="dt" sz="half" idx="10"/>
          </p:nvPr>
        </p:nvSpPr>
        <p:spPr/>
        <p:txBody>
          <a:bodyPr/>
          <a:lstStyle/>
          <a:p>
            <a:pPr>
              <a:defRPr/>
            </a:pPr>
            <a:fld id="{B676F475-AE93-47BC-88E2-BA0B811D1879}" type="datetime1">
              <a:rPr lang="en-GB" smtClean="0"/>
              <a:t>22/01/2025</a:t>
            </a:fld>
            <a:endParaRPr lang="en-GB"/>
          </a:p>
        </p:txBody>
      </p:sp>
    </p:spTree>
    <p:extLst>
      <p:ext uri="{BB962C8B-B14F-4D97-AF65-F5344CB8AC3E}">
        <p14:creationId xmlns:p14="http://schemas.microsoft.com/office/powerpoint/2010/main" val="409777893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Rectangle 3"/>
          <p:cNvSpPr>
            <a:spLocks noGrp="1" noChangeArrowheads="1"/>
          </p:cNvSpPr>
          <p:nvPr>
            <p:ph type="title"/>
          </p:nvPr>
        </p:nvSpPr>
        <p:spPr>
          <a:xfrm>
            <a:off x="449263" y="1042988"/>
            <a:ext cx="9810750" cy="946150"/>
          </a:xfrm>
        </p:spPr>
        <p:txBody>
          <a:bodyPr lIns="89827" tIns="44021" rIns="89827" bIns="44021"/>
          <a:lstStyle/>
          <a:p>
            <a:pPr eaLnBrk="1" hangingPunct="1">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 pos="9353550" algn="l"/>
              </a:tabLst>
            </a:pPr>
            <a:r>
              <a:rPr lang="en-GB" altLang="en-US" sz="4400" b="1">
                <a:latin typeface="Arial" pitchFamily="34" charset="0"/>
                <a:ea typeface="DejaVu Sans"/>
                <a:cs typeface="DejaVu Sans"/>
              </a:rPr>
              <a:t>Backbone and Access Networks</a:t>
            </a:r>
          </a:p>
        </p:txBody>
      </p:sp>
      <p:sp>
        <p:nvSpPr>
          <p:cNvPr id="154630" name="Rectangle 4"/>
          <p:cNvSpPr>
            <a:spLocks noGrp="1" noChangeArrowheads="1"/>
          </p:cNvSpPr>
          <p:nvPr>
            <p:ph idx="1"/>
          </p:nvPr>
        </p:nvSpPr>
        <p:spPr>
          <a:xfrm>
            <a:off x="1096963" y="2484438"/>
            <a:ext cx="4608983" cy="3660775"/>
          </a:xfrm>
        </p:spPr>
        <p:txBody>
          <a:bodyPr lIns="89827" tIns="44021" rIns="89827" bIns="44021" rtlCol="0">
            <a:normAutofit fontScale="62500" lnSpcReduction="20000"/>
          </a:bodyPr>
          <a:lstStyle/>
          <a:p>
            <a:pPr marL="328252" indent="-328252" defTabSz="521245" eaLnBrk="1" fontAlgn="auto" hangingPunct="1">
              <a:lnSpc>
                <a:spcPct val="104000"/>
              </a:lnSpc>
              <a:spcAft>
                <a:spcPts val="0"/>
              </a:spcAft>
              <a:buFont typeface="Times New Roman" charset="0"/>
              <a:buChar char="•"/>
              <a:tabLst>
                <a:tab pos="328252" algn="l"/>
                <a:tab pos="432400" algn="l"/>
                <a:tab pos="878994" algn="l"/>
                <a:tab pos="1325610" algn="l"/>
                <a:tab pos="1772225" algn="l"/>
                <a:tab pos="2218806" algn="l"/>
                <a:tab pos="2665415" algn="l"/>
                <a:tab pos="3112021" algn="l"/>
                <a:tab pos="3558629" algn="l"/>
                <a:tab pos="4005240" algn="l"/>
                <a:tab pos="4451833" algn="l"/>
                <a:tab pos="4898438" algn="l"/>
                <a:tab pos="5345040" algn="l"/>
                <a:tab pos="5791647" algn="l"/>
                <a:tab pos="6238251" algn="l"/>
                <a:tab pos="6684856" algn="l"/>
                <a:tab pos="7131458" algn="l"/>
                <a:tab pos="7578065" algn="l"/>
                <a:tab pos="8024664" algn="l"/>
                <a:tab pos="8471266" algn="l"/>
                <a:tab pos="8917880" algn="l"/>
              </a:tabLst>
              <a:defRPr/>
            </a:pPr>
            <a:r>
              <a:rPr lang="en-GB" dirty="0">
                <a:latin typeface="Arial" charset="0"/>
                <a:ea typeface="DejaVu Sans" charset="0"/>
                <a:cs typeface="DejaVu Sans" charset="0"/>
              </a:rPr>
              <a:t>WANs can be split into two parts</a:t>
            </a:r>
          </a:p>
          <a:p>
            <a:pPr marL="783865" lvl="1" indent="-328252" defTabSz="521245" eaLnBrk="1" fontAlgn="auto" hangingPunct="1">
              <a:lnSpc>
                <a:spcPct val="104000"/>
              </a:lnSpc>
              <a:spcAft>
                <a:spcPts val="0"/>
              </a:spcAft>
              <a:buFont typeface="Times New Roman" charset="0"/>
              <a:buChar char="•"/>
              <a:tabLst>
                <a:tab pos="328252" algn="l"/>
                <a:tab pos="432400" algn="l"/>
                <a:tab pos="878994" algn="l"/>
                <a:tab pos="1325610" algn="l"/>
                <a:tab pos="1772225" algn="l"/>
                <a:tab pos="2218806" algn="l"/>
                <a:tab pos="2665415" algn="l"/>
                <a:tab pos="3112021" algn="l"/>
                <a:tab pos="3558629" algn="l"/>
                <a:tab pos="4005240" algn="l"/>
                <a:tab pos="4451833" algn="l"/>
                <a:tab pos="4898438" algn="l"/>
                <a:tab pos="5345040" algn="l"/>
                <a:tab pos="5791647" algn="l"/>
                <a:tab pos="6238251" algn="l"/>
                <a:tab pos="6684856" algn="l"/>
                <a:tab pos="7131458" algn="l"/>
                <a:tab pos="7578065" algn="l"/>
                <a:tab pos="8024664" algn="l"/>
                <a:tab pos="8471266" algn="l"/>
                <a:tab pos="8917880" algn="l"/>
              </a:tabLst>
              <a:defRPr/>
            </a:pPr>
            <a:r>
              <a:rPr lang="en-GB" dirty="0">
                <a:latin typeface="Arial" charset="0"/>
                <a:ea typeface="DejaVu Sans" charset="0"/>
                <a:cs typeface="DejaVu Sans" charset="0"/>
              </a:rPr>
              <a:t>Backbone network linking main centre</a:t>
            </a:r>
          </a:p>
          <a:p>
            <a:pPr marL="783865" lvl="1" indent="-328252" defTabSz="521245" eaLnBrk="1" fontAlgn="auto" hangingPunct="1">
              <a:lnSpc>
                <a:spcPct val="104000"/>
              </a:lnSpc>
              <a:spcAft>
                <a:spcPts val="0"/>
              </a:spcAft>
              <a:buFont typeface="Times New Roman" charset="0"/>
              <a:buChar char="•"/>
              <a:tabLst>
                <a:tab pos="328252" algn="l"/>
                <a:tab pos="432400" algn="l"/>
                <a:tab pos="878994" algn="l"/>
                <a:tab pos="1325610" algn="l"/>
                <a:tab pos="1772225" algn="l"/>
                <a:tab pos="2218806" algn="l"/>
                <a:tab pos="2665415" algn="l"/>
                <a:tab pos="3112021" algn="l"/>
                <a:tab pos="3558629" algn="l"/>
                <a:tab pos="4005240" algn="l"/>
                <a:tab pos="4451833" algn="l"/>
                <a:tab pos="4898438" algn="l"/>
                <a:tab pos="5345040" algn="l"/>
                <a:tab pos="5791647" algn="l"/>
                <a:tab pos="6238251" algn="l"/>
                <a:tab pos="6684856" algn="l"/>
                <a:tab pos="7131458" algn="l"/>
                <a:tab pos="7578065" algn="l"/>
                <a:tab pos="8024664" algn="l"/>
                <a:tab pos="8471266" algn="l"/>
                <a:tab pos="8917880" algn="l"/>
              </a:tabLst>
              <a:defRPr/>
            </a:pPr>
            <a:r>
              <a:rPr lang="en-GB" dirty="0">
                <a:latin typeface="Arial" charset="0"/>
                <a:ea typeface="DejaVu Sans" charset="0"/>
                <a:cs typeface="DejaVu Sans" charset="0"/>
              </a:rPr>
              <a:t>Access networks linking endpoints to nearest backbone node</a:t>
            </a:r>
          </a:p>
          <a:p>
            <a:pPr marL="328252" indent="-328252" defTabSz="521245" eaLnBrk="1" fontAlgn="auto" hangingPunct="1">
              <a:lnSpc>
                <a:spcPct val="104000"/>
              </a:lnSpc>
              <a:spcAft>
                <a:spcPts val="0"/>
              </a:spcAft>
              <a:buFont typeface="Times New Roman" charset="0"/>
              <a:buChar char="•"/>
              <a:tabLst>
                <a:tab pos="328252" algn="l"/>
                <a:tab pos="432400" algn="l"/>
                <a:tab pos="878994" algn="l"/>
                <a:tab pos="1325610" algn="l"/>
                <a:tab pos="1772225" algn="l"/>
                <a:tab pos="2218806" algn="l"/>
                <a:tab pos="2665415" algn="l"/>
                <a:tab pos="3112021" algn="l"/>
                <a:tab pos="3558629" algn="l"/>
                <a:tab pos="4005240" algn="l"/>
                <a:tab pos="4451833" algn="l"/>
                <a:tab pos="4898438" algn="l"/>
                <a:tab pos="5345040" algn="l"/>
                <a:tab pos="5791647" algn="l"/>
                <a:tab pos="6238251" algn="l"/>
                <a:tab pos="6684856" algn="l"/>
                <a:tab pos="7131458" algn="l"/>
                <a:tab pos="7578065" algn="l"/>
                <a:tab pos="8024664" algn="l"/>
                <a:tab pos="8471266" algn="l"/>
                <a:tab pos="8917880" algn="l"/>
              </a:tabLst>
              <a:defRPr/>
            </a:pPr>
            <a:r>
              <a:rPr lang="en-GB" dirty="0">
                <a:latin typeface="Arial" charset="0"/>
                <a:ea typeface="DejaVu Sans" charset="0"/>
                <a:cs typeface="DejaVu Sans" charset="0"/>
              </a:rPr>
              <a:t>Both aspects of the network need design</a:t>
            </a:r>
          </a:p>
          <a:p>
            <a:pPr marL="328252" indent="-328252" defTabSz="521245" eaLnBrk="1" fontAlgn="auto" hangingPunct="1">
              <a:lnSpc>
                <a:spcPct val="104000"/>
              </a:lnSpc>
              <a:spcAft>
                <a:spcPts val="0"/>
              </a:spcAft>
              <a:buFont typeface="Times New Roman" charset="0"/>
              <a:buChar char="•"/>
              <a:tabLst>
                <a:tab pos="328252" algn="l"/>
                <a:tab pos="432400" algn="l"/>
                <a:tab pos="878994" algn="l"/>
                <a:tab pos="1325610" algn="l"/>
                <a:tab pos="1772225" algn="l"/>
                <a:tab pos="2218806" algn="l"/>
                <a:tab pos="2665415" algn="l"/>
                <a:tab pos="3112021" algn="l"/>
                <a:tab pos="3558629" algn="l"/>
                <a:tab pos="4005240" algn="l"/>
                <a:tab pos="4451833" algn="l"/>
                <a:tab pos="4898438" algn="l"/>
                <a:tab pos="5345040" algn="l"/>
                <a:tab pos="5791647" algn="l"/>
                <a:tab pos="6238251" algn="l"/>
                <a:tab pos="6684856" algn="l"/>
                <a:tab pos="7131458" algn="l"/>
                <a:tab pos="7578065" algn="l"/>
                <a:tab pos="8024664" algn="l"/>
                <a:tab pos="8471266" algn="l"/>
                <a:tab pos="8917880" algn="l"/>
              </a:tabLst>
              <a:defRPr/>
            </a:pPr>
            <a:r>
              <a:rPr lang="en-GB" dirty="0">
                <a:latin typeface="Arial" charset="0"/>
                <a:ea typeface="DejaVu Sans" charset="0"/>
                <a:cs typeface="DejaVu Sans" charset="0"/>
              </a:rPr>
              <a:t>Different rules apply to each type </a:t>
            </a:r>
          </a:p>
        </p:txBody>
      </p:sp>
      <p:sp>
        <p:nvSpPr>
          <p:cNvPr id="154627" name="Rectangle 1"/>
          <p:cNvSpPr>
            <a:spLocks noChangeArrowheads="1"/>
          </p:cNvSpPr>
          <p:nvPr/>
        </p:nvSpPr>
        <p:spPr bwMode="auto">
          <a:xfrm>
            <a:off x="801688" y="6888163"/>
            <a:ext cx="22272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894" tIns="45447" rIns="90894" bIns="45447"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800"/>
          </a:p>
        </p:txBody>
      </p:sp>
      <p:sp>
        <p:nvSpPr>
          <p:cNvPr id="154628" name="Rectangle 2"/>
          <p:cNvSpPr>
            <a:spLocks noChangeArrowheads="1"/>
          </p:cNvSpPr>
          <p:nvPr/>
        </p:nvSpPr>
        <p:spPr bwMode="auto">
          <a:xfrm>
            <a:off x="3652838" y="6888163"/>
            <a:ext cx="3386137"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894" tIns="45447" rIns="90894" bIns="45447"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800"/>
          </a:p>
        </p:txBody>
      </p:sp>
      <p:sp>
        <p:nvSpPr>
          <p:cNvPr id="2" name="Date Placeholder 1">
            <a:extLst>
              <a:ext uri="{FF2B5EF4-FFF2-40B4-BE49-F238E27FC236}">
                <a16:creationId xmlns:a16="http://schemas.microsoft.com/office/drawing/2014/main" id="{81981ACD-03C2-439F-802A-3B9E2233E789}"/>
              </a:ext>
            </a:extLst>
          </p:cNvPr>
          <p:cNvSpPr>
            <a:spLocks noGrp="1"/>
          </p:cNvSpPr>
          <p:nvPr>
            <p:ph type="dt" sz="half" idx="10"/>
          </p:nvPr>
        </p:nvSpPr>
        <p:spPr/>
        <p:txBody>
          <a:bodyPr/>
          <a:lstStyle/>
          <a:p>
            <a:fld id="{12250927-8FB2-4179-B46D-CBB81F78A25F}" type="datetime1">
              <a:rPr lang="en-GB" altLang="en-US" smtClean="0"/>
              <a:t>22/01/2025</a:t>
            </a:fld>
            <a:endParaRPr lang="en-US" altLang="en-US"/>
          </a:p>
        </p:txBody>
      </p:sp>
      <p:pic>
        <p:nvPicPr>
          <p:cNvPr id="1026" name="Picture 2">
            <a:extLst>
              <a:ext uri="{FF2B5EF4-FFF2-40B4-BE49-F238E27FC236}">
                <a16:creationId xmlns:a16="http://schemas.microsoft.com/office/drawing/2014/main" id="{0F2A1DD6-5A4D-4AD5-8A4D-6DF2736131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21095" y="2195661"/>
            <a:ext cx="4095750" cy="34480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Rectangle 3"/>
          <p:cNvSpPr>
            <a:spLocks noGrp="1" noChangeArrowheads="1"/>
          </p:cNvSpPr>
          <p:nvPr>
            <p:ph type="title"/>
          </p:nvPr>
        </p:nvSpPr>
        <p:spPr>
          <a:xfrm>
            <a:off x="881063" y="611188"/>
            <a:ext cx="9088437" cy="1260475"/>
          </a:xfrm>
        </p:spPr>
        <p:txBody>
          <a:bodyPr lIns="89827" tIns="44021" rIns="89827" bIns="44021"/>
          <a:lstStyle/>
          <a:p>
            <a:pPr eaLnBrk="1" hangingPunct="1">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pPr>
            <a:r>
              <a:rPr lang="en-GB" altLang="en-US" sz="4400" b="1">
                <a:latin typeface="Arial" pitchFamily="34" charset="0"/>
                <a:ea typeface="DejaVu Sans"/>
                <a:cs typeface="DejaVu Sans"/>
              </a:rPr>
              <a:t>WAN Design</a:t>
            </a:r>
          </a:p>
        </p:txBody>
      </p:sp>
      <p:sp>
        <p:nvSpPr>
          <p:cNvPr id="15364" name="Rectangle 4"/>
          <p:cNvSpPr>
            <a:spLocks noGrp="1" noChangeArrowheads="1"/>
          </p:cNvSpPr>
          <p:nvPr>
            <p:ph idx="1"/>
          </p:nvPr>
        </p:nvSpPr>
        <p:spPr>
          <a:xfrm>
            <a:off x="1096963" y="2627313"/>
            <a:ext cx="9088437" cy="3479800"/>
          </a:xfrm>
        </p:spPr>
        <p:txBody>
          <a:bodyPr lIns="89827" tIns="44021" rIns="89827" bIns="44021" rtlCol="0">
            <a:normAutofit fontScale="92500"/>
          </a:bodyPr>
          <a:lstStyle/>
          <a:p>
            <a:pPr marL="328252" indent="-328252" defTabSz="521245" eaLnBrk="1" fontAlgn="auto" hangingPunct="1">
              <a:lnSpc>
                <a:spcPct val="104000"/>
              </a:lnSpc>
              <a:spcAft>
                <a:spcPts val="0"/>
              </a:spcAft>
              <a:buFont typeface="Times New Roman" charset="0"/>
              <a:buChar char="•"/>
              <a:tabLst>
                <a:tab pos="328252" algn="l"/>
                <a:tab pos="432400" algn="l"/>
                <a:tab pos="878994" algn="l"/>
                <a:tab pos="1325610" algn="l"/>
                <a:tab pos="1772225" algn="l"/>
                <a:tab pos="2218806" algn="l"/>
                <a:tab pos="2665415" algn="l"/>
                <a:tab pos="3112021" algn="l"/>
                <a:tab pos="3558629" algn="l"/>
                <a:tab pos="4005240" algn="l"/>
                <a:tab pos="4451833" algn="l"/>
                <a:tab pos="4898438" algn="l"/>
                <a:tab pos="5345040" algn="l"/>
                <a:tab pos="5791647" algn="l"/>
                <a:tab pos="6238251" algn="l"/>
                <a:tab pos="6684856" algn="l"/>
                <a:tab pos="7131458" algn="l"/>
                <a:tab pos="7578065" algn="l"/>
                <a:tab pos="8024664" algn="l"/>
                <a:tab pos="8471266" algn="l"/>
                <a:tab pos="8917880" algn="l"/>
              </a:tabLst>
              <a:defRPr/>
            </a:pPr>
            <a:r>
              <a:rPr lang="en-GB" dirty="0">
                <a:latin typeface="Arial" charset="0"/>
                <a:ea typeface="DejaVu Sans" charset="0"/>
                <a:cs typeface="DejaVu Sans" charset="0"/>
              </a:rPr>
              <a:t>Wide area networks constructed from private circuits (leased lines) need careful design to:</a:t>
            </a:r>
          </a:p>
          <a:p>
            <a:pPr marL="783865" lvl="1" indent="-328252" defTabSz="521245" eaLnBrk="1" fontAlgn="auto" hangingPunct="1">
              <a:lnSpc>
                <a:spcPct val="104000"/>
              </a:lnSpc>
              <a:spcAft>
                <a:spcPts val="0"/>
              </a:spcAft>
              <a:buFont typeface="Times New Roman" charset="0"/>
              <a:buChar char="•"/>
              <a:tabLst>
                <a:tab pos="328252" algn="l"/>
                <a:tab pos="432400" algn="l"/>
                <a:tab pos="878994" algn="l"/>
                <a:tab pos="1325610" algn="l"/>
                <a:tab pos="1772225" algn="l"/>
                <a:tab pos="2218806" algn="l"/>
                <a:tab pos="2665415" algn="l"/>
                <a:tab pos="3112021" algn="l"/>
                <a:tab pos="3558629" algn="l"/>
                <a:tab pos="4005240" algn="l"/>
                <a:tab pos="4451833" algn="l"/>
                <a:tab pos="4898438" algn="l"/>
                <a:tab pos="5345040" algn="l"/>
                <a:tab pos="5791647" algn="l"/>
                <a:tab pos="6238251" algn="l"/>
                <a:tab pos="6684856" algn="l"/>
                <a:tab pos="7131458" algn="l"/>
                <a:tab pos="7578065" algn="l"/>
                <a:tab pos="8024664" algn="l"/>
                <a:tab pos="8471266" algn="l"/>
                <a:tab pos="8917880" algn="l"/>
              </a:tabLst>
              <a:defRPr/>
            </a:pPr>
            <a:r>
              <a:rPr lang="en-GB" dirty="0">
                <a:latin typeface="Arial" charset="0"/>
                <a:ea typeface="DejaVu Sans" charset="0"/>
                <a:cs typeface="DejaVu Sans" charset="0"/>
              </a:rPr>
              <a:t>optimise performance </a:t>
            </a:r>
          </a:p>
          <a:p>
            <a:pPr marL="783865" lvl="1" indent="-328252" defTabSz="521245" eaLnBrk="1" fontAlgn="auto" hangingPunct="1">
              <a:lnSpc>
                <a:spcPct val="104000"/>
              </a:lnSpc>
              <a:spcAft>
                <a:spcPts val="0"/>
              </a:spcAft>
              <a:buFont typeface="Times New Roman" charset="0"/>
              <a:buChar char="•"/>
              <a:tabLst>
                <a:tab pos="328252" algn="l"/>
                <a:tab pos="432400" algn="l"/>
                <a:tab pos="878994" algn="l"/>
                <a:tab pos="1325610" algn="l"/>
                <a:tab pos="1772225" algn="l"/>
                <a:tab pos="2218806" algn="l"/>
                <a:tab pos="2665415" algn="l"/>
                <a:tab pos="3112021" algn="l"/>
                <a:tab pos="3558629" algn="l"/>
                <a:tab pos="4005240" algn="l"/>
                <a:tab pos="4451833" algn="l"/>
                <a:tab pos="4898438" algn="l"/>
                <a:tab pos="5345040" algn="l"/>
                <a:tab pos="5791647" algn="l"/>
                <a:tab pos="6238251" algn="l"/>
                <a:tab pos="6684856" algn="l"/>
                <a:tab pos="7131458" algn="l"/>
                <a:tab pos="7578065" algn="l"/>
                <a:tab pos="8024664" algn="l"/>
                <a:tab pos="8471266" algn="l"/>
                <a:tab pos="8917880" algn="l"/>
              </a:tabLst>
              <a:defRPr/>
            </a:pPr>
            <a:r>
              <a:rPr lang="en-GB" dirty="0">
                <a:latin typeface="Arial" charset="0"/>
                <a:ea typeface="DejaVu Sans" charset="0"/>
                <a:cs typeface="DejaVu Sans" charset="0"/>
              </a:rPr>
              <a:t>minimise costs</a:t>
            </a:r>
          </a:p>
          <a:p>
            <a:pPr marL="783865" lvl="1" indent="-328252" defTabSz="521245" eaLnBrk="1" fontAlgn="auto" hangingPunct="1">
              <a:lnSpc>
                <a:spcPct val="104000"/>
              </a:lnSpc>
              <a:spcAft>
                <a:spcPts val="0"/>
              </a:spcAft>
              <a:buFont typeface="Times New Roman" charset="0"/>
              <a:buChar char="•"/>
              <a:tabLst>
                <a:tab pos="328252" algn="l"/>
                <a:tab pos="432400" algn="l"/>
                <a:tab pos="878994" algn="l"/>
                <a:tab pos="1325610" algn="l"/>
                <a:tab pos="1772225" algn="l"/>
                <a:tab pos="2218806" algn="l"/>
                <a:tab pos="2665415" algn="l"/>
                <a:tab pos="3112021" algn="l"/>
                <a:tab pos="3558629" algn="l"/>
                <a:tab pos="4005240" algn="l"/>
                <a:tab pos="4451833" algn="l"/>
                <a:tab pos="4898438" algn="l"/>
                <a:tab pos="5345040" algn="l"/>
                <a:tab pos="5791647" algn="l"/>
                <a:tab pos="6238251" algn="l"/>
                <a:tab pos="6684856" algn="l"/>
                <a:tab pos="7131458" algn="l"/>
                <a:tab pos="7578065" algn="l"/>
                <a:tab pos="8024664" algn="l"/>
                <a:tab pos="8471266" algn="l"/>
                <a:tab pos="8917880" algn="l"/>
              </a:tabLst>
              <a:defRPr/>
            </a:pPr>
            <a:r>
              <a:rPr lang="en-GB" dirty="0">
                <a:latin typeface="Arial" charset="0"/>
                <a:ea typeface="DejaVu Sans" charset="0"/>
                <a:cs typeface="DejaVu Sans" charset="0"/>
              </a:rPr>
              <a:t>provide adequate service</a:t>
            </a:r>
          </a:p>
          <a:p>
            <a:pPr marL="783865" lvl="1" indent="-328252" defTabSz="521245" eaLnBrk="1" fontAlgn="auto" hangingPunct="1">
              <a:lnSpc>
                <a:spcPct val="104000"/>
              </a:lnSpc>
              <a:spcAft>
                <a:spcPts val="0"/>
              </a:spcAft>
              <a:buFont typeface="Times New Roman" charset="0"/>
              <a:buChar char="•"/>
              <a:tabLst>
                <a:tab pos="328252" algn="l"/>
                <a:tab pos="432400" algn="l"/>
                <a:tab pos="878994" algn="l"/>
                <a:tab pos="1325610" algn="l"/>
                <a:tab pos="1772225" algn="l"/>
                <a:tab pos="2218806" algn="l"/>
                <a:tab pos="2665415" algn="l"/>
                <a:tab pos="3112021" algn="l"/>
                <a:tab pos="3558629" algn="l"/>
                <a:tab pos="4005240" algn="l"/>
                <a:tab pos="4451833" algn="l"/>
                <a:tab pos="4898438" algn="l"/>
                <a:tab pos="5345040" algn="l"/>
                <a:tab pos="5791647" algn="l"/>
                <a:tab pos="6238251" algn="l"/>
                <a:tab pos="6684856" algn="l"/>
                <a:tab pos="7131458" algn="l"/>
                <a:tab pos="7578065" algn="l"/>
                <a:tab pos="8024664" algn="l"/>
                <a:tab pos="8471266" algn="l"/>
                <a:tab pos="8917880" algn="l"/>
              </a:tabLst>
              <a:defRPr/>
            </a:pPr>
            <a:r>
              <a:rPr lang="en-GB" dirty="0">
                <a:latin typeface="Arial" charset="0"/>
                <a:ea typeface="DejaVu Sans" charset="0"/>
                <a:cs typeface="DejaVu Sans" charset="0"/>
              </a:rPr>
              <a:t>allow redundancy for fault tolerance</a:t>
            </a:r>
          </a:p>
        </p:txBody>
      </p:sp>
      <p:sp>
        <p:nvSpPr>
          <p:cNvPr id="152579" name="Rectangle 1"/>
          <p:cNvSpPr>
            <a:spLocks noChangeArrowheads="1"/>
          </p:cNvSpPr>
          <p:nvPr/>
        </p:nvSpPr>
        <p:spPr bwMode="auto">
          <a:xfrm>
            <a:off x="801688" y="6888163"/>
            <a:ext cx="22272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894" tIns="45447" rIns="90894" bIns="45447"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800"/>
          </a:p>
        </p:txBody>
      </p:sp>
      <p:sp>
        <p:nvSpPr>
          <p:cNvPr id="152580" name="Rectangle 2"/>
          <p:cNvSpPr>
            <a:spLocks noChangeArrowheads="1"/>
          </p:cNvSpPr>
          <p:nvPr/>
        </p:nvSpPr>
        <p:spPr bwMode="auto">
          <a:xfrm>
            <a:off x="3652838" y="6888163"/>
            <a:ext cx="3386137"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894" tIns="45447" rIns="90894" bIns="45447"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800"/>
          </a:p>
        </p:txBody>
      </p:sp>
      <p:sp>
        <p:nvSpPr>
          <p:cNvPr id="2" name="Date Placeholder 1">
            <a:extLst>
              <a:ext uri="{FF2B5EF4-FFF2-40B4-BE49-F238E27FC236}">
                <a16:creationId xmlns:a16="http://schemas.microsoft.com/office/drawing/2014/main" id="{C7EF1BEA-33AE-4125-B786-78D12CBF78CA}"/>
              </a:ext>
            </a:extLst>
          </p:cNvPr>
          <p:cNvSpPr>
            <a:spLocks noGrp="1"/>
          </p:cNvSpPr>
          <p:nvPr>
            <p:ph type="dt" sz="half" idx="10"/>
          </p:nvPr>
        </p:nvSpPr>
        <p:spPr/>
        <p:txBody>
          <a:bodyPr/>
          <a:lstStyle/>
          <a:p>
            <a:fld id="{3A40F88D-73C4-4D00-8B9E-7ED151CB3EFF}" type="datetime1">
              <a:rPr lang="en-GB" altLang="en-US" smtClean="0"/>
              <a:t>22/01/2025</a:t>
            </a:fld>
            <a:endParaRPr lang="en-US"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1536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additive="repl">
                                        <p:cTn id="10" dur="1" fill="hold">
                                          <p:stCondLst>
                                            <p:cond delay="0"/>
                                          </p:stCondLst>
                                        </p:cTn>
                                        <p:tgtEl>
                                          <p:spTgt spid="1536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additive="repl">
                                        <p:cTn id="14" dur="1" fill="hold">
                                          <p:stCondLst>
                                            <p:cond delay="0"/>
                                          </p:stCondLst>
                                        </p:cTn>
                                        <p:tgtEl>
                                          <p:spTgt spid="1536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additive="repl">
                                        <p:cTn id="18" dur="1" fill="hold">
                                          <p:stCondLst>
                                            <p:cond delay="0"/>
                                          </p:stCondLst>
                                        </p:cTn>
                                        <p:tgtEl>
                                          <p:spTgt spid="1536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additive="repl">
                                        <p:cTn id="22" dur="1" fill="hold">
                                          <p:stCondLst>
                                            <p:cond delay="0"/>
                                          </p:stCondLst>
                                        </p:cTn>
                                        <p:tgtEl>
                                          <p:spTgt spid="1536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Rectangle 3"/>
          <p:cNvSpPr>
            <a:spLocks noGrp="1" noChangeArrowheads="1"/>
          </p:cNvSpPr>
          <p:nvPr>
            <p:ph type="title"/>
          </p:nvPr>
        </p:nvSpPr>
        <p:spPr>
          <a:xfrm>
            <a:off x="377825" y="539750"/>
            <a:ext cx="9891713" cy="1079500"/>
          </a:xfrm>
        </p:spPr>
        <p:txBody>
          <a:bodyPr lIns="89827" tIns="44021" rIns="89827" bIns="44021"/>
          <a:lstStyle/>
          <a:p>
            <a:pPr eaLnBrk="1" hangingPunct="1">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 pos="9353550" algn="l"/>
              </a:tabLst>
            </a:pPr>
            <a:r>
              <a:rPr lang="en-GB" altLang="en-US" sz="4400" b="1">
                <a:latin typeface="Arial" pitchFamily="34" charset="0"/>
                <a:ea typeface="DejaVu Sans"/>
                <a:cs typeface="DejaVu Sans"/>
              </a:rPr>
              <a:t>Some Definitions</a:t>
            </a:r>
          </a:p>
        </p:txBody>
      </p:sp>
      <p:sp>
        <p:nvSpPr>
          <p:cNvPr id="158722" name="Rectangle 1"/>
          <p:cNvSpPr>
            <a:spLocks noChangeArrowheads="1"/>
          </p:cNvSpPr>
          <p:nvPr/>
        </p:nvSpPr>
        <p:spPr bwMode="auto">
          <a:xfrm>
            <a:off x="801688" y="6888163"/>
            <a:ext cx="22272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894" tIns="45447" rIns="90894" bIns="45447"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800"/>
          </a:p>
        </p:txBody>
      </p:sp>
      <p:sp>
        <p:nvSpPr>
          <p:cNvPr id="158723" name="Rectangle 2"/>
          <p:cNvSpPr>
            <a:spLocks noChangeArrowheads="1"/>
          </p:cNvSpPr>
          <p:nvPr/>
        </p:nvSpPr>
        <p:spPr bwMode="auto">
          <a:xfrm>
            <a:off x="3652838" y="6888163"/>
            <a:ext cx="3386137"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894" tIns="45447" rIns="90894" bIns="45447"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800"/>
          </a:p>
        </p:txBody>
      </p:sp>
      <p:sp>
        <p:nvSpPr>
          <p:cNvPr id="18436" name="Rectangle 4"/>
          <p:cNvSpPr>
            <a:spLocks noChangeArrowheads="1"/>
          </p:cNvSpPr>
          <p:nvPr/>
        </p:nvSpPr>
        <p:spPr bwMode="auto">
          <a:xfrm>
            <a:off x="809625" y="1835150"/>
            <a:ext cx="9088438" cy="5256213"/>
          </a:xfrm>
          <a:prstGeom prst="rect">
            <a:avLst/>
          </a:prstGeom>
          <a:noFill/>
          <a:ln w="9525">
            <a:noFill/>
            <a:round/>
            <a:headEnd/>
            <a:tailEnd/>
          </a:ln>
          <a:effectLst/>
        </p:spPr>
        <p:txBody>
          <a:bodyPr lIns="89827" tIns="44021" rIns="89827" bIns="44021"/>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25488" indent="-269875"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b="1" dirty="0">
                <a:solidFill>
                  <a:srgbClr val="000000"/>
                </a:solidFill>
              </a:rPr>
              <a:t>Graphs</a:t>
            </a:r>
          </a:p>
          <a:p>
            <a:pPr eaLnBrk="1" hangingPunct="1">
              <a:spcBef>
                <a:spcPts val="600"/>
              </a:spcBef>
            </a:pPr>
            <a:endParaRPr lang="en-GB" altLang="en-US" sz="2700" dirty="0">
              <a:solidFill>
                <a:srgbClr val="40458C"/>
              </a:solidFill>
              <a:effectLst>
                <a:outerShdw blurRad="38100" dist="38100" dir="2700000" algn="tl">
                  <a:srgbClr val="C0C0C0"/>
                </a:outerShdw>
              </a:effectLst>
            </a:endParaRPr>
          </a:p>
          <a:p>
            <a:pPr eaLnBrk="1" hangingPunct="1">
              <a:spcBef>
                <a:spcPts val="600"/>
              </a:spcBef>
            </a:pPr>
            <a:endParaRPr lang="en-GB" altLang="en-US" sz="2700" dirty="0">
              <a:solidFill>
                <a:srgbClr val="40458C"/>
              </a:solidFill>
              <a:effectLst>
                <a:outerShdw blurRad="38100" dist="38100" dir="2700000" algn="tl">
                  <a:srgbClr val="C0C0C0"/>
                </a:outerShdw>
              </a:effectLst>
            </a:endParaRPr>
          </a:p>
          <a:p>
            <a:pPr eaLnBrk="1" hangingPunct="1">
              <a:spcBef>
                <a:spcPts val="600"/>
              </a:spcBef>
            </a:pPr>
            <a:endParaRPr lang="en-GB" altLang="en-US" sz="2700" dirty="0">
              <a:solidFill>
                <a:srgbClr val="40458C"/>
              </a:solidFill>
              <a:effectLst>
                <a:outerShdw blurRad="38100" dist="38100" dir="2700000" algn="tl">
                  <a:srgbClr val="C0C0C0"/>
                </a:outerShdw>
              </a:effectLst>
            </a:endParaRPr>
          </a:p>
          <a:p>
            <a:pPr eaLnBrk="1" hangingPunct="1">
              <a:spcBef>
                <a:spcPts val="600"/>
              </a:spcBef>
            </a:pPr>
            <a:endParaRPr lang="en-GB" altLang="en-US" sz="2700" dirty="0">
              <a:solidFill>
                <a:srgbClr val="40458C"/>
              </a:solidFill>
              <a:effectLst>
                <a:outerShdw blurRad="38100" dist="38100" dir="2700000" algn="tl">
                  <a:srgbClr val="C0C0C0"/>
                </a:outerShdw>
              </a:effectLst>
            </a:endParaRPr>
          </a:p>
          <a:p>
            <a:pPr eaLnBrk="1" hangingPunct="1">
              <a:spcBef>
                <a:spcPts val="600"/>
              </a:spcBef>
            </a:pPr>
            <a:endParaRPr lang="en-GB" altLang="en-US" sz="2700" dirty="0">
              <a:solidFill>
                <a:srgbClr val="40458C"/>
              </a:solidFill>
              <a:effectLst>
                <a:outerShdw blurRad="38100" dist="38100" dir="2700000" algn="tl">
                  <a:srgbClr val="C0C0C0"/>
                </a:outerShdw>
              </a:effectLst>
            </a:endParaRPr>
          </a:p>
          <a:p>
            <a:pPr eaLnBrk="1" hangingPunct="1">
              <a:spcBef>
                <a:spcPts val="600"/>
              </a:spcBef>
            </a:pPr>
            <a:endParaRPr lang="en-GB" altLang="en-US" sz="2700" dirty="0">
              <a:solidFill>
                <a:srgbClr val="40458C"/>
              </a:solidFill>
              <a:effectLst>
                <a:outerShdw blurRad="38100" dist="38100" dir="2700000" algn="tl">
                  <a:srgbClr val="C0C0C0"/>
                </a:outerShdw>
              </a:effectLst>
            </a:endParaRPr>
          </a:p>
          <a:p>
            <a:pPr marL="342900" indent="-342900" eaLnBrk="1" hangingPunct="1">
              <a:buFont typeface="Arial" panose="020B0604020202020204" pitchFamily="34" charset="0"/>
              <a:buChar char="•"/>
            </a:pPr>
            <a:r>
              <a:rPr lang="en-GB" altLang="en-US" dirty="0">
                <a:solidFill>
                  <a:srgbClr val="000000"/>
                </a:solidFill>
              </a:rPr>
              <a:t>A,B,C etc. are vertices</a:t>
            </a:r>
          </a:p>
          <a:p>
            <a:pPr marL="342900" indent="-342900" eaLnBrk="1" hangingPunct="1">
              <a:buFont typeface="Arial" panose="020B0604020202020204" pitchFamily="34" charset="0"/>
              <a:buChar char="•"/>
            </a:pPr>
            <a:r>
              <a:rPr lang="en-GB" altLang="en-US" dirty="0">
                <a:solidFill>
                  <a:srgbClr val="000000"/>
                </a:solidFill>
              </a:rPr>
              <a:t> (A,X), (X,Y) etc. are edges</a:t>
            </a:r>
          </a:p>
          <a:p>
            <a:pPr marL="342900" indent="-342900" eaLnBrk="1" hangingPunct="1">
              <a:buFont typeface="Arial" panose="020B0604020202020204" pitchFamily="34" charset="0"/>
              <a:buChar char="•"/>
            </a:pPr>
            <a:r>
              <a:rPr lang="en-GB" altLang="en-US" dirty="0">
                <a:solidFill>
                  <a:srgbClr val="000000"/>
                </a:solidFill>
              </a:rPr>
              <a:t>P,Q,Z is a cycle (loop)</a:t>
            </a:r>
            <a:r>
              <a:rPr lang="ar-SA" altLang="en-US" dirty="0">
                <a:solidFill>
                  <a:srgbClr val="000000"/>
                </a:solidFill>
              </a:rPr>
              <a:t>‏</a:t>
            </a:r>
            <a:endParaRPr lang="en-GB" altLang="en-US" dirty="0">
              <a:solidFill>
                <a:srgbClr val="000000"/>
              </a:solidFill>
            </a:endParaRPr>
          </a:p>
          <a:p>
            <a:pPr marL="342900" indent="-342900" eaLnBrk="1" hangingPunct="1">
              <a:buFont typeface="Arial" panose="020B0604020202020204" pitchFamily="34" charset="0"/>
              <a:buChar char="•"/>
            </a:pPr>
            <a:r>
              <a:rPr lang="en-GB" altLang="en-US" dirty="0">
                <a:solidFill>
                  <a:srgbClr val="000000"/>
                </a:solidFill>
              </a:rPr>
              <a:t>Degree of a node is the number of edges at the node</a:t>
            </a:r>
          </a:p>
          <a:p>
            <a:pPr lvl="1" eaLnBrk="1" hangingPunct="1">
              <a:buFont typeface="Times New Roman" pitchFamily="18" charset="0"/>
              <a:buChar char="–"/>
            </a:pPr>
            <a:r>
              <a:rPr lang="en-GB" altLang="en-US" dirty="0">
                <a:solidFill>
                  <a:srgbClr val="000000"/>
                </a:solidFill>
              </a:rPr>
              <a:t>Degree Y =3, degree C=1</a:t>
            </a:r>
          </a:p>
        </p:txBody>
      </p:sp>
      <p:sp>
        <p:nvSpPr>
          <p:cNvPr id="158725" name="Line 5"/>
          <p:cNvSpPr>
            <a:spLocks noChangeShapeType="1"/>
          </p:cNvSpPr>
          <p:nvPr/>
        </p:nvSpPr>
        <p:spPr bwMode="auto">
          <a:xfrm flipH="1">
            <a:off x="3910013" y="2276475"/>
            <a:ext cx="290512" cy="823913"/>
          </a:xfrm>
          <a:prstGeom prst="line">
            <a:avLst/>
          </a:prstGeom>
          <a:noFill/>
          <a:ln w="12600">
            <a:solidFill>
              <a:srgbClr val="40458C"/>
            </a:solidFill>
            <a:miter lim="800000"/>
            <a:headEnd/>
            <a:tailEnd/>
          </a:ln>
          <a:extLst>
            <a:ext uri="{909E8E84-426E-40DD-AFC4-6F175D3DCCD1}">
              <a14:hiddenFill xmlns:a14="http://schemas.microsoft.com/office/drawing/2010/main">
                <a:noFill/>
              </a14:hiddenFill>
            </a:ext>
          </a:extLst>
        </p:spPr>
        <p:txBody>
          <a:bodyPr lIns="90894" tIns="45447" rIns="90894" bIns="45447"/>
          <a:lstStyle/>
          <a:p>
            <a:endParaRPr lang="en-GB"/>
          </a:p>
        </p:txBody>
      </p:sp>
      <p:sp>
        <p:nvSpPr>
          <p:cNvPr id="158726" name="Line 6"/>
          <p:cNvSpPr>
            <a:spLocks noChangeShapeType="1"/>
          </p:cNvSpPr>
          <p:nvPr/>
        </p:nvSpPr>
        <p:spPr bwMode="auto">
          <a:xfrm flipH="1">
            <a:off x="2662238" y="3116263"/>
            <a:ext cx="1270000" cy="571500"/>
          </a:xfrm>
          <a:prstGeom prst="line">
            <a:avLst/>
          </a:prstGeom>
          <a:noFill/>
          <a:ln w="12600">
            <a:solidFill>
              <a:srgbClr val="40458C"/>
            </a:solidFill>
            <a:miter lim="800000"/>
            <a:headEnd/>
            <a:tailEnd/>
          </a:ln>
          <a:extLst>
            <a:ext uri="{909E8E84-426E-40DD-AFC4-6F175D3DCCD1}">
              <a14:hiddenFill xmlns:a14="http://schemas.microsoft.com/office/drawing/2010/main">
                <a:noFill/>
              </a14:hiddenFill>
            </a:ext>
          </a:extLst>
        </p:spPr>
        <p:txBody>
          <a:bodyPr lIns="90894" tIns="45447" rIns="90894" bIns="45447"/>
          <a:lstStyle/>
          <a:p>
            <a:endParaRPr lang="en-GB"/>
          </a:p>
        </p:txBody>
      </p:sp>
      <p:sp>
        <p:nvSpPr>
          <p:cNvPr id="158727" name="Line 7"/>
          <p:cNvSpPr>
            <a:spLocks noChangeShapeType="1"/>
          </p:cNvSpPr>
          <p:nvPr/>
        </p:nvSpPr>
        <p:spPr bwMode="auto">
          <a:xfrm>
            <a:off x="2682875" y="3703638"/>
            <a:ext cx="3457575" cy="488950"/>
          </a:xfrm>
          <a:prstGeom prst="line">
            <a:avLst/>
          </a:prstGeom>
          <a:noFill/>
          <a:ln w="12600">
            <a:solidFill>
              <a:srgbClr val="40458C"/>
            </a:solidFill>
            <a:miter lim="800000"/>
            <a:headEnd/>
            <a:tailEnd/>
          </a:ln>
          <a:extLst>
            <a:ext uri="{909E8E84-426E-40DD-AFC4-6F175D3DCCD1}">
              <a14:hiddenFill xmlns:a14="http://schemas.microsoft.com/office/drawing/2010/main">
                <a:noFill/>
              </a14:hiddenFill>
            </a:ext>
          </a:extLst>
        </p:spPr>
        <p:txBody>
          <a:bodyPr lIns="90894" tIns="45447" rIns="90894" bIns="45447"/>
          <a:lstStyle/>
          <a:p>
            <a:endParaRPr lang="en-GB"/>
          </a:p>
        </p:txBody>
      </p:sp>
      <p:sp>
        <p:nvSpPr>
          <p:cNvPr id="158728" name="Line 8"/>
          <p:cNvSpPr>
            <a:spLocks noChangeShapeType="1"/>
          </p:cNvSpPr>
          <p:nvPr/>
        </p:nvSpPr>
        <p:spPr bwMode="auto">
          <a:xfrm>
            <a:off x="3929063" y="3116263"/>
            <a:ext cx="2211387" cy="1076325"/>
          </a:xfrm>
          <a:prstGeom prst="line">
            <a:avLst/>
          </a:prstGeom>
          <a:noFill/>
          <a:ln w="12600">
            <a:solidFill>
              <a:srgbClr val="40458C"/>
            </a:solidFill>
            <a:miter lim="800000"/>
            <a:headEnd/>
            <a:tailEnd/>
          </a:ln>
          <a:extLst>
            <a:ext uri="{909E8E84-426E-40DD-AFC4-6F175D3DCCD1}">
              <a14:hiddenFill xmlns:a14="http://schemas.microsoft.com/office/drawing/2010/main">
                <a:noFill/>
              </a14:hiddenFill>
            </a:ext>
          </a:extLst>
        </p:spPr>
        <p:txBody>
          <a:bodyPr lIns="90894" tIns="45447" rIns="90894" bIns="45447"/>
          <a:lstStyle/>
          <a:p>
            <a:endParaRPr lang="en-GB"/>
          </a:p>
        </p:txBody>
      </p:sp>
      <p:sp>
        <p:nvSpPr>
          <p:cNvPr id="158729" name="Line 9"/>
          <p:cNvSpPr>
            <a:spLocks noChangeShapeType="1"/>
          </p:cNvSpPr>
          <p:nvPr/>
        </p:nvSpPr>
        <p:spPr bwMode="auto">
          <a:xfrm flipH="1">
            <a:off x="6137275" y="2947988"/>
            <a:ext cx="290513" cy="1244600"/>
          </a:xfrm>
          <a:prstGeom prst="line">
            <a:avLst/>
          </a:prstGeom>
          <a:noFill/>
          <a:ln w="12600">
            <a:solidFill>
              <a:srgbClr val="40458C"/>
            </a:solidFill>
            <a:miter lim="800000"/>
            <a:headEnd/>
            <a:tailEnd/>
          </a:ln>
          <a:extLst>
            <a:ext uri="{909E8E84-426E-40DD-AFC4-6F175D3DCCD1}">
              <a14:hiddenFill xmlns:a14="http://schemas.microsoft.com/office/drawing/2010/main">
                <a:noFill/>
              </a14:hiddenFill>
            </a:ext>
          </a:extLst>
        </p:spPr>
        <p:txBody>
          <a:bodyPr lIns="90894" tIns="45447" rIns="90894" bIns="45447"/>
          <a:lstStyle/>
          <a:p>
            <a:endParaRPr lang="en-GB"/>
          </a:p>
        </p:txBody>
      </p:sp>
      <p:sp>
        <p:nvSpPr>
          <p:cNvPr id="158730" name="Line 10"/>
          <p:cNvSpPr>
            <a:spLocks noChangeShapeType="1"/>
          </p:cNvSpPr>
          <p:nvPr/>
        </p:nvSpPr>
        <p:spPr bwMode="auto">
          <a:xfrm flipH="1">
            <a:off x="1238250" y="3703638"/>
            <a:ext cx="1447800" cy="152400"/>
          </a:xfrm>
          <a:prstGeom prst="line">
            <a:avLst/>
          </a:prstGeom>
          <a:noFill/>
          <a:ln w="12600">
            <a:solidFill>
              <a:srgbClr val="40458C"/>
            </a:solidFill>
            <a:miter lim="800000"/>
            <a:headEnd/>
            <a:tailEnd/>
          </a:ln>
          <a:extLst>
            <a:ext uri="{909E8E84-426E-40DD-AFC4-6F175D3DCCD1}">
              <a14:hiddenFill xmlns:a14="http://schemas.microsoft.com/office/drawing/2010/main">
                <a:noFill/>
              </a14:hiddenFill>
            </a:ext>
          </a:extLst>
        </p:spPr>
        <p:txBody>
          <a:bodyPr lIns="90894" tIns="45447" rIns="90894" bIns="45447"/>
          <a:lstStyle/>
          <a:p>
            <a:endParaRPr lang="en-GB"/>
          </a:p>
        </p:txBody>
      </p:sp>
      <p:sp>
        <p:nvSpPr>
          <p:cNvPr id="158731" name="Line 11"/>
          <p:cNvSpPr>
            <a:spLocks noChangeShapeType="1"/>
          </p:cNvSpPr>
          <p:nvPr/>
        </p:nvSpPr>
        <p:spPr bwMode="auto">
          <a:xfrm>
            <a:off x="6156325" y="4208463"/>
            <a:ext cx="1498600" cy="488950"/>
          </a:xfrm>
          <a:prstGeom prst="line">
            <a:avLst/>
          </a:prstGeom>
          <a:noFill/>
          <a:ln w="12600">
            <a:solidFill>
              <a:srgbClr val="40458C"/>
            </a:solidFill>
            <a:miter lim="800000"/>
            <a:headEnd/>
            <a:tailEnd/>
          </a:ln>
          <a:extLst>
            <a:ext uri="{909E8E84-426E-40DD-AFC4-6F175D3DCCD1}">
              <a14:hiddenFill xmlns:a14="http://schemas.microsoft.com/office/drawing/2010/main">
                <a:noFill/>
              </a14:hiddenFill>
            </a:ext>
          </a:extLst>
        </p:spPr>
        <p:txBody>
          <a:bodyPr lIns="90894" tIns="45447" rIns="90894" bIns="45447"/>
          <a:lstStyle/>
          <a:p>
            <a:endParaRPr lang="en-GB"/>
          </a:p>
        </p:txBody>
      </p:sp>
      <p:sp>
        <p:nvSpPr>
          <p:cNvPr id="158732" name="Line 12"/>
          <p:cNvSpPr>
            <a:spLocks noChangeShapeType="1"/>
          </p:cNvSpPr>
          <p:nvPr/>
        </p:nvSpPr>
        <p:spPr bwMode="auto">
          <a:xfrm>
            <a:off x="6424613" y="2940050"/>
            <a:ext cx="1676400" cy="1588"/>
          </a:xfrm>
          <a:prstGeom prst="line">
            <a:avLst/>
          </a:prstGeom>
          <a:noFill/>
          <a:ln w="12600">
            <a:solidFill>
              <a:srgbClr val="40458C"/>
            </a:solidFill>
            <a:miter lim="800000"/>
            <a:headEnd/>
            <a:tailEnd/>
          </a:ln>
          <a:extLst>
            <a:ext uri="{909E8E84-426E-40DD-AFC4-6F175D3DCCD1}">
              <a14:hiddenFill xmlns:a14="http://schemas.microsoft.com/office/drawing/2010/main">
                <a:noFill/>
              </a14:hiddenFill>
            </a:ext>
          </a:extLst>
        </p:spPr>
        <p:txBody>
          <a:bodyPr lIns="90894" tIns="45447" rIns="90894" bIns="45447"/>
          <a:lstStyle/>
          <a:p>
            <a:endParaRPr lang="en-GB"/>
          </a:p>
        </p:txBody>
      </p:sp>
      <p:sp>
        <p:nvSpPr>
          <p:cNvPr id="158733" name="Line 13"/>
          <p:cNvSpPr>
            <a:spLocks noChangeShapeType="1"/>
          </p:cNvSpPr>
          <p:nvPr/>
        </p:nvSpPr>
        <p:spPr bwMode="auto">
          <a:xfrm flipH="1">
            <a:off x="6137275" y="2947988"/>
            <a:ext cx="1982788" cy="1244600"/>
          </a:xfrm>
          <a:prstGeom prst="line">
            <a:avLst/>
          </a:prstGeom>
          <a:noFill/>
          <a:ln w="12600">
            <a:solidFill>
              <a:srgbClr val="40458C"/>
            </a:solidFill>
            <a:miter lim="800000"/>
            <a:headEnd/>
            <a:tailEnd/>
          </a:ln>
          <a:extLst>
            <a:ext uri="{909E8E84-426E-40DD-AFC4-6F175D3DCCD1}">
              <a14:hiddenFill xmlns:a14="http://schemas.microsoft.com/office/drawing/2010/main">
                <a:noFill/>
              </a14:hiddenFill>
            </a:ext>
          </a:extLst>
        </p:spPr>
        <p:txBody>
          <a:bodyPr lIns="90894" tIns="45447" rIns="90894" bIns="45447"/>
          <a:lstStyle/>
          <a:p>
            <a:endParaRPr lang="en-GB"/>
          </a:p>
        </p:txBody>
      </p:sp>
      <p:sp>
        <p:nvSpPr>
          <p:cNvPr id="158734" name="Line 14"/>
          <p:cNvSpPr>
            <a:spLocks noChangeShapeType="1"/>
          </p:cNvSpPr>
          <p:nvPr/>
        </p:nvSpPr>
        <p:spPr bwMode="auto">
          <a:xfrm flipH="1" flipV="1">
            <a:off x="5781675" y="2257425"/>
            <a:ext cx="646113" cy="693738"/>
          </a:xfrm>
          <a:prstGeom prst="line">
            <a:avLst/>
          </a:prstGeom>
          <a:noFill/>
          <a:ln w="12600">
            <a:solidFill>
              <a:srgbClr val="40458C"/>
            </a:solidFill>
            <a:miter lim="800000"/>
            <a:headEnd/>
            <a:tailEnd/>
          </a:ln>
          <a:extLst>
            <a:ext uri="{909E8E84-426E-40DD-AFC4-6F175D3DCCD1}">
              <a14:hiddenFill xmlns:a14="http://schemas.microsoft.com/office/drawing/2010/main">
                <a:noFill/>
              </a14:hiddenFill>
            </a:ext>
          </a:extLst>
        </p:spPr>
        <p:txBody>
          <a:bodyPr lIns="90894" tIns="45447" rIns="90894" bIns="45447"/>
          <a:lstStyle/>
          <a:p>
            <a:endParaRPr lang="en-GB"/>
          </a:p>
        </p:txBody>
      </p:sp>
      <p:sp>
        <p:nvSpPr>
          <p:cNvPr id="158735" name="Rectangle 15"/>
          <p:cNvSpPr>
            <a:spLocks noChangeArrowheads="1"/>
          </p:cNvSpPr>
          <p:nvPr/>
        </p:nvSpPr>
        <p:spPr bwMode="auto">
          <a:xfrm>
            <a:off x="2506663" y="3259138"/>
            <a:ext cx="4127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X</a:t>
            </a:r>
          </a:p>
        </p:txBody>
      </p:sp>
      <p:sp>
        <p:nvSpPr>
          <p:cNvPr id="158736" name="Rectangle 16"/>
          <p:cNvSpPr>
            <a:spLocks noChangeArrowheads="1"/>
          </p:cNvSpPr>
          <p:nvPr/>
        </p:nvSpPr>
        <p:spPr bwMode="auto">
          <a:xfrm>
            <a:off x="4198938" y="2755900"/>
            <a:ext cx="4064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Y</a:t>
            </a:r>
          </a:p>
        </p:txBody>
      </p:sp>
      <p:sp>
        <p:nvSpPr>
          <p:cNvPr id="158737" name="Rectangle 17"/>
          <p:cNvSpPr>
            <a:spLocks noChangeArrowheads="1"/>
          </p:cNvSpPr>
          <p:nvPr/>
        </p:nvSpPr>
        <p:spPr bwMode="auto">
          <a:xfrm>
            <a:off x="5884863" y="4184650"/>
            <a:ext cx="3937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Z</a:t>
            </a:r>
          </a:p>
        </p:txBody>
      </p:sp>
      <p:sp>
        <p:nvSpPr>
          <p:cNvPr id="158738" name="Rectangle 18"/>
          <p:cNvSpPr>
            <a:spLocks noChangeArrowheads="1"/>
          </p:cNvSpPr>
          <p:nvPr/>
        </p:nvSpPr>
        <p:spPr bwMode="auto">
          <a:xfrm>
            <a:off x="5953125" y="2671763"/>
            <a:ext cx="4064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P</a:t>
            </a:r>
          </a:p>
        </p:txBody>
      </p:sp>
      <p:sp>
        <p:nvSpPr>
          <p:cNvPr id="158739" name="Rectangle 19"/>
          <p:cNvSpPr>
            <a:spLocks noChangeArrowheads="1"/>
          </p:cNvSpPr>
          <p:nvPr/>
        </p:nvSpPr>
        <p:spPr bwMode="auto">
          <a:xfrm>
            <a:off x="8278813" y="2755900"/>
            <a:ext cx="4508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Q</a:t>
            </a:r>
          </a:p>
        </p:txBody>
      </p:sp>
      <p:sp>
        <p:nvSpPr>
          <p:cNvPr id="158740" name="Rectangle 20"/>
          <p:cNvSpPr>
            <a:spLocks noChangeArrowheads="1"/>
          </p:cNvSpPr>
          <p:nvPr/>
        </p:nvSpPr>
        <p:spPr bwMode="auto">
          <a:xfrm>
            <a:off x="992188" y="3595688"/>
            <a:ext cx="4254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A</a:t>
            </a:r>
          </a:p>
        </p:txBody>
      </p:sp>
      <p:sp>
        <p:nvSpPr>
          <p:cNvPr id="158741" name="Rectangle 21"/>
          <p:cNvSpPr>
            <a:spLocks noChangeArrowheads="1"/>
          </p:cNvSpPr>
          <p:nvPr/>
        </p:nvSpPr>
        <p:spPr bwMode="auto">
          <a:xfrm>
            <a:off x="4189413" y="1916113"/>
            <a:ext cx="4127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B</a:t>
            </a:r>
          </a:p>
        </p:txBody>
      </p:sp>
      <p:sp>
        <p:nvSpPr>
          <p:cNvPr id="158742" name="Rectangle 22"/>
          <p:cNvSpPr>
            <a:spLocks noChangeArrowheads="1"/>
          </p:cNvSpPr>
          <p:nvPr/>
        </p:nvSpPr>
        <p:spPr bwMode="auto">
          <a:xfrm>
            <a:off x="7664450" y="4437063"/>
            <a:ext cx="4318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D</a:t>
            </a:r>
          </a:p>
        </p:txBody>
      </p:sp>
      <p:sp>
        <p:nvSpPr>
          <p:cNvPr id="158743" name="Rectangle 23"/>
          <p:cNvSpPr>
            <a:spLocks noChangeArrowheads="1"/>
          </p:cNvSpPr>
          <p:nvPr/>
        </p:nvSpPr>
        <p:spPr bwMode="auto">
          <a:xfrm>
            <a:off x="5786438" y="1831975"/>
            <a:ext cx="4318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C</a:t>
            </a:r>
          </a:p>
        </p:txBody>
      </p:sp>
      <p:sp>
        <p:nvSpPr>
          <p:cNvPr id="2" name="Date Placeholder 1">
            <a:extLst>
              <a:ext uri="{FF2B5EF4-FFF2-40B4-BE49-F238E27FC236}">
                <a16:creationId xmlns:a16="http://schemas.microsoft.com/office/drawing/2014/main" id="{5ABB6CB3-9965-4354-80E5-FF4C966E76C6}"/>
              </a:ext>
            </a:extLst>
          </p:cNvPr>
          <p:cNvSpPr>
            <a:spLocks noGrp="1"/>
          </p:cNvSpPr>
          <p:nvPr>
            <p:ph type="dt" sz="half" idx="10"/>
          </p:nvPr>
        </p:nvSpPr>
        <p:spPr/>
        <p:txBody>
          <a:bodyPr/>
          <a:lstStyle/>
          <a:p>
            <a:fld id="{0C8E434D-F51E-4904-9EA8-D1AFD344B058}" type="datetime1">
              <a:rPr lang="en-GB" altLang="en-US" smtClean="0"/>
              <a:t>22/01/2025</a:t>
            </a:fld>
            <a:endParaRPr lang="en-US" altLang="en-US"/>
          </a:p>
        </p:txBody>
      </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3"/>
          <p:cNvSpPr>
            <a:spLocks noGrp="1" noChangeArrowheads="1"/>
          </p:cNvSpPr>
          <p:nvPr>
            <p:ph type="title"/>
          </p:nvPr>
        </p:nvSpPr>
        <p:spPr>
          <a:xfrm>
            <a:off x="738188" y="827088"/>
            <a:ext cx="9178925" cy="812800"/>
          </a:xfrm>
        </p:spPr>
        <p:txBody>
          <a:bodyPr lIns="89827" tIns="44021" rIns="89827" bIns="44021"/>
          <a:lstStyle/>
          <a:p>
            <a:pPr eaLnBrk="1" hangingPunct="1">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pPr>
            <a:r>
              <a:rPr lang="en-GB" altLang="en-US" sz="4400" b="1">
                <a:latin typeface="Arial" pitchFamily="34" charset="0"/>
                <a:ea typeface="DejaVu Sans"/>
                <a:cs typeface="DejaVu Sans"/>
              </a:rPr>
              <a:t>Trees</a:t>
            </a:r>
          </a:p>
        </p:txBody>
      </p:sp>
      <p:sp>
        <p:nvSpPr>
          <p:cNvPr id="160770" name="Rectangle 4"/>
          <p:cNvSpPr>
            <a:spLocks noGrp="1" noChangeArrowheads="1"/>
          </p:cNvSpPr>
          <p:nvPr>
            <p:ph idx="1"/>
          </p:nvPr>
        </p:nvSpPr>
        <p:spPr>
          <a:xfrm>
            <a:off x="979488" y="2100263"/>
            <a:ext cx="9088437" cy="503237"/>
          </a:xfrm>
        </p:spPr>
        <p:txBody>
          <a:bodyPr lIns="89827" tIns="61899" rIns="89827" bIns="44021"/>
          <a:lstStyle/>
          <a:p>
            <a:pPr marL="327025" indent="-327025" eaLnBrk="1" hangingPunct="1">
              <a:lnSpc>
                <a:spcPct val="94000"/>
              </a:lnSpc>
              <a:spcBef>
                <a:spcPts val="600"/>
              </a:spcBef>
              <a:buFont typeface="Times New Roman" pitchFamily="18" charset="0"/>
              <a:buChar char="•"/>
              <a:tabLst>
                <a:tab pos="327025" algn="l"/>
                <a:tab pos="431800" algn="l"/>
                <a:tab pos="877888" algn="l"/>
                <a:tab pos="1325563" algn="l"/>
                <a:tab pos="1771650" algn="l"/>
                <a:tab pos="2217738" algn="l"/>
                <a:tab pos="2665413" algn="l"/>
                <a:tab pos="3111500" algn="l"/>
                <a:tab pos="3557588" algn="l"/>
                <a:tab pos="4003675" algn="l"/>
                <a:tab pos="4451350" algn="l"/>
                <a:tab pos="4897438" algn="l"/>
                <a:tab pos="5343525" algn="l"/>
                <a:tab pos="5791200" algn="l"/>
                <a:tab pos="6237288" algn="l"/>
                <a:tab pos="6683375" algn="l"/>
                <a:tab pos="7131050" algn="l"/>
                <a:tab pos="7577138" algn="l"/>
                <a:tab pos="8023225" algn="l"/>
                <a:tab pos="8470900" algn="l"/>
                <a:tab pos="8916988" algn="l"/>
              </a:tabLst>
            </a:pPr>
            <a:r>
              <a:rPr lang="en-GB" altLang="en-US" sz="2400">
                <a:latin typeface="Arial" pitchFamily="34" charset="0"/>
                <a:ea typeface="DejaVu Sans"/>
                <a:cs typeface="DejaVu Sans"/>
              </a:rPr>
              <a:t>A tree is a connected simple graph with no cycles e.g.</a:t>
            </a:r>
          </a:p>
        </p:txBody>
      </p:sp>
      <p:sp>
        <p:nvSpPr>
          <p:cNvPr id="160771" name="Rectangle 1"/>
          <p:cNvSpPr>
            <a:spLocks noChangeArrowheads="1"/>
          </p:cNvSpPr>
          <p:nvPr/>
        </p:nvSpPr>
        <p:spPr bwMode="auto">
          <a:xfrm>
            <a:off x="801688" y="6888163"/>
            <a:ext cx="22272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894" tIns="45447" rIns="90894" bIns="45447"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800"/>
          </a:p>
        </p:txBody>
      </p:sp>
      <p:sp>
        <p:nvSpPr>
          <p:cNvPr id="160772" name="Rectangle 2"/>
          <p:cNvSpPr>
            <a:spLocks noChangeArrowheads="1"/>
          </p:cNvSpPr>
          <p:nvPr/>
        </p:nvSpPr>
        <p:spPr bwMode="auto">
          <a:xfrm>
            <a:off x="3652838" y="6888163"/>
            <a:ext cx="3386137"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894" tIns="45447" rIns="90894" bIns="45447"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800"/>
          </a:p>
        </p:txBody>
      </p:sp>
      <p:sp>
        <p:nvSpPr>
          <p:cNvPr id="160773" name="Line 5"/>
          <p:cNvSpPr>
            <a:spLocks noChangeShapeType="1"/>
          </p:cNvSpPr>
          <p:nvPr/>
        </p:nvSpPr>
        <p:spPr bwMode="auto">
          <a:xfrm flipH="1">
            <a:off x="3730625" y="3452813"/>
            <a:ext cx="290513" cy="823912"/>
          </a:xfrm>
          <a:prstGeom prst="line">
            <a:avLst/>
          </a:prstGeom>
          <a:noFill/>
          <a:ln w="12600">
            <a:solidFill>
              <a:srgbClr val="40458C"/>
            </a:solidFill>
            <a:miter lim="800000"/>
            <a:headEnd/>
            <a:tailEnd/>
          </a:ln>
          <a:extLst>
            <a:ext uri="{909E8E84-426E-40DD-AFC4-6F175D3DCCD1}">
              <a14:hiddenFill xmlns:a14="http://schemas.microsoft.com/office/drawing/2010/main">
                <a:noFill/>
              </a14:hiddenFill>
            </a:ext>
          </a:extLst>
        </p:spPr>
        <p:txBody>
          <a:bodyPr lIns="90894" tIns="45447" rIns="90894" bIns="45447"/>
          <a:lstStyle/>
          <a:p>
            <a:endParaRPr lang="en-GB"/>
          </a:p>
        </p:txBody>
      </p:sp>
      <p:sp>
        <p:nvSpPr>
          <p:cNvPr id="160774" name="Line 6"/>
          <p:cNvSpPr>
            <a:spLocks noChangeShapeType="1"/>
          </p:cNvSpPr>
          <p:nvPr/>
        </p:nvSpPr>
        <p:spPr bwMode="auto">
          <a:xfrm flipH="1">
            <a:off x="2484438" y="4292600"/>
            <a:ext cx="1270000" cy="571500"/>
          </a:xfrm>
          <a:prstGeom prst="line">
            <a:avLst/>
          </a:prstGeom>
          <a:noFill/>
          <a:ln w="12600">
            <a:solidFill>
              <a:srgbClr val="40458C"/>
            </a:solidFill>
            <a:miter lim="800000"/>
            <a:headEnd/>
            <a:tailEnd/>
          </a:ln>
          <a:extLst>
            <a:ext uri="{909E8E84-426E-40DD-AFC4-6F175D3DCCD1}">
              <a14:hiddenFill xmlns:a14="http://schemas.microsoft.com/office/drawing/2010/main">
                <a:noFill/>
              </a14:hiddenFill>
            </a:ext>
          </a:extLst>
        </p:spPr>
        <p:txBody>
          <a:bodyPr lIns="90894" tIns="45447" rIns="90894" bIns="45447"/>
          <a:lstStyle/>
          <a:p>
            <a:endParaRPr lang="en-GB"/>
          </a:p>
        </p:txBody>
      </p:sp>
      <p:sp>
        <p:nvSpPr>
          <p:cNvPr id="160775" name="Line 7"/>
          <p:cNvSpPr>
            <a:spLocks noChangeShapeType="1"/>
          </p:cNvSpPr>
          <p:nvPr/>
        </p:nvSpPr>
        <p:spPr bwMode="auto">
          <a:xfrm>
            <a:off x="2503488" y="4881563"/>
            <a:ext cx="3457575" cy="488950"/>
          </a:xfrm>
          <a:prstGeom prst="line">
            <a:avLst/>
          </a:prstGeom>
          <a:noFill/>
          <a:ln w="12600">
            <a:solidFill>
              <a:srgbClr val="40458C"/>
            </a:solidFill>
            <a:miter lim="800000"/>
            <a:headEnd/>
            <a:tailEnd/>
          </a:ln>
          <a:extLst>
            <a:ext uri="{909E8E84-426E-40DD-AFC4-6F175D3DCCD1}">
              <a14:hiddenFill xmlns:a14="http://schemas.microsoft.com/office/drawing/2010/main">
                <a:noFill/>
              </a14:hiddenFill>
            </a:ext>
          </a:extLst>
        </p:spPr>
        <p:txBody>
          <a:bodyPr lIns="90894" tIns="45447" rIns="90894" bIns="45447"/>
          <a:lstStyle/>
          <a:p>
            <a:endParaRPr lang="en-GB"/>
          </a:p>
        </p:txBody>
      </p:sp>
      <p:sp>
        <p:nvSpPr>
          <p:cNvPr id="160776" name="Line 8"/>
          <p:cNvSpPr>
            <a:spLocks noChangeShapeType="1"/>
          </p:cNvSpPr>
          <p:nvPr/>
        </p:nvSpPr>
        <p:spPr bwMode="auto">
          <a:xfrm flipH="1">
            <a:off x="5957888" y="4124325"/>
            <a:ext cx="290512" cy="1244600"/>
          </a:xfrm>
          <a:prstGeom prst="line">
            <a:avLst/>
          </a:prstGeom>
          <a:noFill/>
          <a:ln w="12600">
            <a:solidFill>
              <a:srgbClr val="40458C"/>
            </a:solidFill>
            <a:miter lim="800000"/>
            <a:headEnd/>
            <a:tailEnd/>
          </a:ln>
          <a:extLst>
            <a:ext uri="{909E8E84-426E-40DD-AFC4-6F175D3DCCD1}">
              <a14:hiddenFill xmlns:a14="http://schemas.microsoft.com/office/drawing/2010/main">
                <a:noFill/>
              </a14:hiddenFill>
            </a:ext>
          </a:extLst>
        </p:spPr>
        <p:txBody>
          <a:bodyPr lIns="90894" tIns="45447" rIns="90894" bIns="45447"/>
          <a:lstStyle/>
          <a:p>
            <a:endParaRPr lang="en-GB"/>
          </a:p>
        </p:txBody>
      </p:sp>
      <p:sp>
        <p:nvSpPr>
          <p:cNvPr id="160777" name="Line 9"/>
          <p:cNvSpPr>
            <a:spLocks noChangeShapeType="1"/>
          </p:cNvSpPr>
          <p:nvPr/>
        </p:nvSpPr>
        <p:spPr bwMode="auto">
          <a:xfrm flipH="1">
            <a:off x="1058863" y="4881563"/>
            <a:ext cx="1447800" cy="152400"/>
          </a:xfrm>
          <a:prstGeom prst="line">
            <a:avLst/>
          </a:prstGeom>
          <a:noFill/>
          <a:ln w="12600">
            <a:solidFill>
              <a:srgbClr val="40458C"/>
            </a:solidFill>
            <a:miter lim="800000"/>
            <a:headEnd/>
            <a:tailEnd/>
          </a:ln>
          <a:extLst>
            <a:ext uri="{909E8E84-426E-40DD-AFC4-6F175D3DCCD1}">
              <a14:hiddenFill xmlns:a14="http://schemas.microsoft.com/office/drawing/2010/main">
                <a:noFill/>
              </a14:hiddenFill>
            </a:ext>
          </a:extLst>
        </p:spPr>
        <p:txBody>
          <a:bodyPr lIns="90894" tIns="45447" rIns="90894" bIns="45447"/>
          <a:lstStyle/>
          <a:p>
            <a:endParaRPr lang="en-GB"/>
          </a:p>
        </p:txBody>
      </p:sp>
      <p:sp>
        <p:nvSpPr>
          <p:cNvPr id="160778" name="Line 10"/>
          <p:cNvSpPr>
            <a:spLocks noChangeShapeType="1"/>
          </p:cNvSpPr>
          <p:nvPr/>
        </p:nvSpPr>
        <p:spPr bwMode="auto">
          <a:xfrm>
            <a:off x="5978525" y="5384800"/>
            <a:ext cx="1497013" cy="488950"/>
          </a:xfrm>
          <a:prstGeom prst="line">
            <a:avLst/>
          </a:prstGeom>
          <a:noFill/>
          <a:ln w="12600">
            <a:solidFill>
              <a:srgbClr val="40458C"/>
            </a:solidFill>
            <a:miter lim="800000"/>
            <a:headEnd/>
            <a:tailEnd/>
          </a:ln>
          <a:extLst>
            <a:ext uri="{909E8E84-426E-40DD-AFC4-6F175D3DCCD1}">
              <a14:hiddenFill xmlns:a14="http://schemas.microsoft.com/office/drawing/2010/main">
                <a:noFill/>
              </a14:hiddenFill>
            </a:ext>
          </a:extLst>
        </p:spPr>
        <p:txBody>
          <a:bodyPr lIns="90894" tIns="45447" rIns="90894" bIns="45447"/>
          <a:lstStyle/>
          <a:p>
            <a:endParaRPr lang="en-GB"/>
          </a:p>
        </p:txBody>
      </p:sp>
      <p:sp>
        <p:nvSpPr>
          <p:cNvPr id="160779" name="Line 11"/>
          <p:cNvSpPr>
            <a:spLocks noChangeShapeType="1"/>
          </p:cNvSpPr>
          <p:nvPr/>
        </p:nvSpPr>
        <p:spPr bwMode="auto">
          <a:xfrm>
            <a:off x="6246813" y="4116388"/>
            <a:ext cx="1676400" cy="1587"/>
          </a:xfrm>
          <a:prstGeom prst="line">
            <a:avLst/>
          </a:prstGeom>
          <a:noFill/>
          <a:ln w="12600">
            <a:solidFill>
              <a:srgbClr val="40458C"/>
            </a:solidFill>
            <a:miter lim="800000"/>
            <a:headEnd/>
            <a:tailEnd/>
          </a:ln>
          <a:extLst>
            <a:ext uri="{909E8E84-426E-40DD-AFC4-6F175D3DCCD1}">
              <a14:hiddenFill xmlns:a14="http://schemas.microsoft.com/office/drawing/2010/main">
                <a:noFill/>
              </a14:hiddenFill>
            </a:ext>
          </a:extLst>
        </p:spPr>
        <p:txBody>
          <a:bodyPr lIns="90894" tIns="45447" rIns="90894" bIns="45447"/>
          <a:lstStyle/>
          <a:p>
            <a:endParaRPr lang="en-GB"/>
          </a:p>
        </p:txBody>
      </p:sp>
      <p:sp>
        <p:nvSpPr>
          <p:cNvPr id="160780" name="Line 12"/>
          <p:cNvSpPr>
            <a:spLocks noChangeShapeType="1"/>
          </p:cNvSpPr>
          <p:nvPr/>
        </p:nvSpPr>
        <p:spPr bwMode="auto">
          <a:xfrm flipH="1" flipV="1">
            <a:off x="5602288" y="3433763"/>
            <a:ext cx="646112" cy="693737"/>
          </a:xfrm>
          <a:prstGeom prst="line">
            <a:avLst/>
          </a:prstGeom>
          <a:noFill/>
          <a:ln w="12600">
            <a:solidFill>
              <a:srgbClr val="40458C"/>
            </a:solidFill>
            <a:miter lim="800000"/>
            <a:headEnd/>
            <a:tailEnd/>
          </a:ln>
          <a:extLst>
            <a:ext uri="{909E8E84-426E-40DD-AFC4-6F175D3DCCD1}">
              <a14:hiddenFill xmlns:a14="http://schemas.microsoft.com/office/drawing/2010/main">
                <a:noFill/>
              </a14:hiddenFill>
            </a:ext>
          </a:extLst>
        </p:spPr>
        <p:txBody>
          <a:bodyPr lIns="90894" tIns="45447" rIns="90894" bIns="45447"/>
          <a:lstStyle/>
          <a:p>
            <a:endParaRPr lang="en-GB"/>
          </a:p>
        </p:txBody>
      </p:sp>
      <p:sp>
        <p:nvSpPr>
          <p:cNvPr id="160781" name="Rectangle 13"/>
          <p:cNvSpPr>
            <a:spLocks noChangeArrowheads="1"/>
          </p:cNvSpPr>
          <p:nvPr/>
        </p:nvSpPr>
        <p:spPr bwMode="auto">
          <a:xfrm>
            <a:off x="2328863" y="4437063"/>
            <a:ext cx="4127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X</a:t>
            </a:r>
          </a:p>
        </p:txBody>
      </p:sp>
      <p:sp>
        <p:nvSpPr>
          <p:cNvPr id="160782" name="Rectangle 14"/>
          <p:cNvSpPr>
            <a:spLocks noChangeArrowheads="1"/>
          </p:cNvSpPr>
          <p:nvPr/>
        </p:nvSpPr>
        <p:spPr bwMode="auto">
          <a:xfrm>
            <a:off x="3754438" y="4184650"/>
            <a:ext cx="4064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Y</a:t>
            </a:r>
          </a:p>
        </p:txBody>
      </p:sp>
      <p:sp>
        <p:nvSpPr>
          <p:cNvPr id="160783" name="Rectangle 15"/>
          <p:cNvSpPr>
            <a:spLocks noChangeArrowheads="1"/>
          </p:cNvSpPr>
          <p:nvPr/>
        </p:nvSpPr>
        <p:spPr bwMode="auto">
          <a:xfrm>
            <a:off x="5703888" y="5359400"/>
            <a:ext cx="3937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Z</a:t>
            </a:r>
          </a:p>
        </p:txBody>
      </p:sp>
      <p:sp>
        <p:nvSpPr>
          <p:cNvPr id="160784" name="Rectangle 16"/>
          <p:cNvSpPr>
            <a:spLocks noChangeArrowheads="1"/>
          </p:cNvSpPr>
          <p:nvPr/>
        </p:nvSpPr>
        <p:spPr bwMode="auto">
          <a:xfrm>
            <a:off x="5775325" y="3848100"/>
            <a:ext cx="4064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P</a:t>
            </a:r>
          </a:p>
        </p:txBody>
      </p:sp>
      <p:sp>
        <p:nvSpPr>
          <p:cNvPr id="160785" name="Rectangle 17"/>
          <p:cNvSpPr>
            <a:spLocks noChangeArrowheads="1"/>
          </p:cNvSpPr>
          <p:nvPr/>
        </p:nvSpPr>
        <p:spPr bwMode="auto">
          <a:xfrm>
            <a:off x="8101013" y="3932238"/>
            <a:ext cx="4508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Q</a:t>
            </a:r>
          </a:p>
        </p:txBody>
      </p:sp>
      <p:sp>
        <p:nvSpPr>
          <p:cNvPr id="160786" name="Rectangle 18"/>
          <p:cNvSpPr>
            <a:spLocks noChangeArrowheads="1"/>
          </p:cNvSpPr>
          <p:nvPr/>
        </p:nvSpPr>
        <p:spPr bwMode="auto">
          <a:xfrm>
            <a:off x="814388" y="4772025"/>
            <a:ext cx="4254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A</a:t>
            </a:r>
          </a:p>
        </p:txBody>
      </p:sp>
      <p:sp>
        <p:nvSpPr>
          <p:cNvPr id="160787" name="Rectangle 19"/>
          <p:cNvSpPr>
            <a:spLocks noChangeArrowheads="1"/>
          </p:cNvSpPr>
          <p:nvPr/>
        </p:nvSpPr>
        <p:spPr bwMode="auto">
          <a:xfrm>
            <a:off x="4011613" y="3092450"/>
            <a:ext cx="4127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B</a:t>
            </a:r>
          </a:p>
        </p:txBody>
      </p:sp>
      <p:sp>
        <p:nvSpPr>
          <p:cNvPr id="160788" name="Rectangle 20"/>
          <p:cNvSpPr>
            <a:spLocks noChangeArrowheads="1"/>
          </p:cNvSpPr>
          <p:nvPr/>
        </p:nvSpPr>
        <p:spPr bwMode="auto">
          <a:xfrm>
            <a:off x="7486650" y="5611813"/>
            <a:ext cx="4318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D</a:t>
            </a:r>
          </a:p>
        </p:txBody>
      </p:sp>
      <p:sp>
        <p:nvSpPr>
          <p:cNvPr id="160789" name="Rectangle 21"/>
          <p:cNvSpPr>
            <a:spLocks noChangeArrowheads="1"/>
          </p:cNvSpPr>
          <p:nvPr/>
        </p:nvSpPr>
        <p:spPr bwMode="auto">
          <a:xfrm>
            <a:off x="5607050" y="3008313"/>
            <a:ext cx="4318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C</a:t>
            </a:r>
          </a:p>
        </p:txBody>
      </p:sp>
      <p:sp>
        <p:nvSpPr>
          <p:cNvPr id="2" name="Date Placeholder 1">
            <a:extLst>
              <a:ext uri="{FF2B5EF4-FFF2-40B4-BE49-F238E27FC236}">
                <a16:creationId xmlns:a16="http://schemas.microsoft.com/office/drawing/2014/main" id="{5CCE4905-47C6-4172-B363-1EB9C69FAFAA}"/>
              </a:ext>
            </a:extLst>
          </p:cNvPr>
          <p:cNvSpPr>
            <a:spLocks noGrp="1"/>
          </p:cNvSpPr>
          <p:nvPr>
            <p:ph type="dt" sz="half" idx="10"/>
          </p:nvPr>
        </p:nvSpPr>
        <p:spPr/>
        <p:txBody>
          <a:bodyPr/>
          <a:lstStyle/>
          <a:p>
            <a:fld id="{6907F20A-F7BA-4FB4-906A-88B4C9D1C8B1}" type="datetime1">
              <a:rPr lang="en-GB" altLang="en-US" smtClean="0"/>
              <a:t>22/01/2025</a:t>
            </a:fld>
            <a:endParaRPr lang="en-US" altLang="en-US"/>
          </a:p>
        </p:txBody>
      </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Rectangle 3"/>
          <p:cNvSpPr>
            <a:spLocks noGrp="1" noChangeArrowheads="1"/>
          </p:cNvSpPr>
          <p:nvPr>
            <p:ph type="title"/>
          </p:nvPr>
        </p:nvSpPr>
        <p:spPr>
          <a:xfrm>
            <a:off x="520700" y="684213"/>
            <a:ext cx="9720263" cy="819150"/>
          </a:xfrm>
        </p:spPr>
        <p:txBody>
          <a:bodyPr lIns="89827" tIns="44021" rIns="89827" bIns="44021"/>
          <a:lstStyle/>
          <a:p>
            <a:pPr eaLnBrk="1" hangingPunct="1">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 pos="9353550" algn="l"/>
              </a:tabLst>
            </a:pPr>
            <a:r>
              <a:rPr lang="en-GB" altLang="en-US" sz="4400" b="1">
                <a:latin typeface="Arial" pitchFamily="34" charset="0"/>
                <a:ea typeface="DejaVu Sans"/>
                <a:cs typeface="DejaVu Sans"/>
              </a:rPr>
              <a:t>Star</a:t>
            </a:r>
          </a:p>
        </p:txBody>
      </p:sp>
      <p:sp>
        <p:nvSpPr>
          <p:cNvPr id="162818" name="Rectangle 4"/>
          <p:cNvSpPr>
            <a:spLocks noGrp="1" noChangeArrowheads="1"/>
          </p:cNvSpPr>
          <p:nvPr>
            <p:ph idx="1"/>
          </p:nvPr>
        </p:nvSpPr>
        <p:spPr>
          <a:xfrm>
            <a:off x="954088" y="1908175"/>
            <a:ext cx="9088437" cy="671513"/>
          </a:xfrm>
        </p:spPr>
        <p:txBody>
          <a:bodyPr lIns="89827" tIns="44021" rIns="89827" bIns="44021"/>
          <a:lstStyle/>
          <a:p>
            <a:pPr marL="327025" indent="-327025" eaLnBrk="1" hangingPunct="1">
              <a:lnSpc>
                <a:spcPct val="104000"/>
              </a:lnSpc>
              <a:spcBef>
                <a:spcPts val="700"/>
              </a:spcBef>
              <a:buFont typeface="Times New Roman" pitchFamily="18" charset="0"/>
              <a:buChar char="•"/>
              <a:tabLst>
                <a:tab pos="327025" algn="l"/>
                <a:tab pos="431800" algn="l"/>
                <a:tab pos="877888" algn="l"/>
                <a:tab pos="1325563" algn="l"/>
                <a:tab pos="1771650" algn="l"/>
                <a:tab pos="2217738" algn="l"/>
                <a:tab pos="2665413" algn="l"/>
                <a:tab pos="3111500" algn="l"/>
                <a:tab pos="3557588" algn="l"/>
                <a:tab pos="4003675" algn="l"/>
                <a:tab pos="4451350" algn="l"/>
                <a:tab pos="4897438" algn="l"/>
                <a:tab pos="5343525" algn="l"/>
                <a:tab pos="5791200" algn="l"/>
                <a:tab pos="6237288" algn="l"/>
                <a:tab pos="6683375" algn="l"/>
                <a:tab pos="7131050" algn="l"/>
                <a:tab pos="7577138" algn="l"/>
                <a:tab pos="8023225" algn="l"/>
                <a:tab pos="8470900" algn="l"/>
                <a:tab pos="8916988" algn="l"/>
              </a:tabLst>
            </a:pPr>
            <a:r>
              <a:rPr lang="en-GB" altLang="en-US" sz="2900" dirty="0">
                <a:latin typeface="Arial" pitchFamily="34" charset="0"/>
                <a:ea typeface="DejaVu Sans"/>
                <a:cs typeface="DejaVu Sans"/>
              </a:rPr>
              <a:t>A tree is a star if only 1 </a:t>
            </a:r>
            <a:r>
              <a:rPr lang="en-GB" altLang="en-US" sz="2900" dirty="0" err="1">
                <a:latin typeface="Arial" pitchFamily="34" charset="0"/>
                <a:ea typeface="DejaVu Sans"/>
                <a:cs typeface="DejaVu Sans"/>
              </a:rPr>
              <a:t>vertice</a:t>
            </a:r>
            <a:r>
              <a:rPr lang="en-GB" altLang="en-US" sz="2900" dirty="0">
                <a:latin typeface="Arial" pitchFamily="34" charset="0"/>
                <a:ea typeface="DejaVu Sans"/>
                <a:cs typeface="DejaVu Sans"/>
              </a:rPr>
              <a:t> has degree &gt;1</a:t>
            </a:r>
          </a:p>
        </p:txBody>
      </p:sp>
      <p:sp>
        <p:nvSpPr>
          <p:cNvPr id="162819" name="Rectangle 1"/>
          <p:cNvSpPr>
            <a:spLocks noChangeArrowheads="1"/>
          </p:cNvSpPr>
          <p:nvPr/>
        </p:nvSpPr>
        <p:spPr bwMode="auto">
          <a:xfrm>
            <a:off x="801688" y="6888163"/>
            <a:ext cx="22272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894" tIns="45447" rIns="90894" bIns="45447"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800"/>
          </a:p>
        </p:txBody>
      </p:sp>
      <p:sp>
        <p:nvSpPr>
          <p:cNvPr id="162820" name="Rectangle 2"/>
          <p:cNvSpPr>
            <a:spLocks noChangeArrowheads="1"/>
          </p:cNvSpPr>
          <p:nvPr/>
        </p:nvSpPr>
        <p:spPr bwMode="auto">
          <a:xfrm>
            <a:off x="3652838" y="6888163"/>
            <a:ext cx="3386137"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894" tIns="45447" rIns="90894" bIns="45447"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800"/>
          </a:p>
        </p:txBody>
      </p:sp>
      <p:sp>
        <p:nvSpPr>
          <p:cNvPr id="162821" name="Line 5"/>
          <p:cNvSpPr>
            <a:spLocks noChangeShapeType="1"/>
          </p:cNvSpPr>
          <p:nvPr/>
        </p:nvSpPr>
        <p:spPr bwMode="auto">
          <a:xfrm>
            <a:off x="4195763" y="3116263"/>
            <a:ext cx="2211387" cy="655637"/>
          </a:xfrm>
          <a:prstGeom prst="line">
            <a:avLst/>
          </a:prstGeom>
          <a:noFill/>
          <a:ln w="12600">
            <a:solidFill>
              <a:srgbClr val="40458C"/>
            </a:solidFill>
            <a:miter lim="800000"/>
            <a:headEnd/>
            <a:tailEnd/>
          </a:ln>
          <a:extLst>
            <a:ext uri="{909E8E84-426E-40DD-AFC4-6F175D3DCCD1}">
              <a14:hiddenFill xmlns:a14="http://schemas.microsoft.com/office/drawing/2010/main">
                <a:noFill/>
              </a14:hiddenFill>
            </a:ext>
          </a:extLst>
        </p:spPr>
        <p:txBody>
          <a:bodyPr lIns="90894" tIns="45447" rIns="90894" bIns="45447"/>
          <a:lstStyle/>
          <a:p>
            <a:endParaRPr lang="en-GB"/>
          </a:p>
        </p:txBody>
      </p:sp>
      <p:sp>
        <p:nvSpPr>
          <p:cNvPr id="162822" name="Line 6"/>
          <p:cNvSpPr>
            <a:spLocks noChangeShapeType="1"/>
          </p:cNvSpPr>
          <p:nvPr/>
        </p:nvSpPr>
        <p:spPr bwMode="auto">
          <a:xfrm flipH="1">
            <a:off x="2662238" y="3789363"/>
            <a:ext cx="3763962" cy="739775"/>
          </a:xfrm>
          <a:prstGeom prst="line">
            <a:avLst/>
          </a:prstGeom>
          <a:noFill/>
          <a:ln w="12600">
            <a:solidFill>
              <a:srgbClr val="40458C"/>
            </a:solidFill>
            <a:miter lim="800000"/>
            <a:headEnd/>
            <a:tailEnd/>
          </a:ln>
          <a:extLst>
            <a:ext uri="{909E8E84-426E-40DD-AFC4-6F175D3DCCD1}">
              <a14:hiddenFill xmlns:a14="http://schemas.microsoft.com/office/drawing/2010/main">
                <a:noFill/>
              </a14:hiddenFill>
            </a:ext>
          </a:extLst>
        </p:spPr>
        <p:txBody>
          <a:bodyPr lIns="90894" tIns="45447" rIns="90894" bIns="45447"/>
          <a:lstStyle/>
          <a:p>
            <a:endParaRPr lang="en-GB"/>
          </a:p>
        </p:txBody>
      </p:sp>
      <p:sp>
        <p:nvSpPr>
          <p:cNvPr id="162823" name="Line 7"/>
          <p:cNvSpPr>
            <a:spLocks noChangeShapeType="1"/>
          </p:cNvSpPr>
          <p:nvPr/>
        </p:nvSpPr>
        <p:spPr bwMode="auto">
          <a:xfrm flipV="1">
            <a:off x="3929063" y="3770313"/>
            <a:ext cx="2478087" cy="188912"/>
          </a:xfrm>
          <a:prstGeom prst="line">
            <a:avLst/>
          </a:prstGeom>
          <a:noFill/>
          <a:ln w="12600">
            <a:solidFill>
              <a:srgbClr val="40458C"/>
            </a:solidFill>
            <a:miter lim="800000"/>
            <a:headEnd/>
            <a:tailEnd/>
          </a:ln>
          <a:extLst>
            <a:ext uri="{909E8E84-426E-40DD-AFC4-6F175D3DCCD1}">
              <a14:hiddenFill xmlns:a14="http://schemas.microsoft.com/office/drawing/2010/main">
                <a:noFill/>
              </a14:hiddenFill>
            </a:ext>
          </a:extLst>
        </p:spPr>
        <p:txBody>
          <a:bodyPr lIns="90894" tIns="45447" rIns="90894" bIns="45447"/>
          <a:lstStyle/>
          <a:p>
            <a:endParaRPr lang="en-GB"/>
          </a:p>
        </p:txBody>
      </p:sp>
      <p:sp>
        <p:nvSpPr>
          <p:cNvPr id="162824" name="Line 8"/>
          <p:cNvSpPr>
            <a:spLocks noChangeShapeType="1"/>
          </p:cNvSpPr>
          <p:nvPr/>
        </p:nvSpPr>
        <p:spPr bwMode="auto">
          <a:xfrm flipH="1">
            <a:off x="6137275" y="3787775"/>
            <a:ext cx="290513" cy="1244600"/>
          </a:xfrm>
          <a:prstGeom prst="line">
            <a:avLst/>
          </a:prstGeom>
          <a:noFill/>
          <a:ln w="12600">
            <a:solidFill>
              <a:srgbClr val="40458C"/>
            </a:solidFill>
            <a:miter lim="800000"/>
            <a:headEnd/>
            <a:tailEnd/>
          </a:ln>
          <a:extLst>
            <a:ext uri="{909E8E84-426E-40DD-AFC4-6F175D3DCCD1}">
              <a14:hiddenFill xmlns:a14="http://schemas.microsoft.com/office/drawing/2010/main">
                <a:noFill/>
              </a14:hiddenFill>
            </a:ext>
          </a:extLst>
        </p:spPr>
        <p:txBody>
          <a:bodyPr lIns="90894" tIns="45447" rIns="90894" bIns="45447"/>
          <a:lstStyle/>
          <a:p>
            <a:endParaRPr lang="en-GB"/>
          </a:p>
        </p:txBody>
      </p:sp>
      <p:sp>
        <p:nvSpPr>
          <p:cNvPr id="162825" name="Line 9"/>
          <p:cNvSpPr>
            <a:spLocks noChangeShapeType="1"/>
          </p:cNvSpPr>
          <p:nvPr/>
        </p:nvSpPr>
        <p:spPr bwMode="auto">
          <a:xfrm flipH="1">
            <a:off x="1682750" y="3789363"/>
            <a:ext cx="4745038" cy="1495425"/>
          </a:xfrm>
          <a:prstGeom prst="line">
            <a:avLst/>
          </a:prstGeom>
          <a:noFill/>
          <a:ln w="12600">
            <a:solidFill>
              <a:srgbClr val="40458C"/>
            </a:solidFill>
            <a:miter lim="800000"/>
            <a:headEnd/>
            <a:tailEnd/>
          </a:ln>
          <a:extLst>
            <a:ext uri="{909E8E84-426E-40DD-AFC4-6F175D3DCCD1}">
              <a14:hiddenFill xmlns:a14="http://schemas.microsoft.com/office/drawing/2010/main">
                <a:noFill/>
              </a14:hiddenFill>
            </a:ext>
          </a:extLst>
        </p:spPr>
        <p:txBody>
          <a:bodyPr lIns="90894" tIns="45447" rIns="90894" bIns="45447"/>
          <a:lstStyle/>
          <a:p>
            <a:endParaRPr lang="en-GB"/>
          </a:p>
        </p:txBody>
      </p:sp>
      <p:sp>
        <p:nvSpPr>
          <p:cNvPr id="162826" name="Line 10"/>
          <p:cNvSpPr>
            <a:spLocks noChangeShapeType="1"/>
          </p:cNvSpPr>
          <p:nvPr/>
        </p:nvSpPr>
        <p:spPr bwMode="auto">
          <a:xfrm>
            <a:off x="6424613" y="3789363"/>
            <a:ext cx="1230312" cy="1747837"/>
          </a:xfrm>
          <a:prstGeom prst="line">
            <a:avLst/>
          </a:prstGeom>
          <a:noFill/>
          <a:ln w="12600">
            <a:solidFill>
              <a:srgbClr val="40458C"/>
            </a:solidFill>
            <a:miter lim="800000"/>
            <a:headEnd/>
            <a:tailEnd/>
          </a:ln>
          <a:extLst>
            <a:ext uri="{909E8E84-426E-40DD-AFC4-6F175D3DCCD1}">
              <a14:hiddenFill xmlns:a14="http://schemas.microsoft.com/office/drawing/2010/main">
                <a:noFill/>
              </a14:hiddenFill>
            </a:ext>
          </a:extLst>
        </p:spPr>
        <p:txBody>
          <a:bodyPr lIns="90894" tIns="45447" rIns="90894" bIns="45447"/>
          <a:lstStyle/>
          <a:p>
            <a:endParaRPr lang="en-GB"/>
          </a:p>
        </p:txBody>
      </p:sp>
      <p:sp>
        <p:nvSpPr>
          <p:cNvPr id="162827" name="Line 11"/>
          <p:cNvSpPr>
            <a:spLocks noChangeShapeType="1"/>
          </p:cNvSpPr>
          <p:nvPr/>
        </p:nvSpPr>
        <p:spPr bwMode="auto">
          <a:xfrm>
            <a:off x="6424613" y="3779838"/>
            <a:ext cx="1676400" cy="1587"/>
          </a:xfrm>
          <a:prstGeom prst="line">
            <a:avLst/>
          </a:prstGeom>
          <a:noFill/>
          <a:ln w="12600">
            <a:solidFill>
              <a:srgbClr val="40458C"/>
            </a:solidFill>
            <a:miter lim="800000"/>
            <a:headEnd/>
            <a:tailEnd/>
          </a:ln>
          <a:extLst>
            <a:ext uri="{909E8E84-426E-40DD-AFC4-6F175D3DCCD1}">
              <a14:hiddenFill xmlns:a14="http://schemas.microsoft.com/office/drawing/2010/main">
                <a:noFill/>
              </a14:hiddenFill>
            </a:ext>
          </a:extLst>
        </p:spPr>
        <p:txBody>
          <a:bodyPr lIns="90894" tIns="45447" rIns="90894" bIns="45447"/>
          <a:lstStyle/>
          <a:p>
            <a:endParaRPr lang="en-GB"/>
          </a:p>
        </p:txBody>
      </p:sp>
      <p:sp>
        <p:nvSpPr>
          <p:cNvPr id="162828" name="Line 12"/>
          <p:cNvSpPr>
            <a:spLocks noChangeShapeType="1"/>
          </p:cNvSpPr>
          <p:nvPr/>
        </p:nvSpPr>
        <p:spPr bwMode="auto">
          <a:xfrm flipH="1" flipV="1">
            <a:off x="5781675" y="3097213"/>
            <a:ext cx="646113" cy="693737"/>
          </a:xfrm>
          <a:prstGeom prst="line">
            <a:avLst/>
          </a:prstGeom>
          <a:noFill/>
          <a:ln w="12600">
            <a:solidFill>
              <a:srgbClr val="40458C"/>
            </a:solidFill>
            <a:miter lim="800000"/>
            <a:headEnd/>
            <a:tailEnd/>
          </a:ln>
          <a:extLst>
            <a:ext uri="{909E8E84-426E-40DD-AFC4-6F175D3DCCD1}">
              <a14:hiddenFill xmlns:a14="http://schemas.microsoft.com/office/drawing/2010/main">
                <a:noFill/>
              </a14:hiddenFill>
            </a:ext>
          </a:extLst>
        </p:spPr>
        <p:txBody>
          <a:bodyPr lIns="90894" tIns="45447" rIns="90894" bIns="45447"/>
          <a:lstStyle/>
          <a:p>
            <a:endParaRPr lang="en-GB"/>
          </a:p>
        </p:txBody>
      </p:sp>
      <p:sp>
        <p:nvSpPr>
          <p:cNvPr id="162829" name="Rectangle 13"/>
          <p:cNvSpPr>
            <a:spLocks noChangeArrowheads="1"/>
          </p:cNvSpPr>
          <p:nvPr/>
        </p:nvSpPr>
        <p:spPr bwMode="auto">
          <a:xfrm>
            <a:off x="2506663" y="4100513"/>
            <a:ext cx="4127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X</a:t>
            </a:r>
          </a:p>
        </p:txBody>
      </p:sp>
      <p:sp>
        <p:nvSpPr>
          <p:cNvPr id="162830" name="Rectangle 14"/>
          <p:cNvSpPr>
            <a:spLocks noChangeArrowheads="1"/>
          </p:cNvSpPr>
          <p:nvPr/>
        </p:nvSpPr>
        <p:spPr bwMode="auto">
          <a:xfrm>
            <a:off x="3397250" y="3511550"/>
            <a:ext cx="4064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Y</a:t>
            </a:r>
          </a:p>
        </p:txBody>
      </p:sp>
      <p:sp>
        <p:nvSpPr>
          <p:cNvPr id="162831" name="Rectangle 15"/>
          <p:cNvSpPr>
            <a:spLocks noChangeArrowheads="1"/>
          </p:cNvSpPr>
          <p:nvPr/>
        </p:nvSpPr>
        <p:spPr bwMode="auto">
          <a:xfrm>
            <a:off x="5884863" y="5024438"/>
            <a:ext cx="3937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Z</a:t>
            </a:r>
          </a:p>
        </p:txBody>
      </p:sp>
      <p:sp>
        <p:nvSpPr>
          <p:cNvPr id="162832" name="Rectangle 16"/>
          <p:cNvSpPr>
            <a:spLocks noChangeArrowheads="1"/>
          </p:cNvSpPr>
          <p:nvPr/>
        </p:nvSpPr>
        <p:spPr bwMode="auto">
          <a:xfrm>
            <a:off x="6486525" y="3176588"/>
            <a:ext cx="4064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P</a:t>
            </a:r>
          </a:p>
        </p:txBody>
      </p:sp>
      <p:sp>
        <p:nvSpPr>
          <p:cNvPr id="162833" name="Rectangle 17"/>
          <p:cNvSpPr>
            <a:spLocks noChangeArrowheads="1"/>
          </p:cNvSpPr>
          <p:nvPr/>
        </p:nvSpPr>
        <p:spPr bwMode="auto">
          <a:xfrm>
            <a:off x="8278813" y="3595688"/>
            <a:ext cx="4508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Q</a:t>
            </a:r>
          </a:p>
        </p:txBody>
      </p:sp>
      <p:sp>
        <p:nvSpPr>
          <p:cNvPr id="162834" name="Rectangle 18"/>
          <p:cNvSpPr>
            <a:spLocks noChangeArrowheads="1"/>
          </p:cNvSpPr>
          <p:nvPr/>
        </p:nvSpPr>
        <p:spPr bwMode="auto">
          <a:xfrm>
            <a:off x="1258888" y="5108575"/>
            <a:ext cx="4254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A</a:t>
            </a:r>
          </a:p>
        </p:txBody>
      </p:sp>
      <p:sp>
        <p:nvSpPr>
          <p:cNvPr id="162835" name="Rectangle 19"/>
          <p:cNvSpPr>
            <a:spLocks noChangeArrowheads="1"/>
          </p:cNvSpPr>
          <p:nvPr/>
        </p:nvSpPr>
        <p:spPr bwMode="auto">
          <a:xfrm>
            <a:off x="4189413" y="2755900"/>
            <a:ext cx="4127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B</a:t>
            </a:r>
          </a:p>
        </p:txBody>
      </p:sp>
      <p:sp>
        <p:nvSpPr>
          <p:cNvPr id="162836" name="Rectangle 20"/>
          <p:cNvSpPr>
            <a:spLocks noChangeArrowheads="1"/>
          </p:cNvSpPr>
          <p:nvPr/>
        </p:nvSpPr>
        <p:spPr bwMode="auto">
          <a:xfrm>
            <a:off x="7664450" y="5275263"/>
            <a:ext cx="4318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D</a:t>
            </a:r>
          </a:p>
        </p:txBody>
      </p:sp>
      <p:sp>
        <p:nvSpPr>
          <p:cNvPr id="162837" name="Rectangle 21"/>
          <p:cNvSpPr>
            <a:spLocks noChangeArrowheads="1"/>
          </p:cNvSpPr>
          <p:nvPr/>
        </p:nvSpPr>
        <p:spPr bwMode="auto">
          <a:xfrm>
            <a:off x="5786438" y="2671763"/>
            <a:ext cx="4318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C</a:t>
            </a:r>
          </a:p>
        </p:txBody>
      </p:sp>
      <p:sp>
        <p:nvSpPr>
          <p:cNvPr id="2" name="Date Placeholder 1">
            <a:extLst>
              <a:ext uri="{FF2B5EF4-FFF2-40B4-BE49-F238E27FC236}">
                <a16:creationId xmlns:a16="http://schemas.microsoft.com/office/drawing/2014/main" id="{3A2F6939-6D72-45F0-B890-D71E58A388F7}"/>
              </a:ext>
            </a:extLst>
          </p:cNvPr>
          <p:cNvSpPr>
            <a:spLocks noGrp="1"/>
          </p:cNvSpPr>
          <p:nvPr>
            <p:ph type="dt" sz="half" idx="10"/>
          </p:nvPr>
        </p:nvSpPr>
        <p:spPr/>
        <p:txBody>
          <a:bodyPr/>
          <a:lstStyle/>
          <a:p>
            <a:fld id="{C7BA1029-886F-4691-A31D-5B023BC6C1B0}" type="datetime1">
              <a:rPr lang="en-GB" altLang="en-US" smtClean="0"/>
              <a:t>22/01/2025</a:t>
            </a:fld>
            <a:endParaRPr lang="en-US" altLang="en-US"/>
          </a:p>
        </p:txBody>
      </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Rectangle 3"/>
          <p:cNvSpPr>
            <a:spLocks noGrp="1" noChangeArrowheads="1"/>
          </p:cNvSpPr>
          <p:nvPr>
            <p:ph type="title"/>
          </p:nvPr>
        </p:nvSpPr>
        <p:spPr>
          <a:xfrm>
            <a:off x="520700" y="684213"/>
            <a:ext cx="9720263" cy="1062037"/>
          </a:xfrm>
        </p:spPr>
        <p:txBody>
          <a:bodyPr lIns="89827" tIns="44021" rIns="89827" bIns="44021"/>
          <a:lstStyle/>
          <a:p>
            <a:pPr eaLnBrk="1" hangingPunct="1">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 pos="9353550" algn="l"/>
              </a:tabLst>
            </a:pPr>
            <a:r>
              <a:rPr lang="en-GB" altLang="en-US" sz="4400" b="1">
                <a:latin typeface="Arial" pitchFamily="34" charset="0"/>
                <a:ea typeface="DejaVu Sans"/>
                <a:cs typeface="DejaVu Sans"/>
              </a:rPr>
              <a:t>Chains</a:t>
            </a:r>
          </a:p>
        </p:txBody>
      </p:sp>
      <p:sp>
        <p:nvSpPr>
          <p:cNvPr id="164866" name="Rectangle 4"/>
          <p:cNvSpPr>
            <a:spLocks noGrp="1" noChangeArrowheads="1"/>
          </p:cNvSpPr>
          <p:nvPr>
            <p:ph idx="1"/>
          </p:nvPr>
        </p:nvSpPr>
        <p:spPr>
          <a:xfrm>
            <a:off x="979488" y="2100263"/>
            <a:ext cx="9088437" cy="671512"/>
          </a:xfrm>
        </p:spPr>
        <p:txBody>
          <a:bodyPr lIns="89827" tIns="44021" rIns="89827" bIns="44021"/>
          <a:lstStyle/>
          <a:p>
            <a:pPr marL="327025" indent="-327025" eaLnBrk="1" hangingPunct="1">
              <a:lnSpc>
                <a:spcPct val="104000"/>
              </a:lnSpc>
              <a:spcBef>
                <a:spcPts val="700"/>
              </a:spcBef>
              <a:buFont typeface="Times New Roman" pitchFamily="18" charset="0"/>
              <a:buChar char="•"/>
              <a:tabLst>
                <a:tab pos="327025" algn="l"/>
                <a:tab pos="431800" algn="l"/>
                <a:tab pos="877888" algn="l"/>
                <a:tab pos="1325563" algn="l"/>
                <a:tab pos="1771650" algn="l"/>
                <a:tab pos="2217738" algn="l"/>
                <a:tab pos="2665413" algn="l"/>
                <a:tab pos="3111500" algn="l"/>
                <a:tab pos="3557588" algn="l"/>
                <a:tab pos="4003675" algn="l"/>
                <a:tab pos="4451350" algn="l"/>
                <a:tab pos="4897438" algn="l"/>
                <a:tab pos="5343525" algn="l"/>
                <a:tab pos="5791200" algn="l"/>
                <a:tab pos="6237288" algn="l"/>
                <a:tab pos="6683375" algn="l"/>
                <a:tab pos="7131050" algn="l"/>
                <a:tab pos="7577138" algn="l"/>
                <a:tab pos="8023225" algn="l"/>
                <a:tab pos="8470900" algn="l"/>
                <a:tab pos="8916988" algn="l"/>
              </a:tabLst>
            </a:pPr>
            <a:r>
              <a:rPr lang="en-GB" altLang="en-US" sz="2900" dirty="0">
                <a:latin typeface="Arial" pitchFamily="34" charset="0"/>
                <a:ea typeface="DejaVu Sans"/>
                <a:cs typeface="DejaVu Sans"/>
              </a:rPr>
              <a:t>A chain is a tree with no vertices of degree &gt;2</a:t>
            </a:r>
          </a:p>
        </p:txBody>
      </p:sp>
      <p:sp>
        <p:nvSpPr>
          <p:cNvPr id="164867" name="Rectangle 1"/>
          <p:cNvSpPr>
            <a:spLocks noChangeArrowheads="1"/>
          </p:cNvSpPr>
          <p:nvPr/>
        </p:nvSpPr>
        <p:spPr bwMode="auto">
          <a:xfrm>
            <a:off x="801688" y="6888163"/>
            <a:ext cx="22272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894" tIns="45447" rIns="90894" bIns="45447"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800"/>
          </a:p>
        </p:txBody>
      </p:sp>
      <p:sp>
        <p:nvSpPr>
          <p:cNvPr id="164868" name="Rectangle 2"/>
          <p:cNvSpPr>
            <a:spLocks noChangeArrowheads="1"/>
          </p:cNvSpPr>
          <p:nvPr/>
        </p:nvSpPr>
        <p:spPr bwMode="auto">
          <a:xfrm>
            <a:off x="3652838" y="6888163"/>
            <a:ext cx="3386137"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894" tIns="45447" rIns="90894" bIns="45447"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800"/>
          </a:p>
        </p:txBody>
      </p:sp>
      <p:sp>
        <p:nvSpPr>
          <p:cNvPr id="164869" name="Line 5"/>
          <p:cNvSpPr>
            <a:spLocks noChangeShapeType="1"/>
          </p:cNvSpPr>
          <p:nvPr/>
        </p:nvSpPr>
        <p:spPr bwMode="auto">
          <a:xfrm flipH="1">
            <a:off x="3730625" y="3452813"/>
            <a:ext cx="290513" cy="823912"/>
          </a:xfrm>
          <a:prstGeom prst="line">
            <a:avLst/>
          </a:prstGeom>
          <a:noFill/>
          <a:ln w="12600">
            <a:solidFill>
              <a:srgbClr val="40458C"/>
            </a:solidFill>
            <a:miter lim="800000"/>
            <a:headEnd/>
            <a:tailEnd/>
          </a:ln>
          <a:extLst>
            <a:ext uri="{909E8E84-426E-40DD-AFC4-6F175D3DCCD1}">
              <a14:hiddenFill xmlns:a14="http://schemas.microsoft.com/office/drawing/2010/main">
                <a:noFill/>
              </a14:hiddenFill>
            </a:ext>
          </a:extLst>
        </p:spPr>
        <p:txBody>
          <a:bodyPr lIns="90894" tIns="45447" rIns="90894" bIns="45447"/>
          <a:lstStyle/>
          <a:p>
            <a:endParaRPr lang="en-GB"/>
          </a:p>
        </p:txBody>
      </p:sp>
      <p:sp>
        <p:nvSpPr>
          <p:cNvPr id="164870" name="Line 6"/>
          <p:cNvSpPr>
            <a:spLocks noChangeShapeType="1"/>
          </p:cNvSpPr>
          <p:nvPr/>
        </p:nvSpPr>
        <p:spPr bwMode="auto">
          <a:xfrm flipH="1">
            <a:off x="2484438" y="4292600"/>
            <a:ext cx="1270000" cy="571500"/>
          </a:xfrm>
          <a:prstGeom prst="line">
            <a:avLst/>
          </a:prstGeom>
          <a:noFill/>
          <a:ln w="12600">
            <a:solidFill>
              <a:srgbClr val="40458C"/>
            </a:solidFill>
            <a:miter lim="800000"/>
            <a:headEnd/>
            <a:tailEnd/>
          </a:ln>
          <a:extLst>
            <a:ext uri="{909E8E84-426E-40DD-AFC4-6F175D3DCCD1}">
              <a14:hiddenFill xmlns:a14="http://schemas.microsoft.com/office/drawing/2010/main">
                <a:noFill/>
              </a14:hiddenFill>
            </a:ext>
          </a:extLst>
        </p:spPr>
        <p:txBody>
          <a:bodyPr lIns="90894" tIns="45447" rIns="90894" bIns="45447"/>
          <a:lstStyle/>
          <a:p>
            <a:endParaRPr lang="en-GB"/>
          </a:p>
        </p:txBody>
      </p:sp>
      <p:sp>
        <p:nvSpPr>
          <p:cNvPr id="164871" name="Line 7"/>
          <p:cNvSpPr>
            <a:spLocks noChangeShapeType="1"/>
          </p:cNvSpPr>
          <p:nvPr/>
        </p:nvSpPr>
        <p:spPr bwMode="auto">
          <a:xfrm>
            <a:off x="4017963" y="3452813"/>
            <a:ext cx="1943100" cy="1916112"/>
          </a:xfrm>
          <a:prstGeom prst="line">
            <a:avLst/>
          </a:prstGeom>
          <a:noFill/>
          <a:ln w="12600">
            <a:solidFill>
              <a:srgbClr val="40458C"/>
            </a:solidFill>
            <a:miter lim="800000"/>
            <a:headEnd/>
            <a:tailEnd/>
          </a:ln>
          <a:extLst>
            <a:ext uri="{909E8E84-426E-40DD-AFC4-6F175D3DCCD1}">
              <a14:hiddenFill xmlns:a14="http://schemas.microsoft.com/office/drawing/2010/main">
                <a:noFill/>
              </a14:hiddenFill>
            </a:ext>
          </a:extLst>
        </p:spPr>
        <p:txBody>
          <a:bodyPr lIns="90894" tIns="45447" rIns="90894" bIns="45447"/>
          <a:lstStyle/>
          <a:p>
            <a:endParaRPr lang="en-GB"/>
          </a:p>
        </p:txBody>
      </p:sp>
      <p:sp>
        <p:nvSpPr>
          <p:cNvPr id="164872" name="Line 8"/>
          <p:cNvSpPr>
            <a:spLocks noChangeShapeType="1"/>
          </p:cNvSpPr>
          <p:nvPr/>
        </p:nvSpPr>
        <p:spPr bwMode="auto">
          <a:xfrm>
            <a:off x="6246813" y="4124325"/>
            <a:ext cx="1230312" cy="1831975"/>
          </a:xfrm>
          <a:prstGeom prst="line">
            <a:avLst/>
          </a:prstGeom>
          <a:noFill/>
          <a:ln w="12600">
            <a:solidFill>
              <a:srgbClr val="40458C"/>
            </a:solidFill>
            <a:miter lim="800000"/>
            <a:headEnd/>
            <a:tailEnd/>
          </a:ln>
          <a:extLst>
            <a:ext uri="{909E8E84-426E-40DD-AFC4-6F175D3DCCD1}">
              <a14:hiddenFill xmlns:a14="http://schemas.microsoft.com/office/drawing/2010/main">
                <a:noFill/>
              </a14:hiddenFill>
            </a:ext>
          </a:extLst>
        </p:spPr>
        <p:txBody>
          <a:bodyPr lIns="90894" tIns="45447" rIns="90894" bIns="45447"/>
          <a:lstStyle/>
          <a:p>
            <a:endParaRPr lang="en-GB"/>
          </a:p>
        </p:txBody>
      </p:sp>
      <p:sp>
        <p:nvSpPr>
          <p:cNvPr id="164873" name="Line 9"/>
          <p:cNvSpPr>
            <a:spLocks noChangeShapeType="1"/>
          </p:cNvSpPr>
          <p:nvPr/>
        </p:nvSpPr>
        <p:spPr bwMode="auto">
          <a:xfrm flipH="1">
            <a:off x="1058863" y="4881563"/>
            <a:ext cx="1447800" cy="152400"/>
          </a:xfrm>
          <a:prstGeom prst="line">
            <a:avLst/>
          </a:prstGeom>
          <a:noFill/>
          <a:ln w="12600">
            <a:solidFill>
              <a:srgbClr val="40458C"/>
            </a:solidFill>
            <a:miter lim="800000"/>
            <a:headEnd/>
            <a:tailEnd/>
          </a:ln>
          <a:extLst>
            <a:ext uri="{909E8E84-426E-40DD-AFC4-6F175D3DCCD1}">
              <a14:hiddenFill xmlns:a14="http://schemas.microsoft.com/office/drawing/2010/main">
                <a:noFill/>
              </a14:hiddenFill>
            </a:ext>
          </a:extLst>
        </p:spPr>
        <p:txBody>
          <a:bodyPr lIns="90894" tIns="45447" rIns="90894" bIns="45447"/>
          <a:lstStyle/>
          <a:p>
            <a:endParaRPr lang="en-GB"/>
          </a:p>
        </p:txBody>
      </p:sp>
      <p:sp>
        <p:nvSpPr>
          <p:cNvPr id="164874" name="Line 10"/>
          <p:cNvSpPr>
            <a:spLocks noChangeShapeType="1"/>
          </p:cNvSpPr>
          <p:nvPr/>
        </p:nvSpPr>
        <p:spPr bwMode="auto">
          <a:xfrm>
            <a:off x="5978525" y="5384800"/>
            <a:ext cx="1498600" cy="571500"/>
          </a:xfrm>
          <a:prstGeom prst="line">
            <a:avLst/>
          </a:prstGeom>
          <a:noFill/>
          <a:ln w="12600">
            <a:solidFill>
              <a:srgbClr val="40458C"/>
            </a:solidFill>
            <a:miter lim="800000"/>
            <a:headEnd/>
            <a:tailEnd/>
          </a:ln>
          <a:extLst>
            <a:ext uri="{909E8E84-426E-40DD-AFC4-6F175D3DCCD1}">
              <a14:hiddenFill xmlns:a14="http://schemas.microsoft.com/office/drawing/2010/main">
                <a:noFill/>
              </a14:hiddenFill>
            </a:ext>
          </a:extLst>
        </p:spPr>
        <p:txBody>
          <a:bodyPr lIns="90894" tIns="45447" rIns="90894" bIns="45447"/>
          <a:lstStyle/>
          <a:p>
            <a:endParaRPr lang="en-GB"/>
          </a:p>
        </p:txBody>
      </p:sp>
      <p:sp>
        <p:nvSpPr>
          <p:cNvPr id="164875" name="Line 11"/>
          <p:cNvSpPr>
            <a:spLocks noChangeShapeType="1"/>
          </p:cNvSpPr>
          <p:nvPr/>
        </p:nvSpPr>
        <p:spPr bwMode="auto">
          <a:xfrm>
            <a:off x="6246813" y="4116388"/>
            <a:ext cx="1676400" cy="1587"/>
          </a:xfrm>
          <a:prstGeom prst="line">
            <a:avLst/>
          </a:prstGeom>
          <a:noFill/>
          <a:ln w="12600">
            <a:solidFill>
              <a:srgbClr val="40458C"/>
            </a:solidFill>
            <a:miter lim="800000"/>
            <a:headEnd/>
            <a:tailEnd/>
          </a:ln>
          <a:extLst>
            <a:ext uri="{909E8E84-426E-40DD-AFC4-6F175D3DCCD1}">
              <a14:hiddenFill xmlns:a14="http://schemas.microsoft.com/office/drawing/2010/main">
                <a:noFill/>
              </a14:hiddenFill>
            </a:ext>
          </a:extLst>
        </p:spPr>
        <p:txBody>
          <a:bodyPr lIns="90894" tIns="45447" rIns="90894" bIns="45447"/>
          <a:lstStyle/>
          <a:p>
            <a:endParaRPr lang="en-GB"/>
          </a:p>
        </p:txBody>
      </p:sp>
      <p:sp>
        <p:nvSpPr>
          <p:cNvPr id="164876" name="Line 12"/>
          <p:cNvSpPr>
            <a:spLocks noChangeShapeType="1"/>
          </p:cNvSpPr>
          <p:nvPr/>
        </p:nvSpPr>
        <p:spPr bwMode="auto">
          <a:xfrm flipH="1" flipV="1">
            <a:off x="5603875" y="3433763"/>
            <a:ext cx="2338388" cy="693737"/>
          </a:xfrm>
          <a:prstGeom prst="line">
            <a:avLst/>
          </a:prstGeom>
          <a:noFill/>
          <a:ln w="12600">
            <a:solidFill>
              <a:srgbClr val="40458C"/>
            </a:solidFill>
            <a:miter lim="800000"/>
            <a:headEnd/>
            <a:tailEnd/>
          </a:ln>
          <a:extLst>
            <a:ext uri="{909E8E84-426E-40DD-AFC4-6F175D3DCCD1}">
              <a14:hiddenFill xmlns:a14="http://schemas.microsoft.com/office/drawing/2010/main">
                <a:noFill/>
              </a14:hiddenFill>
            </a:ext>
          </a:extLst>
        </p:spPr>
        <p:txBody>
          <a:bodyPr lIns="90894" tIns="45447" rIns="90894" bIns="45447"/>
          <a:lstStyle/>
          <a:p>
            <a:endParaRPr lang="en-GB"/>
          </a:p>
        </p:txBody>
      </p:sp>
      <p:sp>
        <p:nvSpPr>
          <p:cNvPr id="164877" name="Rectangle 13"/>
          <p:cNvSpPr>
            <a:spLocks noChangeArrowheads="1"/>
          </p:cNvSpPr>
          <p:nvPr/>
        </p:nvSpPr>
        <p:spPr bwMode="auto">
          <a:xfrm>
            <a:off x="2328863" y="4437063"/>
            <a:ext cx="4127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X</a:t>
            </a:r>
          </a:p>
        </p:txBody>
      </p:sp>
      <p:sp>
        <p:nvSpPr>
          <p:cNvPr id="164878" name="Rectangle 14"/>
          <p:cNvSpPr>
            <a:spLocks noChangeArrowheads="1"/>
          </p:cNvSpPr>
          <p:nvPr/>
        </p:nvSpPr>
        <p:spPr bwMode="auto">
          <a:xfrm>
            <a:off x="3754438" y="4184650"/>
            <a:ext cx="4064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Y</a:t>
            </a:r>
          </a:p>
        </p:txBody>
      </p:sp>
      <p:sp>
        <p:nvSpPr>
          <p:cNvPr id="164879" name="Rectangle 15"/>
          <p:cNvSpPr>
            <a:spLocks noChangeArrowheads="1"/>
          </p:cNvSpPr>
          <p:nvPr/>
        </p:nvSpPr>
        <p:spPr bwMode="auto">
          <a:xfrm>
            <a:off x="5703888" y="5359400"/>
            <a:ext cx="3937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Z</a:t>
            </a:r>
          </a:p>
        </p:txBody>
      </p:sp>
      <p:sp>
        <p:nvSpPr>
          <p:cNvPr id="164880" name="Rectangle 16"/>
          <p:cNvSpPr>
            <a:spLocks noChangeArrowheads="1"/>
          </p:cNvSpPr>
          <p:nvPr/>
        </p:nvSpPr>
        <p:spPr bwMode="auto">
          <a:xfrm>
            <a:off x="5775325" y="3848100"/>
            <a:ext cx="4064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P</a:t>
            </a:r>
          </a:p>
        </p:txBody>
      </p:sp>
      <p:sp>
        <p:nvSpPr>
          <p:cNvPr id="164881" name="Rectangle 17"/>
          <p:cNvSpPr>
            <a:spLocks noChangeArrowheads="1"/>
          </p:cNvSpPr>
          <p:nvPr/>
        </p:nvSpPr>
        <p:spPr bwMode="auto">
          <a:xfrm>
            <a:off x="8101013" y="3932238"/>
            <a:ext cx="4508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Q</a:t>
            </a:r>
          </a:p>
        </p:txBody>
      </p:sp>
      <p:sp>
        <p:nvSpPr>
          <p:cNvPr id="164882" name="Rectangle 18"/>
          <p:cNvSpPr>
            <a:spLocks noChangeArrowheads="1"/>
          </p:cNvSpPr>
          <p:nvPr/>
        </p:nvSpPr>
        <p:spPr bwMode="auto">
          <a:xfrm>
            <a:off x="814388" y="4772025"/>
            <a:ext cx="4254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A</a:t>
            </a:r>
          </a:p>
        </p:txBody>
      </p:sp>
      <p:sp>
        <p:nvSpPr>
          <p:cNvPr id="164883" name="Rectangle 19"/>
          <p:cNvSpPr>
            <a:spLocks noChangeArrowheads="1"/>
          </p:cNvSpPr>
          <p:nvPr/>
        </p:nvSpPr>
        <p:spPr bwMode="auto">
          <a:xfrm>
            <a:off x="4011613" y="3092450"/>
            <a:ext cx="4127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B</a:t>
            </a:r>
          </a:p>
        </p:txBody>
      </p:sp>
      <p:sp>
        <p:nvSpPr>
          <p:cNvPr id="164884" name="Rectangle 20"/>
          <p:cNvSpPr>
            <a:spLocks noChangeArrowheads="1"/>
          </p:cNvSpPr>
          <p:nvPr/>
        </p:nvSpPr>
        <p:spPr bwMode="auto">
          <a:xfrm>
            <a:off x="7486650" y="5611813"/>
            <a:ext cx="4318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D</a:t>
            </a:r>
          </a:p>
        </p:txBody>
      </p:sp>
      <p:sp>
        <p:nvSpPr>
          <p:cNvPr id="164885" name="Rectangle 21"/>
          <p:cNvSpPr>
            <a:spLocks noChangeArrowheads="1"/>
          </p:cNvSpPr>
          <p:nvPr/>
        </p:nvSpPr>
        <p:spPr bwMode="auto">
          <a:xfrm>
            <a:off x="5607050" y="3008313"/>
            <a:ext cx="4318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89827" tIns="44021" rIns="89827" bIns="44021">
            <a:spAutoFit/>
          </a:bodyPr>
          <a:lstStyle>
            <a:lvl1pPr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1pPr>
            <a:lvl2pPr marL="742950" indent="-28575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2pPr>
            <a:lvl3pPr marL="11430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3pPr>
            <a:lvl4pPr marL="16002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4pPr>
            <a:lvl5pPr marL="2057400" indent="-228600" eaLnBrk="0" hangingPunc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defRPr sz="2400">
                <a:solidFill>
                  <a:schemeClr val="bg1"/>
                </a:solidFill>
                <a:latin typeface="Arial" pitchFamily="34" charset="0"/>
                <a:ea typeface="DejaVu Sans"/>
                <a:cs typeface="DejaVu Sans"/>
              </a:defRPr>
            </a:lvl9pPr>
          </a:lstStyle>
          <a:p>
            <a:pPr eaLnBrk="1" hangingPunct="1"/>
            <a:r>
              <a:rPr lang="en-GB" altLang="en-US" sz="2700">
                <a:solidFill>
                  <a:srgbClr val="40458C"/>
                </a:solidFill>
              </a:rPr>
              <a:t>C</a:t>
            </a:r>
          </a:p>
        </p:txBody>
      </p:sp>
      <p:sp>
        <p:nvSpPr>
          <p:cNvPr id="2" name="Date Placeholder 1">
            <a:extLst>
              <a:ext uri="{FF2B5EF4-FFF2-40B4-BE49-F238E27FC236}">
                <a16:creationId xmlns:a16="http://schemas.microsoft.com/office/drawing/2014/main" id="{C24173D4-1C48-4AEA-A6EE-3732BD70F04C}"/>
              </a:ext>
            </a:extLst>
          </p:cNvPr>
          <p:cNvSpPr>
            <a:spLocks noGrp="1"/>
          </p:cNvSpPr>
          <p:nvPr>
            <p:ph type="dt" sz="half" idx="10"/>
          </p:nvPr>
        </p:nvSpPr>
        <p:spPr/>
        <p:txBody>
          <a:bodyPr/>
          <a:lstStyle/>
          <a:p>
            <a:fld id="{D204464A-5E9D-449C-975A-2C1503CA28B9}" type="datetime1">
              <a:rPr lang="en-GB" altLang="en-US" smtClean="0"/>
              <a:t>22/01/2025</a:t>
            </a:fld>
            <a:endParaRPr lang="en-US" altLang="en-US"/>
          </a:p>
        </p:txBody>
      </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1"/>
          <p:cNvSpPr>
            <a:spLocks noChangeArrowheads="1"/>
          </p:cNvSpPr>
          <p:nvPr/>
        </p:nvSpPr>
        <p:spPr bwMode="auto">
          <a:xfrm>
            <a:off x="447350" y="435732"/>
            <a:ext cx="207936" cy="600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102645" tIns="53375" rIns="102645" bIns="53375">
            <a:spAutoFit/>
          </a:bodyPr>
          <a:lstStyle/>
          <a:p>
            <a:pPr>
              <a:buClrTx/>
              <a:tabLst>
                <a:tab pos="0" algn="l"/>
                <a:tab pos="1042873" algn="l"/>
                <a:tab pos="2085746" algn="l"/>
                <a:tab pos="3128620" algn="l"/>
                <a:tab pos="4171493" algn="l"/>
                <a:tab pos="5214366" algn="l"/>
                <a:tab pos="6257239" algn="l"/>
                <a:tab pos="7300112" algn="l"/>
                <a:tab pos="8342986" algn="l"/>
                <a:tab pos="9385859" algn="l"/>
                <a:tab pos="10428732" algn="l"/>
                <a:tab pos="11471605" algn="l"/>
              </a:tabLst>
              <a:defRPr/>
            </a:pPr>
            <a:r>
              <a:rPr lang="en-US" sz="3200" b="1">
                <a:solidFill>
                  <a:srgbClr val="820288"/>
                </a:solidFill>
                <a:latin typeface="Times New Roman" charset="0"/>
                <a:ea typeface="ＭＳ Ｐゴシック" charset="0"/>
                <a:cs typeface="unifont" charset="0"/>
              </a:rPr>
              <a:t>	</a:t>
            </a:r>
          </a:p>
        </p:txBody>
      </p:sp>
      <p:sp>
        <p:nvSpPr>
          <p:cNvPr id="98306" name="Rectangle 2"/>
          <p:cNvSpPr>
            <a:spLocks noChangeArrowheads="1"/>
          </p:cNvSpPr>
          <p:nvPr/>
        </p:nvSpPr>
        <p:spPr bwMode="auto">
          <a:xfrm>
            <a:off x="534591" y="1679928"/>
            <a:ext cx="9711730" cy="40550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02645" tIns="53375" rIns="102645" bIns="53375">
            <a:spAutoFit/>
          </a:bodyPr>
          <a:lstStyle/>
          <a:p>
            <a:pPr>
              <a:spcBef>
                <a:spcPts val="2851"/>
              </a:spcBef>
              <a:buClrTx/>
              <a:tabLst>
                <a:tab pos="0" algn="l"/>
                <a:tab pos="1042873" algn="l"/>
                <a:tab pos="2085746" algn="l"/>
                <a:tab pos="3128620" algn="l"/>
                <a:tab pos="4171493" algn="l"/>
                <a:tab pos="5214366" algn="l"/>
                <a:tab pos="6257239" algn="l"/>
                <a:tab pos="7300112" algn="l"/>
                <a:tab pos="8342986" algn="l"/>
                <a:tab pos="9385859" algn="l"/>
                <a:tab pos="10428732" algn="l"/>
                <a:tab pos="11471605" algn="l"/>
              </a:tabLst>
              <a:defRPr/>
            </a:pPr>
            <a:endParaRPr lang="en-US" sz="4600" b="1">
              <a:solidFill>
                <a:srgbClr val="76027C"/>
              </a:solidFill>
              <a:latin typeface="Times New Roman" charset="0"/>
              <a:ea typeface="ＭＳ Ｐゴシック" charset="0"/>
              <a:cs typeface="unifont" charset="0"/>
            </a:endParaRPr>
          </a:p>
          <a:p>
            <a:pPr>
              <a:spcBef>
                <a:spcPts val="2851"/>
              </a:spcBef>
              <a:buClrTx/>
              <a:tabLst>
                <a:tab pos="0" algn="l"/>
                <a:tab pos="1042873" algn="l"/>
                <a:tab pos="2085746" algn="l"/>
                <a:tab pos="3128620" algn="l"/>
                <a:tab pos="4171493" algn="l"/>
                <a:tab pos="5214366" algn="l"/>
                <a:tab pos="6257239" algn="l"/>
                <a:tab pos="7300112" algn="l"/>
                <a:tab pos="8342986" algn="l"/>
                <a:tab pos="9385859" algn="l"/>
                <a:tab pos="10428732" algn="l"/>
                <a:tab pos="11471605" algn="l"/>
              </a:tabLst>
              <a:defRPr/>
            </a:pPr>
            <a:endParaRPr lang="en-US" sz="4600" b="1">
              <a:solidFill>
                <a:srgbClr val="76027C"/>
              </a:solidFill>
              <a:latin typeface="Times New Roman" charset="0"/>
              <a:ea typeface="ＭＳ Ｐゴシック" charset="0"/>
              <a:cs typeface="unifont" charset="0"/>
            </a:endParaRPr>
          </a:p>
          <a:p>
            <a:pPr>
              <a:spcBef>
                <a:spcPts val="2851"/>
              </a:spcBef>
              <a:buClrTx/>
              <a:tabLst>
                <a:tab pos="0" algn="l"/>
                <a:tab pos="1042873" algn="l"/>
                <a:tab pos="2085746" algn="l"/>
                <a:tab pos="3128620" algn="l"/>
                <a:tab pos="4171493" algn="l"/>
                <a:tab pos="5214366" algn="l"/>
                <a:tab pos="6257239" algn="l"/>
                <a:tab pos="7300112" algn="l"/>
                <a:tab pos="8342986" algn="l"/>
                <a:tab pos="9385859" algn="l"/>
                <a:tab pos="10428732" algn="l"/>
                <a:tab pos="11471605" algn="l"/>
              </a:tabLst>
              <a:defRPr/>
            </a:pPr>
            <a:endParaRPr lang="en-US" sz="4600" b="1">
              <a:solidFill>
                <a:srgbClr val="76027C"/>
              </a:solidFill>
              <a:latin typeface="Times New Roman" charset="0"/>
              <a:ea typeface="ＭＳ Ｐゴシック" charset="0"/>
              <a:cs typeface="unifont" charset="0"/>
            </a:endParaRPr>
          </a:p>
          <a:p>
            <a:pPr>
              <a:spcBef>
                <a:spcPts val="2851"/>
              </a:spcBef>
              <a:buClrTx/>
              <a:tabLst>
                <a:tab pos="0" algn="l"/>
                <a:tab pos="1042873" algn="l"/>
                <a:tab pos="2085746" algn="l"/>
                <a:tab pos="3128620" algn="l"/>
                <a:tab pos="4171493" algn="l"/>
                <a:tab pos="5214366" algn="l"/>
                <a:tab pos="6257239" algn="l"/>
                <a:tab pos="7300112" algn="l"/>
                <a:tab pos="8342986" algn="l"/>
                <a:tab pos="9385859" algn="l"/>
                <a:tab pos="10428732" algn="l"/>
                <a:tab pos="11471605" algn="l"/>
              </a:tabLst>
              <a:defRPr/>
            </a:pPr>
            <a:endParaRPr lang="en-US" sz="4600" b="1">
              <a:solidFill>
                <a:srgbClr val="76027C"/>
              </a:solidFill>
              <a:latin typeface="Times New Roman" charset="0"/>
              <a:ea typeface="ＭＳ Ｐゴシック" charset="0"/>
              <a:cs typeface="unifont" charset="0"/>
            </a:endParaRPr>
          </a:p>
        </p:txBody>
      </p:sp>
      <p:sp>
        <p:nvSpPr>
          <p:cNvPr id="98307" name="Text Box 3"/>
          <p:cNvSpPr txBox="1">
            <a:spLocks noChangeArrowheads="1"/>
          </p:cNvSpPr>
          <p:nvPr/>
        </p:nvSpPr>
        <p:spPr bwMode="auto">
          <a:xfrm>
            <a:off x="718024" y="1170814"/>
            <a:ext cx="9088041" cy="50732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02645" tIns="53375" rIns="102645" bIns="53375">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5pPr>
            <a:lvl6pPr marL="25146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6pPr>
            <a:lvl7pPr marL="29718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7pPr>
            <a:lvl8pPr marL="34290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8pPr>
            <a:lvl9pPr marL="38862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9pPr>
          </a:lstStyle>
          <a:p>
            <a:pPr>
              <a:spcBef>
                <a:spcPts val="1996"/>
              </a:spcBef>
              <a:buClrTx/>
              <a:defRPr/>
            </a:pPr>
            <a:r>
              <a:rPr lang="en-US" sz="3200" dirty="0">
                <a:solidFill>
                  <a:srgbClr val="000000"/>
                </a:solidFill>
              </a:rPr>
              <a:t>Routing method, or algorithm, chosen to move packets through network should be:</a:t>
            </a:r>
          </a:p>
          <a:p>
            <a:pPr>
              <a:spcBef>
                <a:spcPts val="1996"/>
              </a:spcBef>
              <a:buClr>
                <a:srgbClr val="40458C"/>
              </a:buClr>
              <a:buFont typeface="Times New Roman" charset="0"/>
              <a:buChar char="•"/>
              <a:defRPr/>
            </a:pPr>
            <a:r>
              <a:rPr lang="en-US" sz="3200" dirty="0">
                <a:solidFill>
                  <a:srgbClr val="000000"/>
                </a:solidFill>
              </a:rPr>
              <a:t> Optimal, so least cost can be found.</a:t>
            </a:r>
          </a:p>
          <a:p>
            <a:pPr>
              <a:spcBef>
                <a:spcPts val="1996"/>
              </a:spcBef>
              <a:buClr>
                <a:srgbClr val="40458C"/>
              </a:buClr>
              <a:buFont typeface="Times New Roman" charset="0"/>
              <a:buChar char="•"/>
              <a:defRPr/>
            </a:pPr>
            <a:r>
              <a:rPr lang="en-US" sz="3200" dirty="0">
                <a:solidFill>
                  <a:srgbClr val="000000"/>
                </a:solidFill>
              </a:rPr>
              <a:t> Fair, so all packets may be  treated equally.</a:t>
            </a:r>
          </a:p>
          <a:p>
            <a:pPr>
              <a:spcBef>
                <a:spcPts val="1996"/>
              </a:spcBef>
              <a:buClr>
                <a:srgbClr val="40458C"/>
              </a:buClr>
              <a:buFont typeface="Times New Roman" charset="0"/>
              <a:buChar char="•"/>
              <a:defRPr/>
            </a:pPr>
            <a:r>
              <a:rPr lang="en-US" sz="3200" dirty="0">
                <a:solidFill>
                  <a:srgbClr val="000000"/>
                </a:solidFill>
              </a:rPr>
              <a:t> Robust, in case link or node failures occur and network has to reroute traffic.</a:t>
            </a:r>
          </a:p>
          <a:p>
            <a:pPr>
              <a:spcBef>
                <a:spcPts val="1996"/>
              </a:spcBef>
              <a:buClr>
                <a:srgbClr val="40458C"/>
              </a:buClr>
              <a:buFont typeface="Times New Roman" charset="0"/>
              <a:buChar char="•"/>
              <a:defRPr/>
            </a:pPr>
            <a:r>
              <a:rPr lang="en-US" sz="3200" dirty="0">
                <a:solidFill>
                  <a:srgbClr val="000000"/>
                </a:solidFill>
              </a:rPr>
              <a:t> Not too robust so that chosen paths do not oscillate too quickly between troubled spots.</a:t>
            </a:r>
          </a:p>
        </p:txBody>
      </p:sp>
      <p:sp>
        <p:nvSpPr>
          <p:cNvPr id="98308" name="Text Box 4"/>
          <p:cNvSpPr txBox="1">
            <a:spLocks noChangeArrowheads="1"/>
          </p:cNvSpPr>
          <p:nvPr/>
        </p:nvSpPr>
        <p:spPr bwMode="auto">
          <a:xfrm>
            <a:off x="712788" y="335986"/>
            <a:ext cx="9088041" cy="9239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02645" tIns="53375" rIns="102645" bIns="53375"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5pPr>
            <a:lvl6pPr marL="25146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6pPr>
            <a:lvl7pPr marL="29718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7pPr>
            <a:lvl8pPr marL="34290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8pPr>
            <a:lvl9pPr marL="3886200" indent="-228600" fontAlgn="base">
              <a:spcBef>
                <a:spcPct val="0"/>
              </a:spcBef>
              <a:spcAft>
                <a:spcPct val="0"/>
              </a:spcAft>
              <a:buClr>
                <a:srgbClr val="000000"/>
              </a:buClr>
              <a:buSzPct val="100000"/>
              <a:buFont typeface="Times New Roman"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40458C"/>
                </a:solidFill>
                <a:latin typeface="Times New Roman" charset="0"/>
                <a:ea typeface="ＭＳ Ｐゴシック" charset="0"/>
                <a:cs typeface="unifont" charset="0"/>
              </a:defRPr>
            </a:lvl9pPr>
          </a:lstStyle>
          <a:p>
            <a:pPr algn="ctr">
              <a:buClrTx/>
              <a:buFontTx/>
              <a:buNone/>
              <a:defRPr/>
            </a:pPr>
            <a:r>
              <a:rPr lang="en-US" sz="5000" b="1" dirty="0">
                <a:solidFill>
                  <a:srgbClr val="000000"/>
                </a:solidFill>
                <a:latin typeface="Arial" charset="0"/>
              </a:rPr>
              <a:t>Routing</a:t>
            </a:r>
          </a:p>
        </p:txBody>
      </p:sp>
      <p:sp>
        <p:nvSpPr>
          <p:cNvPr id="2" name="TextBox 1"/>
          <p:cNvSpPr txBox="1"/>
          <p:nvPr/>
        </p:nvSpPr>
        <p:spPr>
          <a:xfrm>
            <a:off x="2033538" y="6444132"/>
            <a:ext cx="6912768" cy="646331"/>
          </a:xfrm>
          <a:prstGeom prst="rect">
            <a:avLst/>
          </a:prstGeom>
          <a:noFill/>
        </p:spPr>
        <p:txBody>
          <a:bodyPr wrap="square" rtlCol="0">
            <a:spAutoFit/>
          </a:bodyPr>
          <a:lstStyle/>
          <a:p>
            <a:pPr algn="ctr"/>
            <a:r>
              <a:rPr lang="en-GB" b="1" dirty="0">
                <a:solidFill>
                  <a:schemeClr val="tx1"/>
                </a:solidFill>
              </a:rPr>
              <a:t>Similar to your Satnav giving you a choice of routes, Fastest, Shortest or Eco-friendly</a:t>
            </a:r>
          </a:p>
        </p:txBody>
      </p:sp>
      <p:sp>
        <p:nvSpPr>
          <p:cNvPr id="3" name="Date Placeholder 2">
            <a:extLst>
              <a:ext uri="{FF2B5EF4-FFF2-40B4-BE49-F238E27FC236}">
                <a16:creationId xmlns:a16="http://schemas.microsoft.com/office/drawing/2014/main" id="{1C320642-6662-4466-82E6-88A69B370AB1}"/>
              </a:ext>
            </a:extLst>
          </p:cNvPr>
          <p:cNvSpPr>
            <a:spLocks noGrp="1"/>
          </p:cNvSpPr>
          <p:nvPr>
            <p:ph type="dt" sz="half" idx="10"/>
          </p:nvPr>
        </p:nvSpPr>
        <p:spPr/>
        <p:txBody>
          <a:bodyPr/>
          <a:lstStyle/>
          <a:p>
            <a:fld id="{4755C158-3AD4-444A-9DEF-ABD0F36B4C1F}" type="datetime1">
              <a:rPr lang="en-GB" altLang="en-US" smtClean="0"/>
              <a:t>22/01/2025</a:t>
            </a:fld>
            <a:endParaRPr lang="en-US" altLang="en-US"/>
          </a:p>
        </p:txBody>
      </p:sp>
    </p:spTree>
    <p:extLst>
      <p:ext uri="{BB962C8B-B14F-4D97-AF65-F5344CB8AC3E}">
        <p14:creationId xmlns:p14="http://schemas.microsoft.com/office/powerpoint/2010/main" val="70680117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
          <p:cNvSpPr>
            <a:spLocks noGrp="1" noChangeArrowheads="1"/>
          </p:cNvSpPr>
          <p:nvPr>
            <p:ph type="title"/>
          </p:nvPr>
        </p:nvSpPr>
        <p:spPr>
          <a:xfrm>
            <a:off x="712788" y="335986"/>
            <a:ext cx="9088041" cy="923960"/>
          </a:xfrm>
        </p:spPr>
        <p:txBody>
          <a:bodyPr/>
          <a:lstStyle/>
          <a:p>
            <a:pPr eaLnBrk="1" hangingPunct="1">
              <a:tabLst>
                <a:tab pos="0" algn="l"/>
                <a:tab pos="1042873" algn="l"/>
                <a:tab pos="2085746" algn="l"/>
                <a:tab pos="3128620" algn="l"/>
                <a:tab pos="4171493" algn="l"/>
                <a:tab pos="5214366" algn="l"/>
                <a:tab pos="6257239" algn="l"/>
                <a:tab pos="7300112" algn="l"/>
                <a:tab pos="8342986" algn="l"/>
                <a:tab pos="9385859" algn="l"/>
                <a:tab pos="10428732" algn="l"/>
                <a:tab pos="11471605" algn="l"/>
              </a:tabLst>
            </a:pPr>
            <a:r>
              <a:rPr lang="en-US" altLang="en-US" b="1" dirty="0">
                <a:latin typeface="Arial" pitchFamily="34" charset="0"/>
              </a:rPr>
              <a:t>Some Routing Algorithms</a:t>
            </a:r>
          </a:p>
        </p:txBody>
      </p:sp>
      <p:sp>
        <p:nvSpPr>
          <p:cNvPr id="51203" name="Rectangle 2"/>
          <p:cNvSpPr>
            <a:spLocks noGrp="1" noChangeArrowheads="1"/>
          </p:cNvSpPr>
          <p:nvPr>
            <p:ph sz="half" idx="1"/>
          </p:nvPr>
        </p:nvSpPr>
        <p:spPr>
          <a:xfrm>
            <a:off x="980083" y="2099910"/>
            <a:ext cx="4454922" cy="2544023"/>
          </a:xfrm>
        </p:spPr>
        <p:txBody>
          <a:bodyPr/>
          <a:lstStyle/>
          <a:p>
            <a:pPr eaLnBrk="1" hangingPunct="1">
              <a:spcBef>
                <a:spcPts val="1026"/>
              </a:spcBef>
              <a:buClr>
                <a:srgbClr val="6F89F7"/>
              </a:buClr>
              <a:buSzPct val="147000"/>
              <a:tabLst>
                <a:tab pos="1039252" algn="l"/>
                <a:tab pos="2082125" algn="l"/>
                <a:tab pos="3124999" algn="l"/>
                <a:tab pos="4167872" algn="l"/>
                <a:tab pos="5210745" algn="l"/>
                <a:tab pos="6253618" algn="l"/>
                <a:tab pos="7296491" algn="l"/>
                <a:tab pos="8339365" algn="l"/>
                <a:tab pos="9382238" algn="l"/>
                <a:tab pos="10425111" algn="l"/>
                <a:tab pos="11467984" algn="l"/>
              </a:tabLst>
            </a:pPr>
            <a:r>
              <a:rPr lang="en-US" altLang="en-US" sz="2700" b="1" dirty="0" err="1">
                <a:latin typeface="Arial" pitchFamily="34" charset="0"/>
              </a:rPr>
              <a:t>Dijkstra</a:t>
            </a:r>
            <a:r>
              <a:rPr lang="en-US" altLang="en-US" sz="2700" b="1" dirty="0">
                <a:latin typeface="Arial" pitchFamily="34" charset="0"/>
              </a:rPr>
              <a:t> </a:t>
            </a:r>
            <a:r>
              <a:rPr lang="en-US" altLang="en-US" sz="3600" b="1" dirty="0">
                <a:latin typeface="Arial" pitchFamily="34" charset="0"/>
              </a:rPr>
              <a:t>*</a:t>
            </a:r>
          </a:p>
          <a:p>
            <a:pPr eaLnBrk="1" hangingPunct="1">
              <a:spcBef>
                <a:spcPts val="1026"/>
              </a:spcBef>
              <a:buClr>
                <a:srgbClr val="6F89F7"/>
              </a:buClr>
              <a:buSzPct val="147000"/>
              <a:tabLst>
                <a:tab pos="1039252" algn="l"/>
                <a:tab pos="2082125" algn="l"/>
                <a:tab pos="3124999" algn="l"/>
                <a:tab pos="4167872" algn="l"/>
                <a:tab pos="5210745" algn="l"/>
                <a:tab pos="6253618" algn="l"/>
                <a:tab pos="7296491" algn="l"/>
                <a:tab pos="8339365" algn="l"/>
                <a:tab pos="9382238" algn="l"/>
                <a:tab pos="10425111" algn="l"/>
                <a:tab pos="11467984" algn="l"/>
              </a:tabLst>
            </a:pPr>
            <a:r>
              <a:rPr lang="en-US" altLang="en-US" sz="2700" b="1" dirty="0">
                <a:latin typeface="Arial" pitchFamily="34" charset="0"/>
              </a:rPr>
              <a:t>Flooding</a:t>
            </a:r>
          </a:p>
          <a:p>
            <a:pPr eaLnBrk="1" hangingPunct="1">
              <a:spcBef>
                <a:spcPts val="1026"/>
              </a:spcBef>
              <a:buClr>
                <a:srgbClr val="6F89F7"/>
              </a:buClr>
              <a:buSzPct val="147000"/>
              <a:tabLst>
                <a:tab pos="1039252" algn="l"/>
                <a:tab pos="2082125" algn="l"/>
                <a:tab pos="3124999" algn="l"/>
                <a:tab pos="4167872" algn="l"/>
                <a:tab pos="5210745" algn="l"/>
                <a:tab pos="6253618" algn="l"/>
                <a:tab pos="7296491" algn="l"/>
                <a:tab pos="8339365" algn="l"/>
                <a:tab pos="9382238" algn="l"/>
                <a:tab pos="10425111" algn="l"/>
                <a:tab pos="11467984" algn="l"/>
              </a:tabLst>
            </a:pPr>
            <a:r>
              <a:rPr lang="en-US" altLang="en-US" sz="2700" b="1" dirty="0">
                <a:latin typeface="Arial" pitchFamily="34" charset="0"/>
              </a:rPr>
              <a:t>Central</a:t>
            </a:r>
          </a:p>
          <a:p>
            <a:pPr eaLnBrk="1" hangingPunct="1">
              <a:spcBef>
                <a:spcPts val="1026"/>
              </a:spcBef>
              <a:buClr>
                <a:srgbClr val="6F89F7"/>
              </a:buClr>
              <a:buSzPct val="147000"/>
              <a:tabLst>
                <a:tab pos="1039252" algn="l"/>
                <a:tab pos="2082125" algn="l"/>
                <a:tab pos="3124999" algn="l"/>
                <a:tab pos="4167872" algn="l"/>
                <a:tab pos="5210745" algn="l"/>
                <a:tab pos="6253618" algn="l"/>
                <a:tab pos="7296491" algn="l"/>
                <a:tab pos="8339365" algn="l"/>
                <a:tab pos="9382238" algn="l"/>
                <a:tab pos="10425111" algn="l"/>
                <a:tab pos="11467984" algn="l"/>
              </a:tabLst>
            </a:pPr>
            <a:r>
              <a:rPr lang="en-US" altLang="en-US" sz="2700" b="1" dirty="0">
                <a:latin typeface="Arial" pitchFamily="34" charset="0"/>
              </a:rPr>
              <a:t>Distributed</a:t>
            </a:r>
          </a:p>
        </p:txBody>
      </p:sp>
      <p:sp>
        <p:nvSpPr>
          <p:cNvPr id="51204" name="Rectangle 3"/>
          <p:cNvSpPr>
            <a:spLocks noGrp="1" noChangeArrowheads="1"/>
          </p:cNvSpPr>
          <p:nvPr>
            <p:ph sz="half" idx="2"/>
          </p:nvPr>
        </p:nvSpPr>
        <p:spPr>
          <a:xfrm>
            <a:off x="5613202" y="2099910"/>
            <a:ext cx="4454922" cy="4535805"/>
          </a:xfrm>
        </p:spPr>
        <p:txBody>
          <a:bodyPr/>
          <a:lstStyle/>
          <a:p>
            <a:pPr marL="389267" indent="-389267" eaLnBrk="1" hangingPunct="1">
              <a:spcBef>
                <a:spcPts val="1026"/>
              </a:spcBef>
              <a:buClr>
                <a:srgbClr val="6F89F7"/>
              </a:buClr>
              <a:buSzPct val="147000"/>
              <a:tabLst>
                <a:tab pos="1039252" algn="l"/>
                <a:tab pos="2082125" algn="l"/>
                <a:tab pos="3124999" algn="l"/>
                <a:tab pos="4167872" algn="l"/>
                <a:tab pos="5210745" algn="l"/>
                <a:tab pos="6253618" algn="l"/>
                <a:tab pos="7296491" algn="l"/>
                <a:tab pos="8339365" algn="l"/>
                <a:tab pos="9382238" algn="l"/>
                <a:tab pos="10425111" algn="l"/>
                <a:tab pos="11467984" algn="l"/>
              </a:tabLst>
            </a:pPr>
            <a:r>
              <a:rPr lang="en-US" altLang="en-US" sz="2700" b="1">
                <a:latin typeface="Arial" pitchFamily="34" charset="0"/>
              </a:rPr>
              <a:t>Isolated</a:t>
            </a:r>
          </a:p>
          <a:p>
            <a:pPr marL="389267" indent="-389267" eaLnBrk="1" hangingPunct="1">
              <a:spcBef>
                <a:spcPts val="1026"/>
              </a:spcBef>
              <a:buClr>
                <a:srgbClr val="6F89F7"/>
              </a:buClr>
              <a:buSzPct val="147000"/>
              <a:tabLst>
                <a:tab pos="1039252" algn="l"/>
                <a:tab pos="2082125" algn="l"/>
                <a:tab pos="3124999" algn="l"/>
                <a:tab pos="4167872" algn="l"/>
                <a:tab pos="5210745" algn="l"/>
                <a:tab pos="6253618" algn="l"/>
                <a:tab pos="7296491" algn="l"/>
                <a:tab pos="8339365" algn="l"/>
                <a:tab pos="9382238" algn="l"/>
                <a:tab pos="10425111" algn="l"/>
                <a:tab pos="11467984" algn="l"/>
              </a:tabLst>
            </a:pPr>
            <a:r>
              <a:rPr lang="en-US" altLang="en-US" sz="2700" b="1">
                <a:latin typeface="Arial" pitchFamily="34" charset="0"/>
              </a:rPr>
              <a:t>Adaptive</a:t>
            </a:r>
          </a:p>
          <a:p>
            <a:pPr marL="389267" indent="-389267" eaLnBrk="1" hangingPunct="1">
              <a:spcBef>
                <a:spcPts val="1026"/>
              </a:spcBef>
              <a:buClr>
                <a:srgbClr val="6F89F7"/>
              </a:buClr>
              <a:buSzPct val="147000"/>
              <a:tabLst>
                <a:tab pos="1039252" algn="l"/>
                <a:tab pos="2082125" algn="l"/>
                <a:tab pos="3124999" algn="l"/>
                <a:tab pos="4167872" algn="l"/>
                <a:tab pos="5210745" algn="l"/>
                <a:tab pos="6253618" algn="l"/>
                <a:tab pos="7296491" algn="l"/>
                <a:tab pos="8339365" algn="l"/>
                <a:tab pos="9382238" algn="l"/>
                <a:tab pos="10425111" algn="l"/>
                <a:tab pos="11467984" algn="l"/>
              </a:tabLst>
            </a:pPr>
            <a:r>
              <a:rPr lang="en-US" altLang="en-US" sz="2700" b="1">
                <a:latin typeface="Arial" pitchFamily="34" charset="0"/>
              </a:rPr>
              <a:t>Static</a:t>
            </a:r>
          </a:p>
        </p:txBody>
      </p:sp>
      <p:sp>
        <p:nvSpPr>
          <p:cNvPr id="2" name="Date Placeholder 1">
            <a:extLst>
              <a:ext uri="{FF2B5EF4-FFF2-40B4-BE49-F238E27FC236}">
                <a16:creationId xmlns:a16="http://schemas.microsoft.com/office/drawing/2014/main" id="{2577AB5E-9BED-4212-8E50-B64B65BC7092}"/>
              </a:ext>
            </a:extLst>
          </p:cNvPr>
          <p:cNvSpPr>
            <a:spLocks noGrp="1"/>
          </p:cNvSpPr>
          <p:nvPr>
            <p:ph type="dt" sz="half" idx="10"/>
          </p:nvPr>
        </p:nvSpPr>
        <p:spPr/>
        <p:txBody>
          <a:bodyPr/>
          <a:lstStyle/>
          <a:p>
            <a:fld id="{6D236982-347F-4DBF-A4DE-7D85315AA16A}" type="datetime1">
              <a:rPr lang="en-GB" altLang="en-US" smtClean="0"/>
              <a:t>22/01/2025</a:t>
            </a:fld>
            <a:endParaRPr lang="en-US" altLang="en-US"/>
          </a:p>
        </p:txBody>
      </p:sp>
    </p:spTree>
    <p:extLst>
      <p:ext uri="{BB962C8B-B14F-4D97-AF65-F5344CB8AC3E}">
        <p14:creationId xmlns:p14="http://schemas.microsoft.com/office/powerpoint/2010/main" val="223400267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1"/>
          <p:cNvSpPr>
            <a:spLocks noChangeArrowheads="1"/>
          </p:cNvSpPr>
          <p:nvPr/>
        </p:nvSpPr>
        <p:spPr bwMode="auto">
          <a:xfrm>
            <a:off x="447350" y="435732"/>
            <a:ext cx="207936" cy="600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102645" tIns="53375" rIns="102645" bIns="53375">
            <a:spAutoFit/>
          </a:bodyPr>
          <a:lstStyle/>
          <a:p>
            <a:pPr>
              <a:buClrTx/>
              <a:tabLst>
                <a:tab pos="0" algn="l"/>
                <a:tab pos="1042873" algn="l"/>
                <a:tab pos="2085746" algn="l"/>
                <a:tab pos="3128620" algn="l"/>
                <a:tab pos="4171493" algn="l"/>
                <a:tab pos="5214366" algn="l"/>
                <a:tab pos="6257239" algn="l"/>
                <a:tab pos="7300112" algn="l"/>
                <a:tab pos="8342986" algn="l"/>
                <a:tab pos="9385859" algn="l"/>
                <a:tab pos="10428732" algn="l"/>
                <a:tab pos="11471605" algn="l"/>
              </a:tabLst>
              <a:defRPr/>
            </a:pPr>
            <a:r>
              <a:rPr lang="en-US" sz="3200" b="1">
                <a:solidFill>
                  <a:srgbClr val="820288"/>
                </a:solidFill>
                <a:latin typeface="Times New Roman" charset="0"/>
                <a:ea typeface="ＭＳ Ｐゴシック" charset="0"/>
                <a:cs typeface="unifont" charset="0"/>
              </a:rPr>
              <a:t>	</a:t>
            </a:r>
          </a:p>
        </p:txBody>
      </p:sp>
      <p:sp>
        <p:nvSpPr>
          <p:cNvPr id="100354" name="Rectangle 2"/>
          <p:cNvSpPr>
            <a:spLocks noChangeArrowheads="1"/>
          </p:cNvSpPr>
          <p:nvPr/>
        </p:nvSpPr>
        <p:spPr bwMode="auto">
          <a:xfrm>
            <a:off x="534591" y="1679928"/>
            <a:ext cx="9711730" cy="40550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02645" tIns="53375" rIns="102645" bIns="53375">
            <a:spAutoFit/>
          </a:bodyPr>
          <a:lstStyle/>
          <a:p>
            <a:pPr>
              <a:spcBef>
                <a:spcPts val="2851"/>
              </a:spcBef>
              <a:buClrTx/>
              <a:tabLst>
                <a:tab pos="0" algn="l"/>
                <a:tab pos="1042873" algn="l"/>
                <a:tab pos="2085746" algn="l"/>
                <a:tab pos="3128620" algn="l"/>
                <a:tab pos="4171493" algn="l"/>
                <a:tab pos="5214366" algn="l"/>
                <a:tab pos="6257239" algn="l"/>
                <a:tab pos="7300112" algn="l"/>
                <a:tab pos="8342986" algn="l"/>
                <a:tab pos="9385859" algn="l"/>
                <a:tab pos="10428732" algn="l"/>
                <a:tab pos="11471605" algn="l"/>
              </a:tabLst>
              <a:defRPr/>
            </a:pPr>
            <a:endParaRPr lang="en-US" sz="4600" b="1">
              <a:solidFill>
                <a:srgbClr val="76027C"/>
              </a:solidFill>
              <a:latin typeface="Times New Roman" charset="0"/>
              <a:ea typeface="ＭＳ Ｐゴシック" charset="0"/>
              <a:cs typeface="unifont" charset="0"/>
            </a:endParaRPr>
          </a:p>
          <a:p>
            <a:pPr>
              <a:spcBef>
                <a:spcPts val="2851"/>
              </a:spcBef>
              <a:buClrTx/>
              <a:tabLst>
                <a:tab pos="0" algn="l"/>
                <a:tab pos="1042873" algn="l"/>
                <a:tab pos="2085746" algn="l"/>
                <a:tab pos="3128620" algn="l"/>
                <a:tab pos="4171493" algn="l"/>
                <a:tab pos="5214366" algn="l"/>
                <a:tab pos="6257239" algn="l"/>
                <a:tab pos="7300112" algn="l"/>
                <a:tab pos="8342986" algn="l"/>
                <a:tab pos="9385859" algn="l"/>
                <a:tab pos="10428732" algn="l"/>
                <a:tab pos="11471605" algn="l"/>
              </a:tabLst>
              <a:defRPr/>
            </a:pPr>
            <a:endParaRPr lang="en-US" sz="4600" b="1">
              <a:solidFill>
                <a:srgbClr val="76027C"/>
              </a:solidFill>
              <a:latin typeface="Times New Roman" charset="0"/>
              <a:ea typeface="ＭＳ Ｐゴシック" charset="0"/>
              <a:cs typeface="unifont" charset="0"/>
            </a:endParaRPr>
          </a:p>
          <a:p>
            <a:pPr>
              <a:spcBef>
                <a:spcPts val="2851"/>
              </a:spcBef>
              <a:buClrTx/>
              <a:tabLst>
                <a:tab pos="0" algn="l"/>
                <a:tab pos="1042873" algn="l"/>
                <a:tab pos="2085746" algn="l"/>
                <a:tab pos="3128620" algn="l"/>
                <a:tab pos="4171493" algn="l"/>
                <a:tab pos="5214366" algn="l"/>
                <a:tab pos="6257239" algn="l"/>
                <a:tab pos="7300112" algn="l"/>
                <a:tab pos="8342986" algn="l"/>
                <a:tab pos="9385859" algn="l"/>
                <a:tab pos="10428732" algn="l"/>
                <a:tab pos="11471605" algn="l"/>
              </a:tabLst>
              <a:defRPr/>
            </a:pPr>
            <a:endParaRPr lang="en-US" sz="4600" b="1">
              <a:solidFill>
                <a:srgbClr val="76027C"/>
              </a:solidFill>
              <a:latin typeface="Times New Roman" charset="0"/>
              <a:ea typeface="ＭＳ Ｐゴシック" charset="0"/>
              <a:cs typeface="unifont" charset="0"/>
            </a:endParaRPr>
          </a:p>
          <a:p>
            <a:pPr>
              <a:spcBef>
                <a:spcPts val="2851"/>
              </a:spcBef>
              <a:buClrTx/>
              <a:tabLst>
                <a:tab pos="0" algn="l"/>
                <a:tab pos="1042873" algn="l"/>
                <a:tab pos="2085746" algn="l"/>
                <a:tab pos="3128620" algn="l"/>
                <a:tab pos="4171493" algn="l"/>
                <a:tab pos="5214366" algn="l"/>
                <a:tab pos="6257239" algn="l"/>
                <a:tab pos="7300112" algn="l"/>
                <a:tab pos="8342986" algn="l"/>
                <a:tab pos="9385859" algn="l"/>
                <a:tab pos="10428732" algn="l"/>
                <a:tab pos="11471605" algn="l"/>
              </a:tabLst>
              <a:defRPr/>
            </a:pPr>
            <a:endParaRPr lang="en-US" sz="4600" b="1">
              <a:solidFill>
                <a:srgbClr val="76027C"/>
              </a:solidFill>
              <a:latin typeface="Times New Roman" charset="0"/>
              <a:ea typeface="ＭＳ Ｐゴシック" charset="0"/>
              <a:cs typeface="unifont" charset="0"/>
            </a:endParaRPr>
          </a:p>
        </p:txBody>
      </p:sp>
      <p:sp>
        <p:nvSpPr>
          <p:cNvPr id="100355" name="Text Box 3"/>
          <p:cNvSpPr txBox="1">
            <a:spLocks noChangeArrowheads="1"/>
          </p:cNvSpPr>
          <p:nvPr/>
        </p:nvSpPr>
        <p:spPr bwMode="auto">
          <a:xfrm>
            <a:off x="712788" y="1847920"/>
            <a:ext cx="9088041" cy="49321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02645" tIns="53375" rIns="102645" bIns="53375">
            <a:spAutoFit/>
          </a:bodyPr>
          <a:lstStyle>
            <a:lvl1pPr marL="457200" indent="-457200" eaLnBrk="0" hangingPunct="0">
              <a:spcBef>
                <a:spcPct val="20000"/>
              </a:spcBef>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itchFamily="34" charset="0"/>
                <a:ea typeface="MS PGothic" pitchFamily="34" charset="-128"/>
              </a:defRPr>
            </a:lvl1pPr>
            <a:lvl2pPr eaLnBrk="0" hangingPunct="0">
              <a:spcBef>
                <a:spcPct val="20000"/>
              </a:spcBef>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itchFamily="34" charset="0"/>
                <a:ea typeface="MS PGothic" pitchFamily="34" charset="-128"/>
              </a:defRPr>
            </a:lvl2pPr>
            <a:lvl3pPr eaLnBrk="0" hangingPunct="0">
              <a:spcBef>
                <a:spcPct val="20000"/>
              </a:spcBef>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itchFamily="34" charset="0"/>
                <a:ea typeface="MS PGothic" pitchFamily="34" charset="-128"/>
              </a:defRPr>
            </a:lvl3pPr>
            <a:lvl4pPr eaLnBrk="0" hangingPunct="0">
              <a:spcBef>
                <a:spcPct val="20000"/>
              </a:spcBef>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4" charset="0"/>
                <a:ea typeface="MS PGothic" pitchFamily="34" charset="-128"/>
              </a:defRPr>
            </a:lvl4pPr>
            <a:lvl5pPr eaLnBrk="0" hangingPunct="0">
              <a:spcBef>
                <a:spcPct val="20000"/>
              </a:spcBef>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4" charset="0"/>
                <a:ea typeface="MS PGothic" pitchFamily="34" charset="-128"/>
              </a:defRPr>
            </a:lvl5pPr>
            <a:lvl6pPr marL="2514600" indent="-228600" defTabSz="457200" eaLnBrk="0" fontAlgn="base" hangingPunct="0">
              <a:spcBef>
                <a:spcPct val="20000"/>
              </a:spcBef>
              <a:spcAft>
                <a:spcPct val="0"/>
              </a:spcAft>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4" charset="0"/>
                <a:ea typeface="MS PGothic" pitchFamily="34" charset="-128"/>
              </a:defRPr>
            </a:lvl6pPr>
            <a:lvl7pPr marL="2971800" indent="-228600" defTabSz="457200" eaLnBrk="0" fontAlgn="base" hangingPunct="0">
              <a:spcBef>
                <a:spcPct val="20000"/>
              </a:spcBef>
              <a:spcAft>
                <a:spcPct val="0"/>
              </a:spcAft>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4" charset="0"/>
                <a:ea typeface="MS PGothic" pitchFamily="34" charset="-128"/>
              </a:defRPr>
            </a:lvl7pPr>
            <a:lvl8pPr marL="3429000" indent="-228600" defTabSz="457200" eaLnBrk="0" fontAlgn="base" hangingPunct="0">
              <a:spcBef>
                <a:spcPct val="20000"/>
              </a:spcBef>
              <a:spcAft>
                <a:spcPct val="0"/>
              </a:spcAft>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4" charset="0"/>
                <a:ea typeface="MS PGothic" pitchFamily="34" charset="-128"/>
              </a:defRPr>
            </a:lvl8pPr>
            <a:lvl9pPr marL="3886200" indent="-228600" defTabSz="457200" eaLnBrk="0" fontAlgn="base" hangingPunct="0">
              <a:spcBef>
                <a:spcPct val="20000"/>
              </a:spcBef>
              <a:spcAft>
                <a:spcPct val="0"/>
              </a:spcAft>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4" charset="0"/>
                <a:ea typeface="MS PGothic" pitchFamily="34" charset="-128"/>
              </a:defRPr>
            </a:lvl9pPr>
          </a:lstStyle>
          <a:p>
            <a:pPr eaLnBrk="1" hangingPunct="1">
              <a:spcBef>
                <a:spcPts val="2281"/>
              </a:spcBef>
              <a:buClrTx/>
              <a:buSzTx/>
            </a:pPr>
            <a:r>
              <a:rPr lang="en-US" altLang="en-US" dirty="0">
                <a:solidFill>
                  <a:srgbClr val="000000"/>
                </a:solidFill>
                <a:latin typeface="Times New Roman" pitchFamily="18" charset="0"/>
                <a:ea typeface="unifont"/>
                <a:cs typeface="unifont"/>
              </a:rPr>
              <a:t>Dijkstra’s least cost algorithm finds all possible paths between </a:t>
            </a:r>
            <a:r>
              <a:rPr lang="en-US" altLang="en-US" dirty="0">
                <a:solidFill>
                  <a:srgbClr val="FF0000"/>
                </a:solidFill>
                <a:latin typeface="Times New Roman" pitchFamily="18" charset="0"/>
                <a:ea typeface="unifont"/>
                <a:cs typeface="unifont"/>
              </a:rPr>
              <a:t>two locations</a:t>
            </a:r>
            <a:r>
              <a:rPr lang="en-US" altLang="en-US" dirty="0">
                <a:solidFill>
                  <a:srgbClr val="000000"/>
                </a:solidFill>
                <a:latin typeface="Times New Roman" pitchFamily="18" charset="0"/>
                <a:ea typeface="unifont"/>
                <a:cs typeface="unifont"/>
              </a:rPr>
              <a:t>.</a:t>
            </a:r>
          </a:p>
          <a:p>
            <a:pPr eaLnBrk="1" hangingPunct="1">
              <a:spcBef>
                <a:spcPts val="2281"/>
              </a:spcBef>
              <a:buClrTx/>
              <a:buSzTx/>
            </a:pPr>
            <a:r>
              <a:rPr lang="en-US" altLang="en-US" dirty="0">
                <a:solidFill>
                  <a:srgbClr val="000000"/>
                </a:solidFill>
                <a:latin typeface="Times New Roman" pitchFamily="18" charset="0"/>
                <a:ea typeface="unifont"/>
                <a:cs typeface="unifont"/>
              </a:rPr>
              <a:t>By identifying all possible paths, it also identifies least cost path.</a:t>
            </a:r>
          </a:p>
          <a:p>
            <a:pPr eaLnBrk="1" hangingPunct="1">
              <a:spcBef>
                <a:spcPts val="2281"/>
              </a:spcBef>
              <a:buClrTx/>
              <a:buSzTx/>
            </a:pPr>
            <a:r>
              <a:rPr lang="en-US" altLang="en-US" dirty="0">
                <a:solidFill>
                  <a:srgbClr val="000000"/>
                </a:solidFill>
                <a:latin typeface="Times New Roman" pitchFamily="18" charset="0"/>
                <a:ea typeface="unifont"/>
                <a:cs typeface="unifont"/>
              </a:rPr>
              <a:t>The algorithm can be applied to determine least cost path between any pair of vertices.</a:t>
            </a:r>
          </a:p>
          <a:p>
            <a:pPr eaLnBrk="1" hangingPunct="1">
              <a:spcBef>
                <a:spcPts val="2281"/>
              </a:spcBef>
              <a:buClrTx/>
              <a:buSzTx/>
            </a:pPr>
            <a:r>
              <a:rPr lang="en-US" altLang="en-US" dirty="0">
                <a:solidFill>
                  <a:srgbClr val="FF0000"/>
                </a:solidFill>
                <a:latin typeface="Times New Roman" pitchFamily="18" charset="0"/>
                <a:ea typeface="unifont"/>
                <a:cs typeface="unifont"/>
              </a:rPr>
              <a:t>OSPF</a:t>
            </a:r>
            <a:r>
              <a:rPr lang="en-US" altLang="en-US" dirty="0">
                <a:solidFill>
                  <a:srgbClr val="000000"/>
                </a:solidFill>
                <a:latin typeface="Times New Roman" pitchFamily="18" charset="0"/>
                <a:ea typeface="unifont"/>
                <a:cs typeface="unifont"/>
              </a:rPr>
              <a:t> which has become the most common used interior routing protocol uses this algorithm. </a:t>
            </a:r>
          </a:p>
        </p:txBody>
      </p:sp>
      <p:sp>
        <p:nvSpPr>
          <p:cNvPr id="100356" name="Text Box 4"/>
          <p:cNvSpPr txBox="1">
            <a:spLocks noChangeArrowheads="1"/>
          </p:cNvSpPr>
          <p:nvPr/>
        </p:nvSpPr>
        <p:spPr bwMode="auto">
          <a:xfrm>
            <a:off x="712788" y="148744"/>
            <a:ext cx="9088041" cy="1447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02645" tIns="53375" rIns="102645" bIns="53375" anchor="b"/>
          <a:lstStyle>
            <a:lvl1pPr eaLnBrk="0" hangingPunct="0">
              <a:spcBef>
                <a:spcPct val="20000"/>
              </a:spcBef>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chemeClr val="tx1"/>
                </a:solidFill>
                <a:latin typeface="Calibri" pitchFamily="34" charset="0"/>
                <a:ea typeface="MS PGothic" pitchFamily="34" charset="-128"/>
              </a:defRPr>
            </a:lvl1pPr>
            <a:lvl2pPr eaLnBrk="0" hangingPunct="0">
              <a:spcBef>
                <a:spcPct val="20000"/>
              </a:spcBef>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itchFamily="34" charset="0"/>
                <a:ea typeface="MS PGothic" pitchFamily="34" charset="-128"/>
              </a:defRPr>
            </a:lvl2pPr>
            <a:lvl3pPr eaLnBrk="0" hangingPunct="0">
              <a:spcBef>
                <a:spcPct val="20000"/>
              </a:spcBef>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itchFamily="34" charset="0"/>
                <a:ea typeface="MS PGothic" pitchFamily="34" charset="-128"/>
              </a:defRPr>
            </a:lvl3pPr>
            <a:lvl4pPr eaLnBrk="0" hangingPunct="0">
              <a:spcBef>
                <a:spcPct val="20000"/>
              </a:spcBef>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4" charset="0"/>
                <a:ea typeface="MS PGothic" pitchFamily="34" charset="-128"/>
              </a:defRPr>
            </a:lvl4pPr>
            <a:lvl5pPr eaLnBrk="0" hangingPunct="0">
              <a:spcBef>
                <a:spcPct val="20000"/>
              </a:spcBef>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4" charset="0"/>
                <a:ea typeface="MS PGothic" pitchFamily="34" charset="-128"/>
              </a:defRPr>
            </a:lvl5pPr>
            <a:lvl6pPr marL="2514600" indent="-228600" defTabSz="457200" eaLnBrk="0" fontAlgn="base" hangingPunct="0">
              <a:spcBef>
                <a:spcPct val="20000"/>
              </a:spcBef>
              <a:spcAft>
                <a:spcPct val="0"/>
              </a:spcAft>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4" charset="0"/>
                <a:ea typeface="MS PGothic" pitchFamily="34" charset="-128"/>
              </a:defRPr>
            </a:lvl6pPr>
            <a:lvl7pPr marL="2971800" indent="-228600" defTabSz="457200" eaLnBrk="0" fontAlgn="base" hangingPunct="0">
              <a:spcBef>
                <a:spcPct val="20000"/>
              </a:spcBef>
              <a:spcAft>
                <a:spcPct val="0"/>
              </a:spcAft>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4" charset="0"/>
                <a:ea typeface="MS PGothic" pitchFamily="34" charset="-128"/>
              </a:defRPr>
            </a:lvl7pPr>
            <a:lvl8pPr marL="3429000" indent="-228600" defTabSz="457200" eaLnBrk="0" fontAlgn="base" hangingPunct="0">
              <a:spcBef>
                <a:spcPct val="20000"/>
              </a:spcBef>
              <a:spcAft>
                <a:spcPct val="0"/>
              </a:spcAft>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4" charset="0"/>
                <a:ea typeface="MS PGothic" pitchFamily="34" charset="-128"/>
              </a:defRPr>
            </a:lvl8pPr>
            <a:lvl9pPr marL="3886200" indent="-228600" defTabSz="457200" eaLnBrk="0" fontAlgn="base" hangingPunct="0">
              <a:spcBef>
                <a:spcPct val="20000"/>
              </a:spcBef>
              <a:spcAft>
                <a:spcPct val="0"/>
              </a:spcAft>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itchFamily="34" charset="0"/>
                <a:ea typeface="MS PGothic" pitchFamily="34" charset="-128"/>
              </a:defRPr>
            </a:lvl9pPr>
          </a:lstStyle>
          <a:p>
            <a:pPr algn="ctr" eaLnBrk="1" hangingPunct="1">
              <a:spcBef>
                <a:spcPct val="0"/>
              </a:spcBef>
              <a:buClrTx/>
              <a:buSzTx/>
              <a:buFontTx/>
              <a:buNone/>
            </a:pPr>
            <a:r>
              <a:rPr lang="en-US" altLang="en-US" sz="4600" b="1">
                <a:solidFill>
                  <a:srgbClr val="000000"/>
                </a:solidFill>
                <a:latin typeface="Arial" pitchFamily="34" charset="0"/>
                <a:ea typeface="unifont"/>
                <a:cs typeface="unifont"/>
              </a:rPr>
              <a:t>Dijkstra’s Least Cost Routing Algorithm</a:t>
            </a:r>
          </a:p>
        </p:txBody>
      </p:sp>
      <p:sp>
        <p:nvSpPr>
          <p:cNvPr id="2" name="Date Placeholder 1">
            <a:extLst>
              <a:ext uri="{FF2B5EF4-FFF2-40B4-BE49-F238E27FC236}">
                <a16:creationId xmlns:a16="http://schemas.microsoft.com/office/drawing/2014/main" id="{20F39AB5-4746-48B6-B019-EB39653A0444}"/>
              </a:ext>
            </a:extLst>
          </p:cNvPr>
          <p:cNvSpPr>
            <a:spLocks noGrp="1"/>
          </p:cNvSpPr>
          <p:nvPr>
            <p:ph type="dt" sz="half" idx="10"/>
          </p:nvPr>
        </p:nvSpPr>
        <p:spPr/>
        <p:txBody>
          <a:bodyPr/>
          <a:lstStyle/>
          <a:p>
            <a:fld id="{712231FE-B931-4612-A4E0-9F65941EF923}" type="datetime1">
              <a:rPr lang="en-GB" altLang="en-US" smtClean="0"/>
              <a:t>22/01/2025</a:t>
            </a:fld>
            <a:endParaRPr lang="en-US" altLang="en-US"/>
          </a:p>
        </p:txBody>
      </p:sp>
    </p:spTree>
    <p:extLst>
      <p:ext uri="{BB962C8B-B14F-4D97-AF65-F5344CB8AC3E}">
        <p14:creationId xmlns:p14="http://schemas.microsoft.com/office/powerpoint/2010/main" val="66085550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591" y="179437"/>
            <a:ext cx="9621837" cy="1258887"/>
          </a:xfrm>
        </p:spPr>
        <p:txBody>
          <a:bodyPr/>
          <a:lstStyle/>
          <a:p>
            <a:r>
              <a:rPr lang="en-GB" dirty="0"/>
              <a:t>Dijkstra’s method</a:t>
            </a:r>
          </a:p>
        </p:txBody>
      </p:sp>
      <p:sp>
        <p:nvSpPr>
          <p:cNvPr id="101377" name="Rectangle 1"/>
          <p:cNvSpPr>
            <a:spLocks noChangeArrowheads="1"/>
          </p:cNvSpPr>
          <p:nvPr/>
        </p:nvSpPr>
        <p:spPr bwMode="auto">
          <a:xfrm>
            <a:off x="447350" y="435732"/>
            <a:ext cx="207936" cy="600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102645" tIns="53375" rIns="102645" bIns="53375">
            <a:spAutoFit/>
          </a:bodyPr>
          <a:lstStyle/>
          <a:p>
            <a:pPr>
              <a:buClrTx/>
              <a:tabLst>
                <a:tab pos="0" algn="l"/>
                <a:tab pos="1042873" algn="l"/>
                <a:tab pos="2085746" algn="l"/>
                <a:tab pos="3128620" algn="l"/>
                <a:tab pos="4171493" algn="l"/>
                <a:tab pos="5214366" algn="l"/>
                <a:tab pos="6257239" algn="l"/>
                <a:tab pos="7300112" algn="l"/>
                <a:tab pos="8342986" algn="l"/>
                <a:tab pos="9385859" algn="l"/>
                <a:tab pos="10428732" algn="l"/>
                <a:tab pos="11471605" algn="l"/>
              </a:tabLst>
              <a:defRPr/>
            </a:pPr>
            <a:r>
              <a:rPr lang="en-US" sz="3200" b="1">
                <a:solidFill>
                  <a:srgbClr val="820288"/>
                </a:solidFill>
                <a:latin typeface="Times New Roman" charset="0"/>
                <a:ea typeface="ＭＳ Ｐゴシック" charset="0"/>
                <a:cs typeface="unifont" charset="0"/>
              </a:rPr>
              <a:t>	</a:t>
            </a:r>
          </a:p>
        </p:txBody>
      </p:sp>
      <p:sp>
        <p:nvSpPr>
          <p:cNvPr id="101378" name="Rectangle 2"/>
          <p:cNvSpPr>
            <a:spLocks noChangeArrowheads="1"/>
          </p:cNvSpPr>
          <p:nvPr/>
        </p:nvSpPr>
        <p:spPr bwMode="auto">
          <a:xfrm>
            <a:off x="534591" y="1679928"/>
            <a:ext cx="9711730" cy="40550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02645" tIns="53375" rIns="102645" bIns="53375">
            <a:spAutoFit/>
          </a:bodyPr>
          <a:lstStyle/>
          <a:p>
            <a:pPr>
              <a:spcBef>
                <a:spcPts val="2851"/>
              </a:spcBef>
              <a:buClrTx/>
              <a:tabLst>
                <a:tab pos="0" algn="l"/>
                <a:tab pos="1042873" algn="l"/>
                <a:tab pos="2085746" algn="l"/>
                <a:tab pos="3128620" algn="l"/>
                <a:tab pos="4171493" algn="l"/>
                <a:tab pos="5214366" algn="l"/>
                <a:tab pos="6257239" algn="l"/>
                <a:tab pos="7300112" algn="l"/>
                <a:tab pos="8342986" algn="l"/>
                <a:tab pos="9385859" algn="l"/>
                <a:tab pos="10428732" algn="l"/>
                <a:tab pos="11471605" algn="l"/>
              </a:tabLst>
              <a:defRPr/>
            </a:pPr>
            <a:endParaRPr lang="en-US" sz="4600" b="1">
              <a:solidFill>
                <a:srgbClr val="76027C"/>
              </a:solidFill>
              <a:latin typeface="Times New Roman" charset="0"/>
              <a:ea typeface="ＭＳ Ｐゴシック" charset="0"/>
              <a:cs typeface="unifont" charset="0"/>
            </a:endParaRPr>
          </a:p>
          <a:p>
            <a:pPr>
              <a:spcBef>
                <a:spcPts val="2851"/>
              </a:spcBef>
              <a:buClrTx/>
              <a:tabLst>
                <a:tab pos="0" algn="l"/>
                <a:tab pos="1042873" algn="l"/>
                <a:tab pos="2085746" algn="l"/>
                <a:tab pos="3128620" algn="l"/>
                <a:tab pos="4171493" algn="l"/>
                <a:tab pos="5214366" algn="l"/>
                <a:tab pos="6257239" algn="l"/>
                <a:tab pos="7300112" algn="l"/>
                <a:tab pos="8342986" algn="l"/>
                <a:tab pos="9385859" algn="l"/>
                <a:tab pos="10428732" algn="l"/>
                <a:tab pos="11471605" algn="l"/>
              </a:tabLst>
              <a:defRPr/>
            </a:pPr>
            <a:endParaRPr lang="en-US" sz="4600" b="1">
              <a:solidFill>
                <a:srgbClr val="76027C"/>
              </a:solidFill>
              <a:latin typeface="Times New Roman" charset="0"/>
              <a:ea typeface="ＭＳ Ｐゴシック" charset="0"/>
              <a:cs typeface="unifont" charset="0"/>
            </a:endParaRPr>
          </a:p>
          <a:p>
            <a:pPr>
              <a:spcBef>
                <a:spcPts val="2851"/>
              </a:spcBef>
              <a:buClrTx/>
              <a:tabLst>
                <a:tab pos="0" algn="l"/>
                <a:tab pos="1042873" algn="l"/>
                <a:tab pos="2085746" algn="l"/>
                <a:tab pos="3128620" algn="l"/>
                <a:tab pos="4171493" algn="l"/>
                <a:tab pos="5214366" algn="l"/>
                <a:tab pos="6257239" algn="l"/>
                <a:tab pos="7300112" algn="l"/>
                <a:tab pos="8342986" algn="l"/>
                <a:tab pos="9385859" algn="l"/>
                <a:tab pos="10428732" algn="l"/>
                <a:tab pos="11471605" algn="l"/>
              </a:tabLst>
              <a:defRPr/>
            </a:pPr>
            <a:endParaRPr lang="en-US" sz="4600" b="1">
              <a:solidFill>
                <a:srgbClr val="76027C"/>
              </a:solidFill>
              <a:latin typeface="Times New Roman" charset="0"/>
              <a:ea typeface="ＭＳ Ｐゴシック" charset="0"/>
              <a:cs typeface="unifont" charset="0"/>
            </a:endParaRPr>
          </a:p>
          <a:p>
            <a:pPr>
              <a:spcBef>
                <a:spcPts val="2851"/>
              </a:spcBef>
              <a:buClrTx/>
              <a:tabLst>
                <a:tab pos="0" algn="l"/>
                <a:tab pos="1042873" algn="l"/>
                <a:tab pos="2085746" algn="l"/>
                <a:tab pos="3128620" algn="l"/>
                <a:tab pos="4171493" algn="l"/>
                <a:tab pos="5214366" algn="l"/>
                <a:tab pos="6257239" algn="l"/>
                <a:tab pos="7300112" algn="l"/>
                <a:tab pos="8342986" algn="l"/>
                <a:tab pos="9385859" algn="l"/>
                <a:tab pos="10428732" algn="l"/>
                <a:tab pos="11471605" algn="l"/>
              </a:tabLst>
              <a:defRPr/>
            </a:pPr>
            <a:endParaRPr lang="en-US" sz="4600" b="1">
              <a:solidFill>
                <a:srgbClr val="76027C"/>
              </a:solidFill>
              <a:latin typeface="Times New Roman" charset="0"/>
              <a:ea typeface="ＭＳ Ｐゴシック" charset="0"/>
              <a:cs typeface="unifont" charset="0"/>
            </a:endParaRPr>
          </a:p>
        </p:txBody>
      </p:sp>
      <p:sp>
        <p:nvSpPr>
          <p:cNvPr id="3" name="TextBox 2"/>
          <p:cNvSpPr txBox="1"/>
          <p:nvPr/>
        </p:nvSpPr>
        <p:spPr>
          <a:xfrm>
            <a:off x="2033538" y="6598319"/>
            <a:ext cx="4220707" cy="369332"/>
          </a:xfrm>
          <a:prstGeom prst="rect">
            <a:avLst/>
          </a:prstGeom>
          <a:noFill/>
        </p:spPr>
        <p:txBody>
          <a:bodyPr wrap="none" rtlCol="0">
            <a:spAutoFit/>
          </a:bodyPr>
          <a:lstStyle/>
          <a:p>
            <a:r>
              <a:rPr lang="en-GB" dirty="0">
                <a:solidFill>
                  <a:schemeClr val="tx1"/>
                </a:solidFill>
                <a:hlinkClick r:id="rId3"/>
              </a:rPr>
              <a:t>You tube video of  </a:t>
            </a:r>
            <a:r>
              <a:rPr lang="en-GB" dirty="0" err="1">
                <a:solidFill>
                  <a:schemeClr val="tx1"/>
                </a:solidFill>
                <a:hlinkClick r:id="rId3"/>
              </a:rPr>
              <a:t>Dijkastra's</a:t>
            </a:r>
            <a:r>
              <a:rPr lang="en-GB" dirty="0">
                <a:solidFill>
                  <a:schemeClr val="tx1"/>
                </a:solidFill>
                <a:hlinkClick r:id="rId3"/>
              </a:rPr>
              <a:t> algorithm</a:t>
            </a:r>
            <a:endParaRPr lang="en-GB" dirty="0">
              <a:solidFill>
                <a:schemeClr val="tx1"/>
              </a:solidFill>
            </a:endParaRPr>
          </a:p>
        </p:txBody>
      </p:sp>
      <p:sp>
        <p:nvSpPr>
          <p:cNvPr id="4" name="TextBox 3"/>
          <p:cNvSpPr txBox="1"/>
          <p:nvPr/>
        </p:nvSpPr>
        <p:spPr>
          <a:xfrm>
            <a:off x="1313458" y="1259557"/>
            <a:ext cx="9001000" cy="4247317"/>
          </a:xfrm>
          <a:prstGeom prst="rect">
            <a:avLst/>
          </a:prstGeom>
          <a:noFill/>
        </p:spPr>
        <p:txBody>
          <a:bodyPr wrap="square" rtlCol="0">
            <a:spAutoFit/>
          </a:bodyPr>
          <a:lstStyle/>
          <a:p>
            <a:pPr marL="342900" indent="-342900">
              <a:buFont typeface="+mj-lt"/>
              <a:buAutoNum type="arabicPeriod"/>
            </a:pPr>
            <a:r>
              <a:rPr lang="en-GB" dirty="0">
                <a:solidFill>
                  <a:srgbClr val="FF0000"/>
                </a:solidFill>
              </a:rPr>
              <a:t>Label the start vertex with permanent label 0 and order label 1</a:t>
            </a:r>
          </a:p>
          <a:p>
            <a:pPr marL="342900" indent="-342900">
              <a:buFont typeface="+mj-lt"/>
              <a:buAutoNum type="arabicPeriod"/>
            </a:pPr>
            <a:r>
              <a:rPr lang="en-GB" dirty="0">
                <a:solidFill>
                  <a:schemeClr val="tx1"/>
                </a:solidFill>
              </a:rPr>
              <a:t>Assign temporary labels to all the vertices that can be reached directly from the start</a:t>
            </a:r>
          </a:p>
          <a:p>
            <a:pPr marL="342900" indent="-342900">
              <a:buFont typeface="+mj-lt"/>
              <a:buAutoNum type="arabicPeriod"/>
            </a:pPr>
            <a:r>
              <a:rPr lang="en-GB" dirty="0">
                <a:solidFill>
                  <a:srgbClr val="FF0000"/>
                </a:solidFill>
              </a:rPr>
              <a:t>Select the vertex with the smallest temporary label and makes its label permanent. Add the correct order label</a:t>
            </a:r>
          </a:p>
          <a:p>
            <a:pPr marL="342900" indent="-342900">
              <a:buFont typeface="+mj-lt"/>
              <a:buAutoNum type="arabicPeriod"/>
            </a:pPr>
            <a:r>
              <a:rPr lang="en-GB" dirty="0">
                <a:solidFill>
                  <a:schemeClr val="tx1"/>
                </a:solidFill>
              </a:rPr>
              <a:t>Put temporary labels on each vertex that can be reached directly from the vertex you have just made permanent.  The temporary label must be equal must be equal to the sum of the permanent label and the direct distance from it. If there is an existing temporary label at a vertex, it should be replaced only if the new sum is smaller.</a:t>
            </a:r>
          </a:p>
          <a:p>
            <a:pPr marL="342900" indent="-342900">
              <a:buFont typeface="+mj-lt"/>
              <a:buAutoNum type="arabicPeriod"/>
            </a:pPr>
            <a:r>
              <a:rPr lang="en-GB" dirty="0">
                <a:solidFill>
                  <a:srgbClr val="FF0000"/>
                </a:solidFill>
              </a:rPr>
              <a:t>Select the vertex with the with the smallest temporary label and makes its label permanent. Add the correct order label.</a:t>
            </a:r>
          </a:p>
          <a:p>
            <a:pPr marL="342900" indent="-342900">
              <a:buFont typeface="+mj-lt"/>
              <a:buAutoNum type="arabicPeriod"/>
            </a:pPr>
            <a:r>
              <a:rPr lang="en-GB" dirty="0">
                <a:solidFill>
                  <a:schemeClr val="tx1"/>
                </a:solidFill>
              </a:rPr>
              <a:t>Repeat until the finishing vertex has a permanent label.</a:t>
            </a:r>
          </a:p>
          <a:p>
            <a:pPr marL="342900" indent="-342900">
              <a:buFont typeface="+mj-lt"/>
              <a:buAutoNum type="arabicPeriod"/>
            </a:pPr>
            <a:r>
              <a:rPr lang="en-GB" dirty="0">
                <a:solidFill>
                  <a:srgbClr val="FF0000"/>
                </a:solidFill>
              </a:rPr>
              <a:t>To find the shortest path, trace back from the end vertex to the start vertex.  Write the routes forwards and state the length.</a:t>
            </a:r>
          </a:p>
        </p:txBody>
      </p:sp>
      <p:sp>
        <p:nvSpPr>
          <p:cNvPr id="5" name="Date Placeholder 4">
            <a:extLst>
              <a:ext uri="{FF2B5EF4-FFF2-40B4-BE49-F238E27FC236}">
                <a16:creationId xmlns:a16="http://schemas.microsoft.com/office/drawing/2014/main" id="{F2E84DE1-0936-4BB2-AB96-77668D653675}"/>
              </a:ext>
            </a:extLst>
          </p:cNvPr>
          <p:cNvSpPr>
            <a:spLocks noGrp="1"/>
          </p:cNvSpPr>
          <p:nvPr>
            <p:ph type="dt" sz="half" idx="10"/>
          </p:nvPr>
        </p:nvSpPr>
        <p:spPr/>
        <p:txBody>
          <a:bodyPr/>
          <a:lstStyle/>
          <a:p>
            <a:fld id="{651DBC0B-F5BD-4841-BD8D-F50254BBABF5}" type="datetime1">
              <a:rPr lang="en-GB" altLang="en-US" smtClean="0"/>
              <a:t>22/01/2025</a:t>
            </a:fld>
            <a:endParaRPr lang="en-US" altLang="en-US"/>
          </a:p>
        </p:txBody>
      </p:sp>
    </p:spTree>
    <p:extLst>
      <p:ext uri="{BB962C8B-B14F-4D97-AF65-F5344CB8AC3E}">
        <p14:creationId xmlns:p14="http://schemas.microsoft.com/office/powerpoint/2010/main" val="87224052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5FAD89-5523-48CA-B309-365AEFF6D8B3}"/>
              </a:ext>
            </a:extLst>
          </p:cNvPr>
          <p:cNvSpPr>
            <a:spLocks noGrp="1"/>
          </p:cNvSpPr>
          <p:nvPr>
            <p:ph idx="1"/>
          </p:nvPr>
        </p:nvSpPr>
        <p:spPr>
          <a:xfrm>
            <a:off x="233338" y="539477"/>
            <a:ext cx="9621837" cy="504056"/>
          </a:xfrm>
        </p:spPr>
        <p:txBody>
          <a:bodyPr/>
          <a:lstStyle/>
          <a:p>
            <a:r>
              <a:rPr lang="en-US" sz="2400" dirty="0"/>
              <a:t>Find The SPT between A and E using Dijkstra’s method</a:t>
            </a:r>
            <a:endParaRPr lang="en-GB" sz="2400" dirty="0"/>
          </a:p>
        </p:txBody>
      </p:sp>
      <p:sp>
        <p:nvSpPr>
          <p:cNvPr id="4" name="Date Placeholder 3">
            <a:extLst>
              <a:ext uri="{FF2B5EF4-FFF2-40B4-BE49-F238E27FC236}">
                <a16:creationId xmlns:a16="http://schemas.microsoft.com/office/drawing/2014/main" id="{588A20F0-A49A-4F4F-9D2C-DAD4C957B029}"/>
              </a:ext>
            </a:extLst>
          </p:cNvPr>
          <p:cNvSpPr>
            <a:spLocks noGrp="1"/>
          </p:cNvSpPr>
          <p:nvPr>
            <p:ph type="dt" sz="half" idx="10"/>
          </p:nvPr>
        </p:nvSpPr>
        <p:spPr/>
        <p:txBody>
          <a:bodyPr/>
          <a:lstStyle/>
          <a:p>
            <a:fld id="{3CF0B9CF-6BA6-4E40-AFDC-AA000DDEF479}" type="datetime1">
              <a:rPr lang="en-GB" altLang="en-US" smtClean="0"/>
              <a:t>22/01/2025</a:t>
            </a:fld>
            <a:endParaRPr lang="en-US" altLang="en-US"/>
          </a:p>
        </p:txBody>
      </p:sp>
      <p:grpSp>
        <p:nvGrpSpPr>
          <p:cNvPr id="70" name="Group 69">
            <a:extLst>
              <a:ext uri="{FF2B5EF4-FFF2-40B4-BE49-F238E27FC236}">
                <a16:creationId xmlns:a16="http://schemas.microsoft.com/office/drawing/2014/main" id="{70244B75-C5C2-486E-9778-A1B53515F5F4}"/>
              </a:ext>
            </a:extLst>
          </p:cNvPr>
          <p:cNvGrpSpPr/>
          <p:nvPr/>
        </p:nvGrpSpPr>
        <p:grpSpPr>
          <a:xfrm>
            <a:off x="813750" y="1765354"/>
            <a:ext cx="8411926" cy="4673171"/>
            <a:chOff x="813750" y="1765354"/>
            <a:chExt cx="8411926" cy="4673171"/>
          </a:xfrm>
        </p:grpSpPr>
        <p:sp>
          <p:nvSpPr>
            <p:cNvPr id="53" name="TextBox 52">
              <a:extLst>
                <a:ext uri="{FF2B5EF4-FFF2-40B4-BE49-F238E27FC236}">
                  <a16:creationId xmlns:a16="http://schemas.microsoft.com/office/drawing/2014/main" id="{0CB90C72-0596-429C-B536-F63DC720B75E}"/>
                </a:ext>
              </a:extLst>
            </p:cNvPr>
            <p:cNvSpPr txBox="1"/>
            <p:nvPr/>
          </p:nvSpPr>
          <p:spPr>
            <a:xfrm>
              <a:off x="2979058" y="4459090"/>
              <a:ext cx="312906" cy="369332"/>
            </a:xfrm>
            <a:prstGeom prst="rect">
              <a:avLst/>
            </a:prstGeom>
            <a:noFill/>
          </p:spPr>
          <p:txBody>
            <a:bodyPr wrap="none" rtlCol="0">
              <a:spAutoFit/>
            </a:bodyPr>
            <a:lstStyle/>
            <a:p>
              <a:r>
                <a:rPr lang="en-US" dirty="0">
                  <a:solidFill>
                    <a:schemeClr val="tx1"/>
                  </a:solidFill>
                </a:rPr>
                <a:t>7</a:t>
              </a:r>
              <a:endParaRPr lang="en-GB" dirty="0">
                <a:solidFill>
                  <a:schemeClr val="tx1"/>
                </a:solidFill>
              </a:endParaRPr>
            </a:p>
          </p:txBody>
        </p:sp>
        <p:grpSp>
          <p:nvGrpSpPr>
            <p:cNvPr id="59" name="Group 58">
              <a:extLst>
                <a:ext uri="{FF2B5EF4-FFF2-40B4-BE49-F238E27FC236}">
                  <a16:creationId xmlns:a16="http://schemas.microsoft.com/office/drawing/2014/main" id="{CCEC57BC-85DE-434A-9D6E-5C33BCB100F0}"/>
                </a:ext>
              </a:extLst>
            </p:cNvPr>
            <p:cNvGrpSpPr/>
            <p:nvPr/>
          </p:nvGrpSpPr>
          <p:grpSpPr>
            <a:xfrm>
              <a:off x="813750" y="2021277"/>
              <a:ext cx="8411926" cy="4338436"/>
              <a:chOff x="813750" y="2021277"/>
              <a:chExt cx="8411926" cy="4338436"/>
            </a:xfrm>
          </p:grpSpPr>
          <p:sp>
            <p:nvSpPr>
              <p:cNvPr id="6" name="TextBox 5">
                <a:extLst>
                  <a:ext uri="{FF2B5EF4-FFF2-40B4-BE49-F238E27FC236}">
                    <a16:creationId xmlns:a16="http://schemas.microsoft.com/office/drawing/2014/main" id="{3734AD1E-64DC-4ED9-8E1B-24F5F49FEE87}"/>
                  </a:ext>
                </a:extLst>
              </p:cNvPr>
              <p:cNvSpPr txBox="1"/>
              <p:nvPr/>
            </p:nvSpPr>
            <p:spPr>
              <a:xfrm>
                <a:off x="813750" y="3874335"/>
                <a:ext cx="425527" cy="369332"/>
              </a:xfrm>
              <a:prstGeom prst="rect">
                <a:avLst/>
              </a:prstGeom>
              <a:noFill/>
            </p:spPr>
            <p:txBody>
              <a:bodyPr wrap="square" rtlCol="0">
                <a:spAutoFit/>
              </a:bodyPr>
              <a:lstStyle/>
              <a:p>
                <a:r>
                  <a:rPr lang="en-US" b="1" dirty="0">
                    <a:solidFill>
                      <a:schemeClr val="tx1"/>
                    </a:solidFill>
                  </a:rPr>
                  <a:t>A</a:t>
                </a:r>
                <a:endParaRPr lang="en-GB" b="1" dirty="0">
                  <a:solidFill>
                    <a:schemeClr val="tx1"/>
                  </a:solidFill>
                </a:endParaRPr>
              </a:p>
            </p:txBody>
          </p:sp>
          <p:sp>
            <p:nvSpPr>
              <p:cNvPr id="7" name="TextBox 6">
                <a:extLst>
                  <a:ext uri="{FF2B5EF4-FFF2-40B4-BE49-F238E27FC236}">
                    <a16:creationId xmlns:a16="http://schemas.microsoft.com/office/drawing/2014/main" id="{0ED6CA8A-85B8-49E9-AC75-D0F049B0ADD3}"/>
                  </a:ext>
                </a:extLst>
              </p:cNvPr>
              <p:cNvSpPr txBox="1"/>
              <p:nvPr/>
            </p:nvSpPr>
            <p:spPr>
              <a:xfrm>
                <a:off x="2677572" y="2021277"/>
                <a:ext cx="351378" cy="369332"/>
              </a:xfrm>
              <a:prstGeom prst="rect">
                <a:avLst/>
              </a:prstGeom>
              <a:noFill/>
            </p:spPr>
            <p:txBody>
              <a:bodyPr wrap="none" rtlCol="0">
                <a:spAutoFit/>
              </a:bodyPr>
              <a:lstStyle/>
              <a:p>
                <a:r>
                  <a:rPr lang="en-US" b="1" dirty="0">
                    <a:solidFill>
                      <a:schemeClr val="tx1"/>
                    </a:solidFill>
                  </a:rPr>
                  <a:t>B</a:t>
                </a:r>
                <a:endParaRPr lang="en-GB" b="1" dirty="0">
                  <a:solidFill>
                    <a:schemeClr val="tx1"/>
                  </a:solidFill>
                </a:endParaRPr>
              </a:p>
            </p:txBody>
          </p:sp>
          <p:sp>
            <p:nvSpPr>
              <p:cNvPr id="9" name="TextBox 8">
                <a:extLst>
                  <a:ext uri="{FF2B5EF4-FFF2-40B4-BE49-F238E27FC236}">
                    <a16:creationId xmlns:a16="http://schemas.microsoft.com/office/drawing/2014/main" id="{7B7901DB-BE77-4E16-9053-D7C0D0B83C1B}"/>
                  </a:ext>
                </a:extLst>
              </p:cNvPr>
              <p:cNvSpPr txBox="1"/>
              <p:nvPr/>
            </p:nvSpPr>
            <p:spPr>
              <a:xfrm>
                <a:off x="5044256" y="2072791"/>
                <a:ext cx="351378" cy="369332"/>
              </a:xfrm>
              <a:prstGeom prst="rect">
                <a:avLst/>
              </a:prstGeom>
              <a:noFill/>
            </p:spPr>
            <p:txBody>
              <a:bodyPr wrap="none" rtlCol="0">
                <a:spAutoFit/>
              </a:bodyPr>
              <a:lstStyle/>
              <a:p>
                <a:r>
                  <a:rPr lang="en-US" b="1" dirty="0">
                    <a:solidFill>
                      <a:schemeClr val="tx1"/>
                    </a:solidFill>
                  </a:rPr>
                  <a:t>C</a:t>
                </a:r>
                <a:endParaRPr lang="en-GB" b="1" dirty="0">
                  <a:solidFill>
                    <a:schemeClr val="tx1"/>
                  </a:solidFill>
                </a:endParaRPr>
              </a:p>
            </p:txBody>
          </p:sp>
          <p:sp>
            <p:nvSpPr>
              <p:cNvPr id="11" name="TextBox 10">
                <a:extLst>
                  <a:ext uri="{FF2B5EF4-FFF2-40B4-BE49-F238E27FC236}">
                    <a16:creationId xmlns:a16="http://schemas.microsoft.com/office/drawing/2014/main" id="{C601C708-E7FE-4C3B-834B-EE77B3FF4E11}"/>
                  </a:ext>
                </a:extLst>
              </p:cNvPr>
              <p:cNvSpPr txBox="1"/>
              <p:nvPr/>
            </p:nvSpPr>
            <p:spPr>
              <a:xfrm>
                <a:off x="7489172" y="5805715"/>
                <a:ext cx="325730" cy="369332"/>
              </a:xfrm>
              <a:prstGeom prst="rect">
                <a:avLst/>
              </a:prstGeom>
              <a:noFill/>
            </p:spPr>
            <p:txBody>
              <a:bodyPr wrap="none" rtlCol="0">
                <a:spAutoFit/>
              </a:bodyPr>
              <a:lstStyle/>
              <a:p>
                <a:r>
                  <a:rPr lang="en-US" b="1" dirty="0">
                    <a:solidFill>
                      <a:schemeClr val="tx1"/>
                    </a:solidFill>
                  </a:rPr>
                  <a:t>F</a:t>
                </a:r>
                <a:endParaRPr lang="en-GB" b="1" dirty="0">
                  <a:solidFill>
                    <a:schemeClr val="tx1"/>
                  </a:solidFill>
                </a:endParaRPr>
              </a:p>
            </p:txBody>
          </p:sp>
          <p:sp>
            <p:nvSpPr>
              <p:cNvPr id="12" name="TextBox 11">
                <a:extLst>
                  <a:ext uri="{FF2B5EF4-FFF2-40B4-BE49-F238E27FC236}">
                    <a16:creationId xmlns:a16="http://schemas.microsoft.com/office/drawing/2014/main" id="{4E0BC71F-44A5-4F64-820A-BC742DE7606E}"/>
                  </a:ext>
                </a:extLst>
              </p:cNvPr>
              <p:cNvSpPr txBox="1"/>
              <p:nvPr/>
            </p:nvSpPr>
            <p:spPr>
              <a:xfrm>
                <a:off x="8874298" y="3595171"/>
                <a:ext cx="351378" cy="369332"/>
              </a:xfrm>
              <a:prstGeom prst="rect">
                <a:avLst/>
              </a:prstGeom>
              <a:noFill/>
            </p:spPr>
            <p:txBody>
              <a:bodyPr wrap="none" rtlCol="0">
                <a:spAutoFit/>
              </a:bodyPr>
              <a:lstStyle/>
              <a:p>
                <a:r>
                  <a:rPr lang="en-US" b="1" dirty="0">
                    <a:solidFill>
                      <a:schemeClr val="tx1"/>
                    </a:solidFill>
                  </a:rPr>
                  <a:t>E</a:t>
                </a:r>
                <a:endParaRPr lang="en-GB" b="1" dirty="0">
                  <a:solidFill>
                    <a:schemeClr val="tx1"/>
                  </a:solidFill>
                </a:endParaRPr>
              </a:p>
            </p:txBody>
          </p:sp>
          <p:sp>
            <p:nvSpPr>
              <p:cNvPr id="13" name="TextBox 12">
                <a:extLst>
                  <a:ext uri="{FF2B5EF4-FFF2-40B4-BE49-F238E27FC236}">
                    <a16:creationId xmlns:a16="http://schemas.microsoft.com/office/drawing/2014/main" id="{E0471B64-259A-4714-A103-4C769A481866}"/>
                  </a:ext>
                </a:extLst>
              </p:cNvPr>
              <p:cNvSpPr txBox="1"/>
              <p:nvPr/>
            </p:nvSpPr>
            <p:spPr>
              <a:xfrm>
                <a:off x="5345906" y="5805715"/>
                <a:ext cx="364202" cy="369332"/>
              </a:xfrm>
              <a:prstGeom prst="rect">
                <a:avLst/>
              </a:prstGeom>
              <a:noFill/>
            </p:spPr>
            <p:txBody>
              <a:bodyPr wrap="none" rtlCol="0">
                <a:spAutoFit/>
              </a:bodyPr>
              <a:lstStyle/>
              <a:p>
                <a:r>
                  <a:rPr lang="en-US" b="1" dirty="0">
                    <a:solidFill>
                      <a:schemeClr val="tx1"/>
                    </a:solidFill>
                  </a:rPr>
                  <a:t>G</a:t>
                </a:r>
                <a:endParaRPr lang="en-GB" b="1" dirty="0">
                  <a:solidFill>
                    <a:schemeClr val="tx1"/>
                  </a:solidFill>
                </a:endParaRPr>
              </a:p>
            </p:txBody>
          </p:sp>
          <p:sp>
            <p:nvSpPr>
              <p:cNvPr id="14" name="TextBox 13">
                <a:extLst>
                  <a:ext uri="{FF2B5EF4-FFF2-40B4-BE49-F238E27FC236}">
                    <a16:creationId xmlns:a16="http://schemas.microsoft.com/office/drawing/2014/main" id="{7F91ACE7-435D-428E-90AB-B4961D6120D1}"/>
                  </a:ext>
                </a:extLst>
              </p:cNvPr>
              <p:cNvSpPr txBox="1"/>
              <p:nvPr/>
            </p:nvSpPr>
            <p:spPr>
              <a:xfrm>
                <a:off x="2011834" y="5990381"/>
                <a:ext cx="351378" cy="369332"/>
              </a:xfrm>
              <a:prstGeom prst="rect">
                <a:avLst/>
              </a:prstGeom>
              <a:noFill/>
            </p:spPr>
            <p:txBody>
              <a:bodyPr wrap="none" rtlCol="0">
                <a:spAutoFit/>
              </a:bodyPr>
              <a:lstStyle/>
              <a:p>
                <a:r>
                  <a:rPr lang="en-US" b="1" dirty="0">
                    <a:solidFill>
                      <a:schemeClr val="tx1"/>
                    </a:solidFill>
                  </a:rPr>
                  <a:t>H</a:t>
                </a:r>
                <a:endParaRPr lang="en-GB" b="1" dirty="0">
                  <a:solidFill>
                    <a:schemeClr val="tx1"/>
                  </a:solidFill>
                </a:endParaRPr>
              </a:p>
            </p:txBody>
          </p:sp>
          <p:sp>
            <p:nvSpPr>
              <p:cNvPr id="15" name="Rectangle 14">
                <a:extLst>
                  <a:ext uri="{FF2B5EF4-FFF2-40B4-BE49-F238E27FC236}">
                    <a16:creationId xmlns:a16="http://schemas.microsoft.com/office/drawing/2014/main" id="{C732163B-F46E-4F9E-BDFE-EDA0F9C35BF4}"/>
                  </a:ext>
                </a:extLst>
              </p:cNvPr>
              <p:cNvSpPr/>
              <p:nvPr/>
            </p:nvSpPr>
            <p:spPr>
              <a:xfrm>
                <a:off x="6748655" y="2072791"/>
                <a:ext cx="351378" cy="369332"/>
              </a:xfrm>
              <a:prstGeom prst="rect">
                <a:avLst/>
              </a:prstGeom>
            </p:spPr>
            <p:txBody>
              <a:bodyPr wrap="none">
                <a:spAutoFit/>
              </a:bodyPr>
              <a:lstStyle/>
              <a:p>
                <a:r>
                  <a:rPr lang="en-US" b="1" dirty="0">
                    <a:solidFill>
                      <a:schemeClr val="tx1"/>
                    </a:solidFill>
                  </a:rPr>
                  <a:t>D</a:t>
                </a:r>
                <a:endParaRPr lang="en-GB" b="1" dirty="0">
                  <a:solidFill>
                    <a:schemeClr val="tx1"/>
                  </a:solidFill>
                </a:endParaRPr>
              </a:p>
            </p:txBody>
          </p:sp>
          <p:sp>
            <p:nvSpPr>
              <p:cNvPr id="17" name="TextBox 16">
                <a:extLst>
                  <a:ext uri="{FF2B5EF4-FFF2-40B4-BE49-F238E27FC236}">
                    <a16:creationId xmlns:a16="http://schemas.microsoft.com/office/drawing/2014/main" id="{524C4063-246A-4716-A7CA-E6C39861590E}"/>
                  </a:ext>
                </a:extLst>
              </p:cNvPr>
              <p:cNvSpPr txBox="1"/>
              <p:nvPr/>
            </p:nvSpPr>
            <p:spPr>
              <a:xfrm>
                <a:off x="3442449" y="3907063"/>
                <a:ext cx="248786" cy="369332"/>
              </a:xfrm>
              <a:prstGeom prst="rect">
                <a:avLst/>
              </a:prstGeom>
              <a:noFill/>
            </p:spPr>
            <p:txBody>
              <a:bodyPr wrap="none" rtlCol="0">
                <a:spAutoFit/>
              </a:bodyPr>
              <a:lstStyle/>
              <a:p>
                <a:r>
                  <a:rPr lang="en-US" b="1" dirty="0">
                    <a:solidFill>
                      <a:schemeClr val="tx1"/>
                    </a:solidFill>
                  </a:rPr>
                  <a:t>I</a:t>
                </a:r>
                <a:endParaRPr lang="en-GB" b="1" dirty="0">
                  <a:solidFill>
                    <a:schemeClr val="tx1"/>
                  </a:solidFill>
                </a:endParaRPr>
              </a:p>
            </p:txBody>
          </p:sp>
          <p:cxnSp>
            <p:nvCxnSpPr>
              <p:cNvPr id="19" name="Straight Connector 18">
                <a:extLst>
                  <a:ext uri="{FF2B5EF4-FFF2-40B4-BE49-F238E27FC236}">
                    <a16:creationId xmlns:a16="http://schemas.microsoft.com/office/drawing/2014/main" id="{7821492A-A2D2-49CB-89EA-0900523230F3}"/>
                  </a:ext>
                </a:extLst>
              </p:cNvPr>
              <p:cNvCxnSpPr/>
              <p:nvPr/>
            </p:nvCxnSpPr>
            <p:spPr>
              <a:xfrm flipV="1">
                <a:off x="1026514" y="2257457"/>
                <a:ext cx="1655096" cy="17343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67D4FC35-7782-4032-B98E-4BB7FCD86D12}"/>
                  </a:ext>
                </a:extLst>
              </p:cNvPr>
              <p:cNvCxnSpPr>
                <a:cxnSpLocks/>
                <a:stCxn id="6" idx="2"/>
                <a:endCxn id="14" idx="0"/>
              </p:cNvCxnSpPr>
              <p:nvPr/>
            </p:nvCxnSpPr>
            <p:spPr>
              <a:xfrm>
                <a:off x="1026514" y="4243667"/>
                <a:ext cx="1161009" cy="1746714"/>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ADA4D506-68B2-4A36-BC79-904A6032C264}"/>
                  </a:ext>
                </a:extLst>
              </p:cNvPr>
              <p:cNvCxnSpPr>
                <a:stCxn id="7" idx="3"/>
                <a:endCxn id="9" idx="1"/>
              </p:cNvCxnSpPr>
              <p:nvPr/>
            </p:nvCxnSpPr>
            <p:spPr>
              <a:xfrm>
                <a:off x="3028950" y="2205943"/>
                <a:ext cx="2015306" cy="51514"/>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9C5FA18-C5CF-4BB1-A5AC-399396FBA40A}"/>
                  </a:ext>
                </a:extLst>
              </p:cNvPr>
              <p:cNvCxnSpPr>
                <a:cxnSpLocks/>
                <a:stCxn id="7" idx="2"/>
              </p:cNvCxnSpPr>
              <p:nvPr/>
            </p:nvCxnSpPr>
            <p:spPr>
              <a:xfrm flipH="1">
                <a:off x="2313022" y="2390609"/>
                <a:ext cx="540239" cy="3637684"/>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59D337F0-F2DF-401A-A260-647B8452FE8C}"/>
                  </a:ext>
                </a:extLst>
              </p:cNvPr>
              <p:cNvCxnSpPr>
                <a:cxnSpLocks/>
              </p:cNvCxnSpPr>
              <p:nvPr/>
            </p:nvCxnSpPr>
            <p:spPr>
              <a:xfrm flipH="1">
                <a:off x="2363212" y="4325938"/>
                <a:ext cx="1203630" cy="1664443"/>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19488F96-8F68-4234-81A3-C6F237462196}"/>
                  </a:ext>
                </a:extLst>
              </p:cNvPr>
              <p:cNvCxnSpPr>
                <a:stCxn id="9" idx="1"/>
                <a:endCxn id="17" idx="3"/>
              </p:cNvCxnSpPr>
              <p:nvPr/>
            </p:nvCxnSpPr>
            <p:spPr>
              <a:xfrm flipH="1">
                <a:off x="3691235" y="2257457"/>
                <a:ext cx="1353021" cy="1834272"/>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A0EBDC26-F048-4C69-8318-819298DFC4A0}"/>
                  </a:ext>
                </a:extLst>
              </p:cNvPr>
              <p:cNvCxnSpPr>
                <a:endCxn id="13" idx="1"/>
              </p:cNvCxnSpPr>
              <p:nvPr/>
            </p:nvCxnSpPr>
            <p:spPr>
              <a:xfrm>
                <a:off x="2363212" y="5990381"/>
                <a:ext cx="298269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78DE6732-9630-4C75-92CB-BF69822B99D8}"/>
                  </a:ext>
                </a:extLst>
              </p:cNvPr>
              <p:cNvCxnSpPr>
                <a:stCxn id="9" idx="3"/>
                <a:endCxn id="15" idx="1"/>
              </p:cNvCxnSpPr>
              <p:nvPr/>
            </p:nvCxnSpPr>
            <p:spPr>
              <a:xfrm>
                <a:off x="5395634" y="2257457"/>
                <a:ext cx="135302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216D63AA-F36D-4D9B-A9D9-0F192E933B0F}"/>
                  </a:ext>
                </a:extLst>
              </p:cNvPr>
              <p:cNvCxnSpPr>
                <a:stCxn id="15" idx="3"/>
                <a:endCxn id="12" idx="1"/>
              </p:cNvCxnSpPr>
              <p:nvPr/>
            </p:nvCxnSpPr>
            <p:spPr>
              <a:xfrm>
                <a:off x="7100033" y="2257457"/>
                <a:ext cx="1774265" cy="1522380"/>
              </a:xfrm>
              <a:prstGeom prst="line">
                <a:avLst/>
              </a:prstGeom>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4846198F-6023-493A-9DF3-2BBD5FDB230F}"/>
                  </a:ext>
                </a:extLst>
              </p:cNvPr>
              <p:cNvCxnSpPr>
                <a:stCxn id="12" idx="2"/>
                <a:endCxn id="11" idx="3"/>
              </p:cNvCxnSpPr>
              <p:nvPr/>
            </p:nvCxnSpPr>
            <p:spPr>
              <a:xfrm flipH="1">
                <a:off x="7814902" y="3964503"/>
                <a:ext cx="1235085" cy="2025878"/>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72CB171-BC5B-4A5C-BE77-2AD6D8F54D43}"/>
                  </a:ext>
                </a:extLst>
              </p:cNvPr>
              <p:cNvCxnSpPr>
                <a:stCxn id="13" idx="3"/>
              </p:cNvCxnSpPr>
              <p:nvPr/>
            </p:nvCxnSpPr>
            <p:spPr>
              <a:xfrm>
                <a:off x="5710108" y="5990381"/>
                <a:ext cx="165951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EF422E5C-125C-4BB3-84E1-56D67FDD8671}"/>
                  </a:ext>
                </a:extLst>
              </p:cNvPr>
              <p:cNvCxnSpPr/>
              <p:nvPr/>
            </p:nvCxnSpPr>
            <p:spPr>
              <a:xfrm>
                <a:off x="3854559" y="4243667"/>
                <a:ext cx="1491347" cy="1562048"/>
              </a:xfrm>
              <a:prstGeom prst="line">
                <a:avLst/>
              </a:prstGeom>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C7CF6400-428A-4F80-9EC1-9F77B9B157ED}"/>
                  </a:ext>
                </a:extLst>
              </p:cNvPr>
              <p:cNvCxnSpPr>
                <a:stCxn id="15" idx="2"/>
                <a:endCxn id="11" idx="0"/>
              </p:cNvCxnSpPr>
              <p:nvPr/>
            </p:nvCxnSpPr>
            <p:spPr>
              <a:xfrm>
                <a:off x="6924344" y="2442123"/>
                <a:ext cx="727693" cy="3363592"/>
              </a:xfrm>
              <a:prstGeom prst="line">
                <a:avLst/>
              </a:prstGeom>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152D36CA-5E2A-4222-8E86-78A52DEE701E}"/>
                  </a:ext>
                </a:extLst>
              </p:cNvPr>
              <p:cNvCxnSpPr>
                <a:stCxn id="9" idx="2"/>
              </p:cNvCxnSpPr>
              <p:nvPr/>
            </p:nvCxnSpPr>
            <p:spPr>
              <a:xfrm>
                <a:off x="5219945" y="2442123"/>
                <a:ext cx="2280483" cy="3363592"/>
              </a:xfrm>
              <a:prstGeom prst="line">
                <a:avLst/>
              </a:prstGeom>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9C80D08B-B7E1-4361-8DA0-43464801775F}"/>
                  </a:ext>
                </a:extLst>
              </p:cNvPr>
              <p:cNvSpPr txBox="1"/>
              <p:nvPr/>
            </p:nvSpPr>
            <p:spPr>
              <a:xfrm>
                <a:off x="1239277" y="2627709"/>
                <a:ext cx="312906" cy="369332"/>
              </a:xfrm>
              <a:prstGeom prst="rect">
                <a:avLst/>
              </a:prstGeom>
              <a:noFill/>
            </p:spPr>
            <p:txBody>
              <a:bodyPr wrap="none" rtlCol="0">
                <a:spAutoFit/>
              </a:bodyPr>
              <a:lstStyle/>
              <a:p>
                <a:r>
                  <a:rPr lang="en-US" dirty="0">
                    <a:solidFill>
                      <a:schemeClr val="tx1"/>
                    </a:solidFill>
                  </a:rPr>
                  <a:t>4</a:t>
                </a:r>
                <a:endParaRPr lang="en-GB" dirty="0">
                  <a:solidFill>
                    <a:schemeClr val="tx1"/>
                  </a:solidFill>
                </a:endParaRPr>
              </a:p>
            </p:txBody>
          </p:sp>
          <p:sp>
            <p:nvSpPr>
              <p:cNvPr id="54" name="TextBox 53">
                <a:extLst>
                  <a:ext uri="{FF2B5EF4-FFF2-40B4-BE49-F238E27FC236}">
                    <a16:creationId xmlns:a16="http://schemas.microsoft.com/office/drawing/2014/main" id="{70BAB679-6D6C-4F71-8FDC-CADF17B2D3B9}"/>
                  </a:ext>
                </a:extLst>
              </p:cNvPr>
              <p:cNvSpPr txBox="1"/>
              <p:nvPr/>
            </p:nvSpPr>
            <p:spPr>
              <a:xfrm>
                <a:off x="1580405" y="4747692"/>
                <a:ext cx="312906" cy="369332"/>
              </a:xfrm>
              <a:prstGeom prst="rect">
                <a:avLst/>
              </a:prstGeom>
              <a:noFill/>
            </p:spPr>
            <p:txBody>
              <a:bodyPr wrap="none" rtlCol="0">
                <a:spAutoFit/>
              </a:bodyPr>
              <a:lstStyle/>
              <a:p>
                <a:r>
                  <a:rPr lang="en-US" dirty="0">
                    <a:solidFill>
                      <a:schemeClr val="tx1"/>
                    </a:solidFill>
                  </a:rPr>
                  <a:t>8</a:t>
                </a:r>
                <a:endParaRPr lang="en-GB" dirty="0">
                  <a:solidFill>
                    <a:schemeClr val="tx1"/>
                  </a:solidFill>
                </a:endParaRPr>
              </a:p>
            </p:txBody>
          </p:sp>
        </p:grpSp>
        <p:sp>
          <p:nvSpPr>
            <p:cNvPr id="55" name="TextBox 54">
              <a:extLst>
                <a:ext uri="{FF2B5EF4-FFF2-40B4-BE49-F238E27FC236}">
                  <a16:creationId xmlns:a16="http://schemas.microsoft.com/office/drawing/2014/main" id="{21C02164-80AC-4E44-8E45-F87A8ACEE02F}"/>
                </a:ext>
              </a:extLst>
            </p:cNvPr>
            <p:cNvSpPr txBox="1"/>
            <p:nvPr/>
          </p:nvSpPr>
          <p:spPr>
            <a:xfrm>
              <a:off x="3442449" y="6069193"/>
              <a:ext cx="312906" cy="369332"/>
            </a:xfrm>
            <a:prstGeom prst="rect">
              <a:avLst/>
            </a:prstGeom>
            <a:noFill/>
          </p:spPr>
          <p:txBody>
            <a:bodyPr wrap="none" rtlCol="0">
              <a:spAutoFit/>
            </a:bodyPr>
            <a:lstStyle/>
            <a:p>
              <a:r>
                <a:rPr lang="en-US" dirty="0">
                  <a:solidFill>
                    <a:schemeClr val="tx1"/>
                  </a:solidFill>
                </a:rPr>
                <a:t>1</a:t>
              </a:r>
              <a:endParaRPr lang="en-GB" dirty="0">
                <a:solidFill>
                  <a:schemeClr val="tx1"/>
                </a:solidFill>
              </a:endParaRPr>
            </a:p>
          </p:txBody>
        </p:sp>
        <p:sp>
          <p:nvSpPr>
            <p:cNvPr id="56" name="TextBox 55">
              <a:extLst>
                <a:ext uri="{FF2B5EF4-FFF2-40B4-BE49-F238E27FC236}">
                  <a16:creationId xmlns:a16="http://schemas.microsoft.com/office/drawing/2014/main" id="{4F1E3061-DDAE-497A-8143-8419AF059B6D}"/>
                </a:ext>
              </a:extLst>
            </p:cNvPr>
            <p:cNvSpPr txBox="1"/>
            <p:nvPr/>
          </p:nvSpPr>
          <p:spPr>
            <a:xfrm>
              <a:off x="3840679" y="1862368"/>
              <a:ext cx="312906" cy="369332"/>
            </a:xfrm>
            <a:prstGeom prst="rect">
              <a:avLst/>
            </a:prstGeom>
            <a:noFill/>
          </p:spPr>
          <p:txBody>
            <a:bodyPr wrap="none" rtlCol="0">
              <a:spAutoFit/>
            </a:bodyPr>
            <a:lstStyle/>
            <a:p>
              <a:r>
                <a:rPr lang="en-US" dirty="0">
                  <a:solidFill>
                    <a:schemeClr val="tx1"/>
                  </a:solidFill>
                </a:rPr>
                <a:t>8</a:t>
              </a:r>
              <a:endParaRPr lang="en-GB" dirty="0">
                <a:solidFill>
                  <a:schemeClr val="tx1"/>
                </a:solidFill>
              </a:endParaRPr>
            </a:p>
          </p:txBody>
        </p:sp>
        <p:sp>
          <p:nvSpPr>
            <p:cNvPr id="57" name="TextBox 56">
              <a:extLst>
                <a:ext uri="{FF2B5EF4-FFF2-40B4-BE49-F238E27FC236}">
                  <a16:creationId xmlns:a16="http://schemas.microsoft.com/office/drawing/2014/main" id="{0710F8CF-6527-423C-A637-B5D175455CF0}"/>
                </a:ext>
              </a:extLst>
            </p:cNvPr>
            <p:cNvSpPr txBox="1"/>
            <p:nvPr/>
          </p:nvSpPr>
          <p:spPr>
            <a:xfrm>
              <a:off x="2140464" y="3698625"/>
              <a:ext cx="424027" cy="369332"/>
            </a:xfrm>
            <a:prstGeom prst="rect">
              <a:avLst/>
            </a:prstGeom>
            <a:noFill/>
          </p:spPr>
          <p:txBody>
            <a:bodyPr wrap="none" rtlCol="0">
              <a:spAutoFit/>
            </a:bodyPr>
            <a:lstStyle/>
            <a:p>
              <a:r>
                <a:rPr lang="en-US" dirty="0">
                  <a:solidFill>
                    <a:schemeClr val="tx1"/>
                  </a:solidFill>
                </a:rPr>
                <a:t>11</a:t>
              </a:r>
              <a:endParaRPr lang="en-GB" dirty="0">
                <a:solidFill>
                  <a:schemeClr val="tx1"/>
                </a:solidFill>
              </a:endParaRPr>
            </a:p>
          </p:txBody>
        </p:sp>
        <p:sp>
          <p:nvSpPr>
            <p:cNvPr id="60" name="TextBox 59">
              <a:extLst>
                <a:ext uri="{FF2B5EF4-FFF2-40B4-BE49-F238E27FC236}">
                  <a16:creationId xmlns:a16="http://schemas.microsoft.com/office/drawing/2014/main" id="{5E7BF1B0-D39C-4C90-BFE5-A1E26D185AB1}"/>
                </a:ext>
              </a:extLst>
            </p:cNvPr>
            <p:cNvSpPr txBox="1"/>
            <p:nvPr/>
          </p:nvSpPr>
          <p:spPr>
            <a:xfrm>
              <a:off x="5996882" y="1765354"/>
              <a:ext cx="312906" cy="369332"/>
            </a:xfrm>
            <a:prstGeom prst="rect">
              <a:avLst/>
            </a:prstGeom>
            <a:noFill/>
          </p:spPr>
          <p:txBody>
            <a:bodyPr wrap="none" rtlCol="0">
              <a:spAutoFit/>
            </a:bodyPr>
            <a:lstStyle/>
            <a:p>
              <a:r>
                <a:rPr lang="en-US" dirty="0">
                  <a:solidFill>
                    <a:schemeClr val="tx1"/>
                  </a:solidFill>
                </a:rPr>
                <a:t>7</a:t>
              </a:r>
              <a:endParaRPr lang="en-GB" dirty="0">
                <a:solidFill>
                  <a:schemeClr val="tx1"/>
                </a:solidFill>
              </a:endParaRPr>
            </a:p>
          </p:txBody>
        </p:sp>
        <p:sp>
          <p:nvSpPr>
            <p:cNvPr id="61" name="TextBox 60">
              <a:extLst>
                <a:ext uri="{FF2B5EF4-FFF2-40B4-BE49-F238E27FC236}">
                  <a16:creationId xmlns:a16="http://schemas.microsoft.com/office/drawing/2014/main" id="{DF4BD920-6AB4-4A99-8463-5E1C1AB872E8}"/>
                </a:ext>
              </a:extLst>
            </p:cNvPr>
            <p:cNvSpPr txBox="1"/>
            <p:nvPr/>
          </p:nvSpPr>
          <p:spPr>
            <a:xfrm>
              <a:off x="8533379" y="4828422"/>
              <a:ext cx="441146" cy="369332"/>
            </a:xfrm>
            <a:prstGeom prst="rect">
              <a:avLst/>
            </a:prstGeom>
            <a:noFill/>
          </p:spPr>
          <p:txBody>
            <a:bodyPr wrap="none" rtlCol="0">
              <a:spAutoFit/>
            </a:bodyPr>
            <a:lstStyle/>
            <a:p>
              <a:r>
                <a:rPr lang="en-US" dirty="0">
                  <a:solidFill>
                    <a:schemeClr val="tx1"/>
                  </a:solidFill>
                </a:rPr>
                <a:t>10</a:t>
              </a:r>
              <a:endParaRPr lang="en-GB" dirty="0">
                <a:solidFill>
                  <a:schemeClr val="tx1"/>
                </a:solidFill>
              </a:endParaRPr>
            </a:p>
          </p:txBody>
        </p:sp>
        <p:sp>
          <p:nvSpPr>
            <p:cNvPr id="62" name="TextBox 61">
              <a:extLst>
                <a:ext uri="{FF2B5EF4-FFF2-40B4-BE49-F238E27FC236}">
                  <a16:creationId xmlns:a16="http://schemas.microsoft.com/office/drawing/2014/main" id="{E5E590DE-D281-45E9-915A-1AB7F76377D1}"/>
                </a:ext>
              </a:extLst>
            </p:cNvPr>
            <p:cNvSpPr txBox="1"/>
            <p:nvPr/>
          </p:nvSpPr>
          <p:spPr>
            <a:xfrm>
              <a:off x="4530013" y="4579390"/>
              <a:ext cx="312906" cy="369332"/>
            </a:xfrm>
            <a:prstGeom prst="rect">
              <a:avLst/>
            </a:prstGeom>
            <a:noFill/>
          </p:spPr>
          <p:txBody>
            <a:bodyPr wrap="none" rtlCol="0">
              <a:spAutoFit/>
            </a:bodyPr>
            <a:lstStyle/>
            <a:p>
              <a:r>
                <a:rPr lang="en-US" dirty="0">
                  <a:solidFill>
                    <a:schemeClr val="tx1"/>
                  </a:solidFill>
                </a:rPr>
                <a:t>6</a:t>
              </a:r>
              <a:endParaRPr lang="en-GB" dirty="0">
                <a:solidFill>
                  <a:schemeClr val="tx1"/>
                </a:solidFill>
              </a:endParaRPr>
            </a:p>
          </p:txBody>
        </p:sp>
        <p:sp>
          <p:nvSpPr>
            <p:cNvPr id="64" name="TextBox 63">
              <a:extLst>
                <a:ext uri="{FF2B5EF4-FFF2-40B4-BE49-F238E27FC236}">
                  <a16:creationId xmlns:a16="http://schemas.microsoft.com/office/drawing/2014/main" id="{5C7E495A-C21F-4887-9D40-499C63BAAE24}"/>
                </a:ext>
              </a:extLst>
            </p:cNvPr>
            <p:cNvSpPr txBox="1"/>
            <p:nvPr/>
          </p:nvSpPr>
          <p:spPr>
            <a:xfrm>
              <a:off x="6290552" y="5621048"/>
              <a:ext cx="312906" cy="369332"/>
            </a:xfrm>
            <a:prstGeom prst="rect">
              <a:avLst/>
            </a:prstGeom>
            <a:noFill/>
          </p:spPr>
          <p:txBody>
            <a:bodyPr wrap="none" rtlCol="0">
              <a:spAutoFit/>
            </a:bodyPr>
            <a:lstStyle/>
            <a:p>
              <a:r>
                <a:rPr lang="en-US" dirty="0">
                  <a:solidFill>
                    <a:schemeClr val="tx1"/>
                  </a:solidFill>
                </a:rPr>
                <a:t>2</a:t>
              </a:r>
              <a:endParaRPr lang="en-GB" dirty="0">
                <a:solidFill>
                  <a:schemeClr val="tx1"/>
                </a:solidFill>
              </a:endParaRPr>
            </a:p>
          </p:txBody>
        </p:sp>
        <p:sp>
          <p:nvSpPr>
            <p:cNvPr id="65" name="TextBox 64">
              <a:extLst>
                <a:ext uri="{FF2B5EF4-FFF2-40B4-BE49-F238E27FC236}">
                  <a16:creationId xmlns:a16="http://schemas.microsoft.com/office/drawing/2014/main" id="{767839D5-FF8B-4183-975F-CC912AE8AF5B}"/>
                </a:ext>
              </a:extLst>
            </p:cNvPr>
            <p:cNvSpPr txBox="1"/>
            <p:nvPr/>
          </p:nvSpPr>
          <p:spPr>
            <a:xfrm>
              <a:off x="5695856" y="3601495"/>
              <a:ext cx="312906" cy="369332"/>
            </a:xfrm>
            <a:prstGeom prst="rect">
              <a:avLst/>
            </a:prstGeom>
            <a:noFill/>
          </p:spPr>
          <p:txBody>
            <a:bodyPr wrap="none" rtlCol="0">
              <a:spAutoFit/>
            </a:bodyPr>
            <a:lstStyle/>
            <a:p>
              <a:r>
                <a:rPr lang="en-US" dirty="0">
                  <a:solidFill>
                    <a:schemeClr val="tx1"/>
                  </a:solidFill>
                </a:rPr>
                <a:t>4</a:t>
              </a:r>
              <a:endParaRPr lang="en-GB" dirty="0">
                <a:solidFill>
                  <a:schemeClr val="tx1"/>
                </a:solidFill>
              </a:endParaRPr>
            </a:p>
          </p:txBody>
        </p:sp>
        <p:sp>
          <p:nvSpPr>
            <p:cNvPr id="66" name="TextBox 65">
              <a:extLst>
                <a:ext uri="{FF2B5EF4-FFF2-40B4-BE49-F238E27FC236}">
                  <a16:creationId xmlns:a16="http://schemas.microsoft.com/office/drawing/2014/main" id="{F0F4729A-D71B-4E4D-8434-EDF3416EB228}"/>
                </a:ext>
              </a:extLst>
            </p:cNvPr>
            <p:cNvSpPr txBox="1"/>
            <p:nvPr/>
          </p:nvSpPr>
          <p:spPr>
            <a:xfrm>
              <a:off x="4034631" y="2939941"/>
              <a:ext cx="312906" cy="369332"/>
            </a:xfrm>
            <a:prstGeom prst="rect">
              <a:avLst/>
            </a:prstGeom>
            <a:noFill/>
          </p:spPr>
          <p:txBody>
            <a:bodyPr wrap="none" rtlCol="0">
              <a:spAutoFit/>
            </a:bodyPr>
            <a:lstStyle/>
            <a:p>
              <a:r>
                <a:rPr lang="en-US" dirty="0">
                  <a:solidFill>
                    <a:schemeClr val="tx1"/>
                  </a:solidFill>
                </a:rPr>
                <a:t>2</a:t>
              </a:r>
              <a:endParaRPr lang="en-GB" dirty="0">
                <a:solidFill>
                  <a:schemeClr val="tx1"/>
                </a:solidFill>
              </a:endParaRPr>
            </a:p>
          </p:txBody>
        </p:sp>
        <p:sp>
          <p:nvSpPr>
            <p:cNvPr id="67" name="TextBox 66">
              <a:extLst>
                <a:ext uri="{FF2B5EF4-FFF2-40B4-BE49-F238E27FC236}">
                  <a16:creationId xmlns:a16="http://schemas.microsoft.com/office/drawing/2014/main" id="{CBA19E79-35D2-471E-A12A-D23A5D8031B6}"/>
                </a:ext>
              </a:extLst>
            </p:cNvPr>
            <p:cNvSpPr txBox="1"/>
            <p:nvPr/>
          </p:nvSpPr>
          <p:spPr>
            <a:xfrm>
              <a:off x="7934451" y="2545244"/>
              <a:ext cx="312906" cy="369332"/>
            </a:xfrm>
            <a:prstGeom prst="rect">
              <a:avLst/>
            </a:prstGeom>
            <a:noFill/>
          </p:spPr>
          <p:txBody>
            <a:bodyPr wrap="none" rtlCol="0">
              <a:spAutoFit/>
            </a:bodyPr>
            <a:lstStyle/>
            <a:p>
              <a:r>
                <a:rPr lang="en-US" dirty="0">
                  <a:solidFill>
                    <a:schemeClr val="tx1"/>
                  </a:solidFill>
                </a:rPr>
                <a:t>9</a:t>
              </a:r>
              <a:endParaRPr lang="en-GB" dirty="0">
                <a:solidFill>
                  <a:schemeClr val="tx1"/>
                </a:solidFill>
              </a:endParaRPr>
            </a:p>
          </p:txBody>
        </p:sp>
        <p:sp>
          <p:nvSpPr>
            <p:cNvPr id="69" name="TextBox 68">
              <a:extLst>
                <a:ext uri="{FF2B5EF4-FFF2-40B4-BE49-F238E27FC236}">
                  <a16:creationId xmlns:a16="http://schemas.microsoft.com/office/drawing/2014/main" id="{4C52C882-2EDD-40E0-BACD-A825FA3E959B}"/>
                </a:ext>
              </a:extLst>
            </p:cNvPr>
            <p:cNvSpPr txBox="1"/>
            <p:nvPr/>
          </p:nvSpPr>
          <p:spPr>
            <a:xfrm>
              <a:off x="6892469" y="3656047"/>
              <a:ext cx="441146" cy="369332"/>
            </a:xfrm>
            <a:prstGeom prst="rect">
              <a:avLst/>
            </a:prstGeom>
            <a:noFill/>
          </p:spPr>
          <p:txBody>
            <a:bodyPr wrap="none" rtlCol="0">
              <a:spAutoFit/>
            </a:bodyPr>
            <a:lstStyle/>
            <a:p>
              <a:r>
                <a:rPr lang="en-US" dirty="0">
                  <a:solidFill>
                    <a:schemeClr val="tx1"/>
                  </a:solidFill>
                </a:rPr>
                <a:t>14</a:t>
              </a:r>
              <a:endParaRPr lang="en-GB" dirty="0">
                <a:solidFill>
                  <a:schemeClr val="tx1"/>
                </a:solidFill>
              </a:endParaRPr>
            </a:p>
          </p:txBody>
        </p:sp>
      </p:grpSp>
      <p:graphicFrame>
        <p:nvGraphicFramePr>
          <p:cNvPr id="71" name="Table 71">
            <a:extLst>
              <a:ext uri="{FF2B5EF4-FFF2-40B4-BE49-F238E27FC236}">
                <a16:creationId xmlns:a16="http://schemas.microsoft.com/office/drawing/2014/main" id="{64021C74-9B3A-4064-B59F-65FB31DC2171}"/>
              </a:ext>
            </a:extLst>
          </p:cNvPr>
          <p:cNvGraphicFramePr>
            <a:graphicFrameLocks noGrp="1"/>
          </p:cNvGraphicFramePr>
          <p:nvPr/>
        </p:nvGraphicFramePr>
        <p:xfrm>
          <a:off x="47655" y="3011837"/>
          <a:ext cx="1191622" cy="822960"/>
        </p:xfrm>
        <a:graphic>
          <a:graphicData uri="http://schemas.openxmlformats.org/drawingml/2006/table">
            <a:tbl>
              <a:tblPr firstRow="1" bandRow="1">
                <a:tableStyleId>{5940675A-B579-460E-94D1-54222C63F5DA}</a:tableStyleId>
              </a:tblPr>
              <a:tblGrid>
                <a:gridCol w="595811">
                  <a:extLst>
                    <a:ext uri="{9D8B030D-6E8A-4147-A177-3AD203B41FA5}">
                      <a16:colId xmlns:a16="http://schemas.microsoft.com/office/drawing/2014/main" val="2573579595"/>
                    </a:ext>
                  </a:extLst>
                </a:gridCol>
                <a:gridCol w="595811">
                  <a:extLst>
                    <a:ext uri="{9D8B030D-6E8A-4147-A177-3AD203B41FA5}">
                      <a16:colId xmlns:a16="http://schemas.microsoft.com/office/drawing/2014/main" val="972064091"/>
                    </a:ext>
                  </a:extLst>
                </a:gridCol>
              </a:tblGrid>
              <a:tr h="370840">
                <a:tc>
                  <a:txBody>
                    <a:bodyPr/>
                    <a:lstStyle/>
                    <a:p>
                      <a:r>
                        <a:rPr lang="en-US" dirty="0"/>
                        <a:t>1</a:t>
                      </a:r>
                      <a:endParaRPr lang="en-GB" dirty="0"/>
                    </a:p>
                  </a:txBody>
                  <a:tcPr/>
                </a:tc>
                <a:tc>
                  <a:txBody>
                    <a:bodyPr/>
                    <a:lstStyle/>
                    <a:p>
                      <a:r>
                        <a:rPr lang="en-US" dirty="0"/>
                        <a:t>0</a:t>
                      </a:r>
                      <a:endParaRPr lang="en-GB" dirty="0"/>
                    </a:p>
                  </a:txBody>
                  <a:tcPr/>
                </a:tc>
                <a:extLst>
                  <a:ext uri="{0D108BD9-81ED-4DB2-BD59-A6C34878D82A}">
                    <a16:rowId xmlns:a16="http://schemas.microsoft.com/office/drawing/2014/main" val="3450897103"/>
                  </a:ext>
                </a:extLst>
              </a:tr>
              <a:tr h="370840">
                <a:tc gridSpan="2">
                  <a:txBody>
                    <a:bodyPr/>
                    <a:lstStyle/>
                    <a:p>
                      <a:r>
                        <a:rPr lang="en-US" dirty="0"/>
                        <a:t>0</a:t>
                      </a:r>
                      <a:endParaRPr lang="en-GB" dirty="0"/>
                    </a:p>
                  </a:txBody>
                  <a:tcPr/>
                </a:tc>
                <a:tc hMerge="1">
                  <a:txBody>
                    <a:bodyPr/>
                    <a:lstStyle/>
                    <a:p>
                      <a:endParaRPr lang="en-GB" dirty="0"/>
                    </a:p>
                  </a:txBody>
                  <a:tcPr/>
                </a:tc>
                <a:extLst>
                  <a:ext uri="{0D108BD9-81ED-4DB2-BD59-A6C34878D82A}">
                    <a16:rowId xmlns:a16="http://schemas.microsoft.com/office/drawing/2014/main" val="495956232"/>
                  </a:ext>
                </a:extLst>
              </a:tr>
            </a:tbl>
          </a:graphicData>
        </a:graphic>
      </p:graphicFrame>
      <p:graphicFrame>
        <p:nvGraphicFramePr>
          <p:cNvPr id="74" name="Table 71">
            <a:extLst>
              <a:ext uri="{FF2B5EF4-FFF2-40B4-BE49-F238E27FC236}">
                <a16:creationId xmlns:a16="http://schemas.microsoft.com/office/drawing/2014/main" id="{F2FC3DFA-014F-4E4B-99A2-AA1DDADA8E55}"/>
              </a:ext>
            </a:extLst>
          </p:cNvPr>
          <p:cNvGraphicFramePr>
            <a:graphicFrameLocks noGrp="1"/>
          </p:cNvGraphicFramePr>
          <p:nvPr/>
        </p:nvGraphicFramePr>
        <p:xfrm>
          <a:off x="2028141" y="1204725"/>
          <a:ext cx="1191622" cy="822960"/>
        </p:xfrm>
        <a:graphic>
          <a:graphicData uri="http://schemas.openxmlformats.org/drawingml/2006/table">
            <a:tbl>
              <a:tblPr firstRow="1" bandRow="1">
                <a:tableStyleId>{5940675A-B579-460E-94D1-54222C63F5DA}</a:tableStyleId>
              </a:tblPr>
              <a:tblGrid>
                <a:gridCol w="595811">
                  <a:extLst>
                    <a:ext uri="{9D8B030D-6E8A-4147-A177-3AD203B41FA5}">
                      <a16:colId xmlns:a16="http://schemas.microsoft.com/office/drawing/2014/main" val="2573579595"/>
                    </a:ext>
                  </a:extLst>
                </a:gridCol>
                <a:gridCol w="595811">
                  <a:extLst>
                    <a:ext uri="{9D8B030D-6E8A-4147-A177-3AD203B41FA5}">
                      <a16:colId xmlns:a16="http://schemas.microsoft.com/office/drawing/2014/main" val="972064091"/>
                    </a:ext>
                  </a:extLst>
                </a:gridCol>
              </a:tblGrid>
              <a:tr h="370840">
                <a:tc>
                  <a:txBody>
                    <a:bodyPr/>
                    <a:lstStyle/>
                    <a:p>
                      <a:r>
                        <a:rPr lang="en-US" dirty="0"/>
                        <a:t>2</a:t>
                      </a:r>
                      <a:endParaRPr lang="en-GB" dirty="0"/>
                    </a:p>
                  </a:txBody>
                  <a:tcPr/>
                </a:tc>
                <a:tc>
                  <a:txBody>
                    <a:bodyPr/>
                    <a:lstStyle/>
                    <a:p>
                      <a:r>
                        <a:rPr lang="en-US" dirty="0"/>
                        <a:t>4</a:t>
                      </a:r>
                      <a:endParaRPr lang="en-GB" dirty="0"/>
                    </a:p>
                  </a:txBody>
                  <a:tcPr/>
                </a:tc>
                <a:extLst>
                  <a:ext uri="{0D108BD9-81ED-4DB2-BD59-A6C34878D82A}">
                    <a16:rowId xmlns:a16="http://schemas.microsoft.com/office/drawing/2014/main" val="3450897103"/>
                  </a:ext>
                </a:extLst>
              </a:tr>
              <a:tr h="370840">
                <a:tc gridSpan="2">
                  <a:txBody>
                    <a:bodyPr/>
                    <a:lstStyle/>
                    <a:p>
                      <a:r>
                        <a:rPr lang="en-US" dirty="0"/>
                        <a:t>4</a:t>
                      </a:r>
                      <a:endParaRPr lang="en-GB" dirty="0"/>
                    </a:p>
                  </a:txBody>
                  <a:tcPr/>
                </a:tc>
                <a:tc hMerge="1">
                  <a:txBody>
                    <a:bodyPr/>
                    <a:lstStyle/>
                    <a:p>
                      <a:endParaRPr lang="en-GB" dirty="0"/>
                    </a:p>
                  </a:txBody>
                  <a:tcPr/>
                </a:tc>
                <a:extLst>
                  <a:ext uri="{0D108BD9-81ED-4DB2-BD59-A6C34878D82A}">
                    <a16:rowId xmlns:a16="http://schemas.microsoft.com/office/drawing/2014/main" val="495956232"/>
                  </a:ext>
                </a:extLst>
              </a:tr>
            </a:tbl>
          </a:graphicData>
        </a:graphic>
      </p:graphicFrame>
      <p:graphicFrame>
        <p:nvGraphicFramePr>
          <p:cNvPr id="80" name="Table 71">
            <a:extLst>
              <a:ext uri="{FF2B5EF4-FFF2-40B4-BE49-F238E27FC236}">
                <a16:creationId xmlns:a16="http://schemas.microsoft.com/office/drawing/2014/main" id="{03552427-4F55-4286-985B-ECFD439FA149}"/>
              </a:ext>
            </a:extLst>
          </p:cNvPr>
          <p:cNvGraphicFramePr>
            <a:graphicFrameLocks noGrp="1"/>
          </p:cNvGraphicFramePr>
          <p:nvPr/>
        </p:nvGraphicFramePr>
        <p:xfrm>
          <a:off x="4531858" y="1236684"/>
          <a:ext cx="1191622" cy="822960"/>
        </p:xfrm>
        <a:graphic>
          <a:graphicData uri="http://schemas.openxmlformats.org/drawingml/2006/table">
            <a:tbl>
              <a:tblPr firstRow="1" bandRow="1">
                <a:tableStyleId>{5940675A-B579-460E-94D1-54222C63F5DA}</a:tableStyleId>
              </a:tblPr>
              <a:tblGrid>
                <a:gridCol w="595811">
                  <a:extLst>
                    <a:ext uri="{9D8B030D-6E8A-4147-A177-3AD203B41FA5}">
                      <a16:colId xmlns:a16="http://schemas.microsoft.com/office/drawing/2014/main" val="2573579595"/>
                    </a:ext>
                  </a:extLst>
                </a:gridCol>
                <a:gridCol w="595811">
                  <a:extLst>
                    <a:ext uri="{9D8B030D-6E8A-4147-A177-3AD203B41FA5}">
                      <a16:colId xmlns:a16="http://schemas.microsoft.com/office/drawing/2014/main" val="972064091"/>
                    </a:ext>
                  </a:extLst>
                </a:gridCol>
              </a:tblGrid>
              <a:tr h="370840">
                <a:tc>
                  <a:txBody>
                    <a:bodyPr/>
                    <a:lstStyle/>
                    <a:p>
                      <a:r>
                        <a:rPr lang="en-US" dirty="0"/>
                        <a:t>12</a:t>
                      </a:r>
                      <a:endParaRPr lang="en-GB" dirty="0"/>
                    </a:p>
                  </a:txBody>
                  <a:tcPr/>
                </a:tc>
                <a:tc>
                  <a:txBody>
                    <a:bodyPr/>
                    <a:lstStyle/>
                    <a:p>
                      <a:r>
                        <a:rPr lang="en-US" dirty="0"/>
                        <a:t>6</a:t>
                      </a:r>
                      <a:endParaRPr lang="en-GB" dirty="0"/>
                    </a:p>
                  </a:txBody>
                  <a:tcPr/>
                </a:tc>
                <a:extLst>
                  <a:ext uri="{0D108BD9-81ED-4DB2-BD59-A6C34878D82A}">
                    <a16:rowId xmlns:a16="http://schemas.microsoft.com/office/drawing/2014/main" val="3450897103"/>
                  </a:ext>
                </a:extLst>
              </a:tr>
              <a:tr h="370840">
                <a:tc gridSpan="2">
                  <a:txBody>
                    <a:bodyPr/>
                    <a:lstStyle/>
                    <a:p>
                      <a:r>
                        <a:rPr lang="en-US" dirty="0"/>
                        <a:t>12</a:t>
                      </a:r>
                      <a:endParaRPr lang="en-GB" dirty="0"/>
                    </a:p>
                  </a:txBody>
                  <a:tcPr/>
                </a:tc>
                <a:tc hMerge="1">
                  <a:txBody>
                    <a:bodyPr/>
                    <a:lstStyle/>
                    <a:p>
                      <a:endParaRPr lang="en-GB" dirty="0"/>
                    </a:p>
                  </a:txBody>
                  <a:tcPr/>
                </a:tc>
                <a:extLst>
                  <a:ext uri="{0D108BD9-81ED-4DB2-BD59-A6C34878D82A}">
                    <a16:rowId xmlns:a16="http://schemas.microsoft.com/office/drawing/2014/main" val="495956232"/>
                  </a:ext>
                </a:extLst>
              </a:tr>
            </a:tbl>
          </a:graphicData>
        </a:graphic>
      </p:graphicFrame>
      <p:graphicFrame>
        <p:nvGraphicFramePr>
          <p:cNvPr id="81" name="Table 71">
            <a:extLst>
              <a:ext uri="{FF2B5EF4-FFF2-40B4-BE49-F238E27FC236}">
                <a16:creationId xmlns:a16="http://schemas.microsoft.com/office/drawing/2014/main" id="{1E4632D4-CF46-4CE6-A431-8C8C7F216298}"/>
              </a:ext>
            </a:extLst>
          </p:cNvPr>
          <p:cNvGraphicFramePr>
            <a:graphicFrameLocks noGrp="1"/>
          </p:cNvGraphicFramePr>
          <p:nvPr/>
        </p:nvGraphicFramePr>
        <p:xfrm>
          <a:off x="2931844" y="3160945"/>
          <a:ext cx="1191622" cy="822960"/>
        </p:xfrm>
        <a:graphic>
          <a:graphicData uri="http://schemas.openxmlformats.org/drawingml/2006/table">
            <a:tbl>
              <a:tblPr firstRow="1" bandRow="1">
                <a:tableStyleId>{5940675A-B579-460E-94D1-54222C63F5DA}</a:tableStyleId>
              </a:tblPr>
              <a:tblGrid>
                <a:gridCol w="595811">
                  <a:extLst>
                    <a:ext uri="{9D8B030D-6E8A-4147-A177-3AD203B41FA5}">
                      <a16:colId xmlns:a16="http://schemas.microsoft.com/office/drawing/2014/main" val="2573579595"/>
                    </a:ext>
                  </a:extLst>
                </a:gridCol>
                <a:gridCol w="595811">
                  <a:extLst>
                    <a:ext uri="{9D8B030D-6E8A-4147-A177-3AD203B41FA5}">
                      <a16:colId xmlns:a16="http://schemas.microsoft.com/office/drawing/2014/main" val="972064091"/>
                    </a:ext>
                  </a:extLst>
                </a:gridCol>
              </a:tblGrid>
              <a:tr h="370840">
                <a:tc>
                  <a:txBody>
                    <a:bodyPr/>
                    <a:lstStyle/>
                    <a:p>
                      <a:r>
                        <a:rPr lang="en-US" dirty="0"/>
                        <a:t>14</a:t>
                      </a:r>
                      <a:endParaRPr lang="en-GB" dirty="0"/>
                    </a:p>
                  </a:txBody>
                  <a:tcPr/>
                </a:tc>
                <a:tc>
                  <a:txBody>
                    <a:bodyPr/>
                    <a:lstStyle/>
                    <a:p>
                      <a:r>
                        <a:rPr lang="en-US" dirty="0"/>
                        <a:t>7</a:t>
                      </a:r>
                      <a:endParaRPr lang="en-GB" dirty="0"/>
                    </a:p>
                  </a:txBody>
                  <a:tcPr/>
                </a:tc>
                <a:extLst>
                  <a:ext uri="{0D108BD9-81ED-4DB2-BD59-A6C34878D82A}">
                    <a16:rowId xmlns:a16="http://schemas.microsoft.com/office/drawing/2014/main" val="3450897103"/>
                  </a:ext>
                </a:extLst>
              </a:tr>
              <a:tr h="370840">
                <a:tc gridSpan="2">
                  <a:txBody>
                    <a:bodyPr/>
                    <a:lstStyle/>
                    <a:p>
                      <a:r>
                        <a:rPr lang="en-US" dirty="0"/>
                        <a:t>15 14</a:t>
                      </a:r>
                      <a:endParaRPr lang="en-GB" dirty="0"/>
                    </a:p>
                  </a:txBody>
                  <a:tcPr/>
                </a:tc>
                <a:tc hMerge="1">
                  <a:txBody>
                    <a:bodyPr/>
                    <a:lstStyle/>
                    <a:p>
                      <a:endParaRPr lang="en-GB" dirty="0"/>
                    </a:p>
                  </a:txBody>
                  <a:tcPr/>
                </a:tc>
                <a:extLst>
                  <a:ext uri="{0D108BD9-81ED-4DB2-BD59-A6C34878D82A}">
                    <a16:rowId xmlns:a16="http://schemas.microsoft.com/office/drawing/2014/main" val="495956232"/>
                  </a:ext>
                </a:extLst>
              </a:tr>
            </a:tbl>
          </a:graphicData>
        </a:graphic>
      </p:graphicFrame>
      <p:graphicFrame>
        <p:nvGraphicFramePr>
          <p:cNvPr id="82" name="Table 71">
            <a:extLst>
              <a:ext uri="{FF2B5EF4-FFF2-40B4-BE49-F238E27FC236}">
                <a16:creationId xmlns:a16="http://schemas.microsoft.com/office/drawing/2014/main" id="{C993A4C5-FDEC-4A30-8227-0CC390E16EEE}"/>
              </a:ext>
            </a:extLst>
          </p:cNvPr>
          <p:cNvGraphicFramePr>
            <a:graphicFrameLocks noGrp="1"/>
          </p:cNvGraphicFramePr>
          <p:nvPr/>
        </p:nvGraphicFramePr>
        <p:xfrm>
          <a:off x="1115398" y="6146477"/>
          <a:ext cx="1191622" cy="822960"/>
        </p:xfrm>
        <a:graphic>
          <a:graphicData uri="http://schemas.openxmlformats.org/drawingml/2006/table">
            <a:tbl>
              <a:tblPr firstRow="1" bandRow="1">
                <a:tableStyleId>{5940675A-B579-460E-94D1-54222C63F5DA}</a:tableStyleId>
              </a:tblPr>
              <a:tblGrid>
                <a:gridCol w="595811">
                  <a:extLst>
                    <a:ext uri="{9D8B030D-6E8A-4147-A177-3AD203B41FA5}">
                      <a16:colId xmlns:a16="http://schemas.microsoft.com/office/drawing/2014/main" val="2573579595"/>
                    </a:ext>
                  </a:extLst>
                </a:gridCol>
                <a:gridCol w="595811">
                  <a:extLst>
                    <a:ext uri="{9D8B030D-6E8A-4147-A177-3AD203B41FA5}">
                      <a16:colId xmlns:a16="http://schemas.microsoft.com/office/drawing/2014/main" val="972064091"/>
                    </a:ext>
                  </a:extLst>
                </a:gridCol>
              </a:tblGrid>
              <a:tr h="370840">
                <a:tc>
                  <a:txBody>
                    <a:bodyPr/>
                    <a:lstStyle/>
                    <a:p>
                      <a:r>
                        <a:rPr lang="en-US" dirty="0"/>
                        <a:t>3</a:t>
                      </a:r>
                      <a:endParaRPr lang="en-GB" dirty="0"/>
                    </a:p>
                  </a:txBody>
                  <a:tcPr/>
                </a:tc>
                <a:tc>
                  <a:txBody>
                    <a:bodyPr/>
                    <a:lstStyle/>
                    <a:p>
                      <a:r>
                        <a:rPr lang="en-US" dirty="0"/>
                        <a:t>8</a:t>
                      </a:r>
                      <a:endParaRPr lang="en-GB" dirty="0"/>
                    </a:p>
                  </a:txBody>
                  <a:tcPr/>
                </a:tc>
                <a:extLst>
                  <a:ext uri="{0D108BD9-81ED-4DB2-BD59-A6C34878D82A}">
                    <a16:rowId xmlns:a16="http://schemas.microsoft.com/office/drawing/2014/main" val="3450897103"/>
                  </a:ext>
                </a:extLst>
              </a:tr>
              <a:tr h="370840">
                <a:tc gridSpan="2">
                  <a:txBody>
                    <a:bodyPr/>
                    <a:lstStyle/>
                    <a:p>
                      <a:r>
                        <a:rPr lang="en-US" dirty="0"/>
                        <a:t>8</a:t>
                      </a:r>
                      <a:endParaRPr lang="en-GB" dirty="0"/>
                    </a:p>
                  </a:txBody>
                  <a:tcPr/>
                </a:tc>
                <a:tc hMerge="1">
                  <a:txBody>
                    <a:bodyPr/>
                    <a:lstStyle/>
                    <a:p>
                      <a:endParaRPr lang="en-GB" dirty="0"/>
                    </a:p>
                  </a:txBody>
                  <a:tcPr/>
                </a:tc>
                <a:extLst>
                  <a:ext uri="{0D108BD9-81ED-4DB2-BD59-A6C34878D82A}">
                    <a16:rowId xmlns:a16="http://schemas.microsoft.com/office/drawing/2014/main" val="495956232"/>
                  </a:ext>
                </a:extLst>
              </a:tr>
            </a:tbl>
          </a:graphicData>
        </a:graphic>
      </p:graphicFrame>
      <p:graphicFrame>
        <p:nvGraphicFramePr>
          <p:cNvPr id="83" name="Table 71">
            <a:extLst>
              <a:ext uri="{FF2B5EF4-FFF2-40B4-BE49-F238E27FC236}">
                <a16:creationId xmlns:a16="http://schemas.microsoft.com/office/drawing/2014/main" id="{0B993B26-5A85-4077-84B7-2FF8FB9DDECB}"/>
              </a:ext>
            </a:extLst>
          </p:cNvPr>
          <p:cNvGraphicFramePr>
            <a:graphicFrameLocks noGrp="1"/>
          </p:cNvGraphicFramePr>
          <p:nvPr/>
        </p:nvGraphicFramePr>
        <p:xfrm>
          <a:off x="4932196" y="6323244"/>
          <a:ext cx="1191622" cy="822960"/>
        </p:xfrm>
        <a:graphic>
          <a:graphicData uri="http://schemas.openxmlformats.org/drawingml/2006/table">
            <a:tbl>
              <a:tblPr firstRow="1" bandRow="1">
                <a:tableStyleId>{5940675A-B579-460E-94D1-54222C63F5DA}</a:tableStyleId>
              </a:tblPr>
              <a:tblGrid>
                <a:gridCol w="595811">
                  <a:extLst>
                    <a:ext uri="{9D8B030D-6E8A-4147-A177-3AD203B41FA5}">
                      <a16:colId xmlns:a16="http://schemas.microsoft.com/office/drawing/2014/main" val="2573579595"/>
                    </a:ext>
                  </a:extLst>
                </a:gridCol>
                <a:gridCol w="595811">
                  <a:extLst>
                    <a:ext uri="{9D8B030D-6E8A-4147-A177-3AD203B41FA5}">
                      <a16:colId xmlns:a16="http://schemas.microsoft.com/office/drawing/2014/main" val="972064091"/>
                    </a:ext>
                  </a:extLst>
                </a:gridCol>
              </a:tblGrid>
              <a:tr h="370840">
                <a:tc>
                  <a:txBody>
                    <a:bodyPr/>
                    <a:lstStyle/>
                    <a:p>
                      <a:r>
                        <a:rPr lang="en-US" dirty="0"/>
                        <a:t>4</a:t>
                      </a:r>
                      <a:endParaRPr lang="en-GB" dirty="0"/>
                    </a:p>
                  </a:txBody>
                  <a:tcPr/>
                </a:tc>
                <a:tc>
                  <a:txBody>
                    <a:bodyPr/>
                    <a:lstStyle/>
                    <a:p>
                      <a:r>
                        <a:rPr lang="en-US" dirty="0"/>
                        <a:t>9</a:t>
                      </a:r>
                      <a:endParaRPr lang="en-GB" dirty="0"/>
                    </a:p>
                  </a:txBody>
                  <a:tcPr/>
                </a:tc>
                <a:extLst>
                  <a:ext uri="{0D108BD9-81ED-4DB2-BD59-A6C34878D82A}">
                    <a16:rowId xmlns:a16="http://schemas.microsoft.com/office/drawing/2014/main" val="3450897103"/>
                  </a:ext>
                </a:extLst>
              </a:tr>
              <a:tr h="370840">
                <a:tc gridSpan="2">
                  <a:txBody>
                    <a:bodyPr/>
                    <a:lstStyle/>
                    <a:p>
                      <a:r>
                        <a:rPr lang="en-US" dirty="0"/>
                        <a:t>9</a:t>
                      </a:r>
                      <a:endParaRPr lang="en-GB" dirty="0"/>
                    </a:p>
                  </a:txBody>
                  <a:tcPr/>
                </a:tc>
                <a:tc hMerge="1">
                  <a:txBody>
                    <a:bodyPr/>
                    <a:lstStyle/>
                    <a:p>
                      <a:endParaRPr lang="en-GB" dirty="0"/>
                    </a:p>
                  </a:txBody>
                  <a:tcPr/>
                </a:tc>
                <a:extLst>
                  <a:ext uri="{0D108BD9-81ED-4DB2-BD59-A6C34878D82A}">
                    <a16:rowId xmlns:a16="http://schemas.microsoft.com/office/drawing/2014/main" val="495956232"/>
                  </a:ext>
                </a:extLst>
              </a:tr>
            </a:tbl>
          </a:graphicData>
        </a:graphic>
      </p:graphicFrame>
      <p:graphicFrame>
        <p:nvGraphicFramePr>
          <p:cNvPr id="84" name="Table 71">
            <a:extLst>
              <a:ext uri="{FF2B5EF4-FFF2-40B4-BE49-F238E27FC236}">
                <a16:creationId xmlns:a16="http://schemas.microsoft.com/office/drawing/2014/main" id="{2E286AF2-9F99-4C26-9830-2409C722C083}"/>
              </a:ext>
            </a:extLst>
          </p:cNvPr>
          <p:cNvGraphicFramePr>
            <a:graphicFrameLocks noGrp="1"/>
          </p:cNvGraphicFramePr>
          <p:nvPr/>
        </p:nvGraphicFramePr>
        <p:xfrm>
          <a:off x="7557372" y="6250825"/>
          <a:ext cx="1191622" cy="822960"/>
        </p:xfrm>
        <a:graphic>
          <a:graphicData uri="http://schemas.openxmlformats.org/drawingml/2006/table">
            <a:tbl>
              <a:tblPr firstRow="1" bandRow="1">
                <a:tableStyleId>{5940675A-B579-460E-94D1-54222C63F5DA}</a:tableStyleId>
              </a:tblPr>
              <a:tblGrid>
                <a:gridCol w="595811">
                  <a:extLst>
                    <a:ext uri="{9D8B030D-6E8A-4147-A177-3AD203B41FA5}">
                      <a16:colId xmlns:a16="http://schemas.microsoft.com/office/drawing/2014/main" val="2573579595"/>
                    </a:ext>
                  </a:extLst>
                </a:gridCol>
                <a:gridCol w="595811">
                  <a:extLst>
                    <a:ext uri="{9D8B030D-6E8A-4147-A177-3AD203B41FA5}">
                      <a16:colId xmlns:a16="http://schemas.microsoft.com/office/drawing/2014/main" val="972064091"/>
                    </a:ext>
                  </a:extLst>
                </a:gridCol>
              </a:tblGrid>
              <a:tr h="370840">
                <a:tc>
                  <a:txBody>
                    <a:bodyPr/>
                    <a:lstStyle/>
                    <a:p>
                      <a:r>
                        <a:rPr lang="en-US" dirty="0"/>
                        <a:t>5</a:t>
                      </a:r>
                      <a:endParaRPr lang="en-GB" dirty="0"/>
                    </a:p>
                  </a:txBody>
                  <a:tcPr/>
                </a:tc>
                <a:tc>
                  <a:txBody>
                    <a:bodyPr/>
                    <a:lstStyle/>
                    <a:p>
                      <a:r>
                        <a:rPr lang="en-US" dirty="0"/>
                        <a:t>11</a:t>
                      </a:r>
                      <a:endParaRPr lang="en-GB" dirty="0"/>
                    </a:p>
                  </a:txBody>
                  <a:tcPr/>
                </a:tc>
                <a:extLst>
                  <a:ext uri="{0D108BD9-81ED-4DB2-BD59-A6C34878D82A}">
                    <a16:rowId xmlns:a16="http://schemas.microsoft.com/office/drawing/2014/main" val="3450897103"/>
                  </a:ext>
                </a:extLst>
              </a:tr>
              <a:tr h="370840">
                <a:tc gridSpan="2">
                  <a:txBody>
                    <a:bodyPr/>
                    <a:lstStyle/>
                    <a:p>
                      <a:r>
                        <a:rPr lang="en-US" dirty="0"/>
                        <a:t>11</a:t>
                      </a:r>
                      <a:endParaRPr lang="en-GB" dirty="0"/>
                    </a:p>
                  </a:txBody>
                  <a:tcPr/>
                </a:tc>
                <a:tc hMerge="1">
                  <a:txBody>
                    <a:bodyPr/>
                    <a:lstStyle/>
                    <a:p>
                      <a:endParaRPr lang="en-GB" dirty="0"/>
                    </a:p>
                  </a:txBody>
                  <a:tcPr/>
                </a:tc>
                <a:extLst>
                  <a:ext uri="{0D108BD9-81ED-4DB2-BD59-A6C34878D82A}">
                    <a16:rowId xmlns:a16="http://schemas.microsoft.com/office/drawing/2014/main" val="495956232"/>
                  </a:ext>
                </a:extLst>
              </a:tr>
            </a:tbl>
          </a:graphicData>
        </a:graphic>
      </p:graphicFrame>
      <p:graphicFrame>
        <p:nvGraphicFramePr>
          <p:cNvPr id="85" name="Table 71">
            <a:extLst>
              <a:ext uri="{FF2B5EF4-FFF2-40B4-BE49-F238E27FC236}">
                <a16:creationId xmlns:a16="http://schemas.microsoft.com/office/drawing/2014/main" id="{00372035-3EB4-4DF2-81D5-20D0C96555A6}"/>
              </a:ext>
            </a:extLst>
          </p:cNvPr>
          <p:cNvGraphicFramePr>
            <a:graphicFrameLocks noGrp="1"/>
          </p:cNvGraphicFramePr>
          <p:nvPr/>
        </p:nvGraphicFramePr>
        <p:xfrm>
          <a:off x="6365750" y="1286301"/>
          <a:ext cx="1191622" cy="822960"/>
        </p:xfrm>
        <a:graphic>
          <a:graphicData uri="http://schemas.openxmlformats.org/drawingml/2006/table">
            <a:tbl>
              <a:tblPr firstRow="1" bandRow="1">
                <a:tableStyleId>{5940675A-B579-460E-94D1-54222C63F5DA}</a:tableStyleId>
              </a:tblPr>
              <a:tblGrid>
                <a:gridCol w="595811">
                  <a:extLst>
                    <a:ext uri="{9D8B030D-6E8A-4147-A177-3AD203B41FA5}">
                      <a16:colId xmlns:a16="http://schemas.microsoft.com/office/drawing/2014/main" val="2573579595"/>
                    </a:ext>
                  </a:extLst>
                </a:gridCol>
                <a:gridCol w="595811">
                  <a:extLst>
                    <a:ext uri="{9D8B030D-6E8A-4147-A177-3AD203B41FA5}">
                      <a16:colId xmlns:a16="http://schemas.microsoft.com/office/drawing/2014/main" val="972064091"/>
                    </a:ext>
                  </a:extLst>
                </a:gridCol>
              </a:tblGrid>
              <a:tr h="370840">
                <a:tc>
                  <a:txBody>
                    <a:bodyPr/>
                    <a:lstStyle/>
                    <a:p>
                      <a:r>
                        <a:rPr lang="en-US" dirty="0"/>
                        <a:t>7</a:t>
                      </a:r>
                      <a:endParaRPr lang="en-GB" dirty="0"/>
                    </a:p>
                  </a:txBody>
                  <a:tcPr/>
                </a:tc>
                <a:tc>
                  <a:txBody>
                    <a:bodyPr/>
                    <a:lstStyle/>
                    <a:p>
                      <a:r>
                        <a:rPr lang="en-US" dirty="0"/>
                        <a:t>19</a:t>
                      </a:r>
                      <a:endParaRPr lang="en-GB" dirty="0"/>
                    </a:p>
                  </a:txBody>
                  <a:tcPr/>
                </a:tc>
                <a:extLst>
                  <a:ext uri="{0D108BD9-81ED-4DB2-BD59-A6C34878D82A}">
                    <a16:rowId xmlns:a16="http://schemas.microsoft.com/office/drawing/2014/main" val="3450897103"/>
                  </a:ext>
                </a:extLst>
              </a:tr>
              <a:tr h="370840">
                <a:tc gridSpan="2">
                  <a:txBody>
                    <a:bodyPr/>
                    <a:lstStyle/>
                    <a:p>
                      <a:r>
                        <a:rPr lang="en-US" dirty="0"/>
                        <a:t>25, 19</a:t>
                      </a:r>
                      <a:endParaRPr lang="en-GB" dirty="0"/>
                    </a:p>
                  </a:txBody>
                  <a:tcPr/>
                </a:tc>
                <a:tc hMerge="1">
                  <a:txBody>
                    <a:bodyPr/>
                    <a:lstStyle/>
                    <a:p>
                      <a:endParaRPr lang="en-GB" dirty="0"/>
                    </a:p>
                  </a:txBody>
                  <a:tcPr/>
                </a:tc>
                <a:extLst>
                  <a:ext uri="{0D108BD9-81ED-4DB2-BD59-A6C34878D82A}">
                    <a16:rowId xmlns:a16="http://schemas.microsoft.com/office/drawing/2014/main" val="495956232"/>
                  </a:ext>
                </a:extLst>
              </a:tr>
            </a:tbl>
          </a:graphicData>
        </a:graphic>
      </p:graphicFrame>
      <p:graphicFrame>
        <p:nvGraphicFramePr>
          <p:cNvPr id="86" name="Table 71">
            <a:extLst>
              <a:ext uri="{FF2B5EF4-FFF2-40B4-BE49-F238E27FC236}">
                <a16:creationId xmlns:a16="http://schemas.microsoft.com/office/drawing/2014/main" id="{E01A0D73-7B98-4168-8610-E2D2D7225DFC}"/>
              </a:ext>
            </a:extLst>
          </p:cNvPr>
          <p:cNvGraphicFramePr>
            <a:graphicFrameLocks noGrp="1"/>
          </p:cNvGraphicFramePr>
          <p:nvPr/>
        </p:nvGraphicFramePr>
        <p:xfrm>
          <a:off x="9337883" y="3453435"/>
          <a:ext cx="1191622" cy="822960"/>
        </p:xfrm>
        <a:graphic>
          <a:graphicData uri="http://schemas.openxmlformats.org/drawingml/2006/table">
            <a:tbl>
              <a:tblPr firstRow="1" bandRow="1">
                <a:tableStyleId>{5940675A-B579-460E-94D1-54222C63F5DA}</a:tableStyleId>
              </a:tblPr>
              <a:tblGrid>
                <a:gridCol w="595811">
                  <a:extLst>
                    <a:ext uri="{9D8B030D-6E8A-4147-A177-3AD203B41FA5}">
                      <a16:colId xmlns:a16="http://schemas.microsoft.com/office/drawing/2014/main" val="2573579595"/>
                    </a:ext>
                  </a:extLst>
                </a:gridCol>
                <a:gridCol w="595811">
                  <a:extLst>
                    <a:ext uri="{9D8B030D-6E8A-4147-A177-3AD203B41FA5}">
                      <a16:colId xmlns:a16="http://schemas.microsoft.com/office/drawing/2014/main" val="972064091"/>
                    </a:ext>
                  </a:extLst>
                </a:gridCol>
              </a:tblGrid>
              <a:tr h="370840">
                <a:tc>
                  <a:txBody>
                    <a:bodyPr/>
                    <a:lstStyle/>
                    <a:p>
                      <a:r>
                        <a:rPr lang="en-US" dirty="0"/>
                        <a:t>8</a:t>
                      </a:r>
                      <a:endParaRPr lang="en-GB" dirty="0"/>
                    </a:p>
                  </a:txBody>
                  <a:tcPr/>
                </a:tc>
                <a:tc>
                  <a:txBody>
                    <a:bodyPr/>
                    <a:lstStyle/>
                    <a:p>
                      <a:r>
                        <a:rPr lang="en-US" dirty="0"/>
                        <a:t>21</a:t>
                      </a:r>
                      <a:endParaRPr lang="en-GB" dirty="0"/>
                    </a:p>
                  </a:txBody>
                  <a:tcPr/>
                </a:tc>
                <a:extLst>
                  <a:ext uri="{0D108BD9-81ED-4DB2-BD59-A6C34878D82A}">
                    <a16:rowId xmlns:a16="http://schemas.microsoft.com/office/drawing/2014/main" val="3450897103"/>
                  </a:ext>
                </a:extLst>
              </a:tr>
              <a:tr h="370840">
                <a:tc gridSpan="2">
                  <a:txBody>
                    <a:bodyPr/>
                    <a:lstStyle/>
                    <a:p>
                      <a:r>
                        <a:rPr lang="en-US" dirty="0"/>
                        <a:t>21</a:t>
                      </a:r>
                      <a:endParaRPr lang="en-GB" dirty="0"/>
                    </a:p>
                  </a:txBody>
                  <a:tcPr/>
                </a:tc>
                <a:tc hMerge="1">
                  <a:txBody>
                    <a:bodyPr/>
                    <a:lstStyle/>
                    <a:p>
                      <a:endParaRPr lang="en-GB" dirty="0"/>
                    </a:p>
                  </a:txBody>
                  <a:tcPr/>
                </a:tc>
                <a:extLst>
                  <a:ext uri="{0D108BD9-81ED-4DB2-BD59-A6C34878D82A}">
                    <a16:rowId xmlns:a16="http://schemas.microsoft.com/office/drawing/2014/main" val="495956232"/>
                  </a:ext>
                </a:extLst>
              </a:tr>
            </a:tbl>
          </a:graphicData>
        </a:graphic>
      </p:graphicFrame>
      <p:cxnSp>
        <p:nvCxnSpPr>
          <p:cNvPr id="89" name="Straight Connector 88">
            <a:extLst>
              <a:ext uri="{FF2B5EF4-FFF2-40B4-BE49-F238E27FC236}">
                <a16:creationId xmlns:a16="http://schemas.microsoft.com/office/drawing/2014/main" id="{9A29AE81-F333-4BF9-8213-32B69A4EDDC1}"/>
              </a:ext>
            </a:extLst>
          </p:cNvPr>
          <p:cNvCxnSpPr/>
          <p:nvPr/>
        </p:nvCxnSpPr>
        <p:spPr>
          <a:xfrm flipH="1">
            <a:off x="7814902" y="3907063"/>
            <a:ext cx="934092" cy="171398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3F06ECC8-543D-40F4-A344-15F0C669D3CD}"/>
              </a:ext>
            </a:extLst>
          </p:cNvPr>
          <p:cNvCxnSpPr>
            <a:cxnSpLocks/>
          </p:cNvCxnSpPr>
          <p:nvPr/>
        </p:nvCxnSpPr>
        <p:spPr>
          <a:xfrm>
            <a:off x="901015" y="4402138"/>
            <a:ext cx="1041804" cy="1479354"/>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92" name="Straight Connector 91">
            <a:extLst>
              <a:ext uri="{FF2B5EF4-FFF2-40B4-BE49-F238E27FC236}">
                <a16:creationId xmlns:a16="http://schemas.microsoft.com/office/drawing/2014/main" id="{AD491C09-545C-42BE-832B-4BDF950EFEB5}"/>
              </a:ext>
            </a:extLst>
          </p:cNvPr>
          <p:cNvCxnSpPr>
            <a:cxnSpLocks/>
          </p:cNvCxnSpPr>
          <p:nvPr/>
        </p:nvCxnSpPr>
        <p:spPr>
          <a:xfrm flipH="1">
            <a:off x="2598294" y="5882557"/>
            <a:ext cx="2502778" cy="1071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93" name="Straight Connector 92">
            <a:extLst>
              <a:ext uri="{FF2B5EF4-FFF2-40B4-BE49-F238E27FC236}">
                <a16:creationId xmlns:a16="http://schemas.microsoft.com/office/drawing/2014/main" id="{648700B4-47AB-4F5F-99D2-ADD2AAB00ED2}"/>
              </a:ext>
            </a:extLst>
          </p:cNvPr>
          <p:cNvCxnSpPr>
            <a:cxnSpLocks/>
          </p:cNvCxnSpPr>
          <p:nvPr/>
        </p:nvCxnSpPr>
        <p:spPr>
          <a:xfrm flipV="1">
            <a:off x="5784609" y="6117607"/>
            <a:ext cx="1549007" cy="2097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04" name="Rectangle 103">
            <a:extLst>
              <a:ext uri="{FF2B5EF4-FFF2-40B4-BE49-F238E27FC236}">
                <a16:creationId xmlns:a16="http://schemas.microsoft.com/office/drawing/2014/main" id="{FBC3C832-1995-4FF0-8C4D-1B511AE7C682}"/>
              </a:ext>
            </a:extLst>
          </p:cNvPr>
          <p:cNvSpPr/>
          <p:nvPr/>
        </p:nvSpPr>
        <p:spPr>
          <a:xfrm>
            <a:off x="749804" y="3028638"/>
            <a:ext cx="288012" cy="195259"/>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5" name="Rectangle 104">
            <a:extLst>
              <a:ext uri="{FF2B5EF4-FFF2-40B4-BE49-F238E27FC236}">
                <a16:creationId xmlns:a16="http://schemas.microsoft.com/office/drawing/2014/main" id="{BF6CFC8C-335B-4293-88BA-6B42733A33E9}"/>
              </a:ext>
            </a:extLst>
          </p:cNvPr>
          <p:cNvSpPr/>
          <p:nvPr/>
        </p:nvSpPr>
        <p:spPr>
          <a:xfrm>
            <a:off x="110414" y="3124950"/>
            <a:ext cx="288012" cy="195259"/>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6" name="Rectangle 105">
            <a:extLst>
              <a:ext uri="{FF2B5EF4-FFF2-40B4-BE49-F238E27FC236}">
                <a16:creationId xmlns:a16="http://schemas.microsoft.com/office/drawing/2014/main" id="{C40EC469-64E1-47A6-9EBE-35A3355CB366}"/>
              </a:ext>
            </a:extLst>
          </p:cNvPr>
          <p:cNvSpPr/>
          <p:nvPr/>
        </p:nvSpPr>
        <p:spPr>
          <a:xfrm>
            <a:off x="2075200" y="1743097"/>
            <a:ext cx="288012" cy="195259"/>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7" name="Rectangle 106">
            <a:extLst>
              <a:ext uri="{FF2B5EF4-FFF2-40B4-BE49-F238E27FC236}">
                <a16:creationId xmlns:a16="http://schemas.microsoft.com/office/drawing/2014/main" id="{794DE059-D5D7-4EB6-BA04-10A6A33A2AC7}"/>
              </a:ext>
            </a:extLst>
          </p:cNvPr>
          <p:cNvSpPr/>
          <p:nvPr/>
        </p:nvSpPr>
        <p:spPr>
          <a:xfrm>
            <a:off x="1133905" y="6665165"/>
            <a:ext cx="288012" cy="195259"/>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8" name="Rectangle 107">
            <a:extLst>
              <a:ext uri="{FF2B5EF4-FFF2-40B4-BE49-F238E27FC236}">
                <a16:creationId xmlns:a16="http://schemas.microsoft.com/office/drawing/2014/main" id="{A0FF6D8B-C46A-482B-B335-522808F44ED7}"/>
              </a:ext>
            </a:extLst>
          </p:cNvPr>
          <p:cNvSpPr/>
          <p:nvPr/>
        </p:nvSpPr>
        <p:spPr>
          <a:xfrm>
            <a:off x="2140464" y="1325315"/>
            <a:ext cx="843062" cy="195259"/>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09" name="Rectangle 108">
            <a:extLst>
              <a:ext uri="{FF2B5EF4-FFF2-40B4-BE49-F238E27FC236}">
                <a16:creationId xmlns:a16="http://schemas.microsoft.com/office/drawing/2014/main" id="{8D99DA1E-F673-4467-883E-A4CEDD98F3DE}"/>
              </a:ext>
            </a:extLst>
          </p:cNvPr>
          <p:cNvSpPr/>
          <p:nvPr/>
        </p:nvSpPr>
        <p:spPr>
          <a:xfrm>
            <a:off x="4600232" y="1759317"/>
            <a:ext cx="288012" cy="195259"/>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0" name="Rectangle 109">
            <a:extLst>
              <a:ext uri="{FF2B5EF4-FFF2-40B4-BE49-F238E27FC236}">
                <a16:creationId xmlns:a16="http://schemas.microsoft.com/office/drawing/2014/main" id="{B86A26D2-A1DE-4A4A-8B4D-29812AE289A4}"/>
              </a:ext>
            </a:extLst>
          </p:cNvPr>
          <p:cNvSpPr/>
          <p:nvPr/>
        </p:nvSpPr>
        <p:spPr>
          <a:xfrm>
            <a:off x="4973224" y="6797469"/>
            <a:ext cx="879085" cy="231809"/>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1" name="Rectangle 110">
            <a:extLst>
              <a:ext uri="{FF2B5EF4-FFF2-40B4-BE49-F238E27FC236}">
                <a16:creationId xmlns:a16="http://schemas.microsoft.com/office/drawing/2014/main" id="{4F21E931-0A68-4FDC-B760-CAF9319A5422}"/>
              </a:ext>
            </a:extLst>
          </p:cNvPr>
          <p:cNvSpPr/>
          <p:nvPr/>
        </p:nvSpPr>
        <p:spPr>
          <a:xfrm>
            <a:off x="9398108" y="3964503"/>
            <a:ext cx="959909" cy="218119"/>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2" name="Rectangle 111">
            <a:extLst>
              <a:ext uri="{FF2B5EF4-FFF2-40B4-BE49-F238E27FC236}">
                <a16:creationId xmlns:a16="http://schemas.microsoft.com/office/drawing/2014/main" id="{AD87E5C6-8CC4-475D-B58E-11C9E1DD5724}"/>
              </a:ext>
            </a:extLst>
          </p:cNvPr>
          <p:cNvSpPr/>
          <p:nvPr/>
        </p:nvSpPr>
        <p:spPr>
          <a:xfrm>
            <a:off x="1131598" y="6227047"/>
            <a:ext cx="824044" cy="195994"/>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3" name="Rectangle 112">
            <a:extLst>
              <a:ext uri="{FF2B5EF4-FFF2-40B4-BE49-F238E27FC236}">
                <a16:creationId xmlns:a16="http://schemas.microsoft.com/office/drawing/2014/main" id="{7624E3D6-4558-4AC0-A3B7-B27D5D4CF70E}"/>
              </a:ext>
            </a:extLst>
          </p:cNvPr>
          <p:cNvSpPr/>
          <p:nvPr/>
        </p:nvSpPr>
        <p:spPr>
          <a:xfrm>
            <a:off x="2978565" y="3682207"/>
            <a:ext cx="288012" cy="195259"/>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4" name="Rectangle 113">
            <a:extLst>
              <a:ext uri="{FF2B5EF4-FFF2-40B4-BE49-F238E27FC236}">
                <a16:creationId xmlns:a16="http://schemas.microsoft.com/office/drawing/2014/main" id="{A2574931-2616-4B32-BEDA-639AB3F70E6B}"/>
              </a:ext>
            </a:extLst>
          </p:cNvPr>
          <p:cNvSpPr/>
          <p:nvPr/>
        </p:nvSpPr>
        <p:spPr>
          <a:xfrm>
            <a:off x="4973224" y="6380303"/>
            <a:ext cx="879085" cy="231809"/>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5" name="Rectangle 114">
            <a:extLst>
              <a:ext uri="{FF2B5EF4-FFF2-40B4-BE49-F238E27FC236}">
                <a16:creationId xmlns:a16="http://schemas.microsoft.com/office/drawing/2014/main" id="{C88F9E42-3E04-4711-8622-81322C58C3B8}"/>
              </a:ext>
            </a:extLst>
          </p:cNvPr>
          <p:cNvSpPr/>
          <p:nvPr/>
        </p:nvSpPr>
        <p:spPr>
          <a:xfrm>
            <a:off x="7587521" y="6751011"/>
            <a:ext cx="879085" cy="231809"/>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6" name="Rectangle 115">
            <a:extLst>
              <a:ext uri="{FF2B5EF4-FFF2-40B4-BE49-F238E27FC236}">
                <a16:creationId xmlns:a16="http://schemas.microsoft.com/office/drawing/2014/main" id="{38960057-6806-4E65-9DF3-FA6D7DB6F63E}"/>
              </a:ext>
            </a:extLst>
          </p:cNvPr>
          <p:cNvSpPr/>
          <p:nvPr/>
        </p:nvSpPr>
        <p:spPr>
          <a:xfrm>
            <a:off x="7651361" y="6332094"/>
            <a:ext cx="879085" cy="231809"/>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7" name="Rectangle 116">
            <a:extLst>
              <a:ext uri="{FF2B5EF4-FFF2-40B4-BE49-F238E27FC236}">
                <a16:creationId xmlns:a16="http://schemas.microsoft.com/office/drawing/2014/main" id="{0CE758DB-1644-4AEE-8D79-6053A87FD343}"/>
              </a:ext>
            </a:extLst>
          </p:cNvPr>
          <p:cNvSpPr/>
          <p:nvPr/>
        </p:nvSpPr>
        <p:spPr>
          <a:xfrm>
            <a:off x="6447006" y="1830023"/>
            <a:ext cx="351378" cy="17400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8" name="Rectangle 117">
            <a:extLst>
              <a:ext uri="{FF2B5EF4-FFF2-40B4-BE49-F238E27FC236}">
                <a16:creationId xmlns:a16="http://schemas.microsoft.com/office/drawing/2014/main" id="{772A4CB5-F67B-4775-84E1-E7A4971BED9A}"/>
              </a:ext>
            </a:extLst>
          </p:cNvPr>
          <p:cNvSpPr/>
          <p:nvPr/>
        </p:nvSpPr>
        <p:spPr>
          <a:xfrm>
            <a:off x="4586725" y="1338641"/>
            <a:ext cx="993381" cy="195258"/>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9" name="Rectangle 118">
            <a:extLst>
              <a:ext uri="{FF2B5EF4-FFF2-40B4-BE49-F238E27FC236}">
                <a16:creationId xmlns:a16="http://schemas.microsoft.com/office/drawing/2014/main" id="{724804B0-2084-4226-827E-3EC0444D7BC3}"/>
              </a:ext>
            </a:extLst>
          </p:cNvPr>
          <p:cNvSpPr/>
          <p:nvPr/>
        </p:nvSpPr>
        <p:spPr>
          <a:xfrm>
            <a:off x="6897030" y="1809572"/>
            <a:ext cx="351378" cy="17400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0" name="Rectangle 119">
            <a:extLst>
              <a:ext uri="{FF2B5EF4-FFF2-40B4-BE49-F238E27FC236}">
                <a16:creationId xmlns:a16="http://schemas.microsoft.com/office/drawing/2014/main" id="{CA690284-8971-45A8-982D-E6CE7ECD06BB}"/>
              </a:ext>
            </a:extLst>
          </p:cNvPr>
          <p:cNvSpPr/>
          <p:nvPr/>
        </p:nvSpPr>
        <p:spPr>
          <a:xfrm>
            <a:off x="3372836" y="3722397"/>
            <a:ext cx="382520" cy="14787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1" name="Rectangle 120">
            <a:extLst>
              <a:ext uri="{FF2B5EF4-FFF2-40B4-BE49-F238E27FC236}">
                <a16:creationId xmlns:a16="http://schemas.microsoft.com/office/drawing/2014/main" id="{0004B034-9E34-4488-94F6-E01345FBAF98}"/>
              </a:ext>
            </a:extLst>
          </p:cNvPr>
          <p:cNvSpPr/>
          <p:nvPr/>
        </p:nvSpPr>
        <p:spPr>
          <a:xfrm>
            <a:off x="2968057" y="3232391"/>
            <a:ext cx="878061" cy="282415"/>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2" name="Rectangle 121">
            <a:extLst>
              <a:ext uri="{FF2B5EF4-FFF2-40B4-BE49-F238E27FC236}">
                <a16:creationId xmlns:a16="http://schemas.microsoft.com/office/drawing/2014/main" id="{97832241-33AE-4166-9419-BD2294219C5C}"/>
              </a:ext>
            </a:extLst>
          </p:cNvPr>
          <p:cNvSpPr/>
          <p:nvPr/>
        </p:nvSpPr>
        <p:spPr>
          <a:xfrm>
            <a:off x="6409714" y="1371678"/>
            <a:ext cx="959909" cy="239626"/>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3" name="Rectangle 122">
            <a:extLst>
              <a:ext uri="{FF2B5EF4-FFF2-40B4-BE49-F238E27FC236}">
                <a16:creationId xmlns:a16="http://schemas.microsoft.com/office/drawing/2014/main" id="{C2FCB8BE-8481-45FF-BE7B-6BE3A07B68C5}"/>
              </a:ext>
            </a:extLst>
          </p:cNvPr>
          <p:cNvSpPr/>
          <p:nvPr/>
        </p:nvSpPr>
        <p:spPr>
          <a:xfrm>
            <a:off x="9398108" y="3573147"/>
            <a:ext cx="959909" cy="218119"/>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57353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0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0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0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0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0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10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112"/>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110"/>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113"/>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0" nodeType="clickEffect">
                                  <p:stCondLst>
                                    <p:cond delay="0"/>
                                  </p:stCondLst>
                                  <p:childTnLst>
                                    <p:set>
                                      <p:cBhvr>
                                        <p:cTn id="42" dur="1" fill="hold">
                                          <p:stCondLst>
                                            <p:cond delay="0"/>
                                          </p:stCondLst>
                                        </p:cTn>
                                        <p:tgtEl>
                                          <p:spTgt spid="114"/>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0" nodeType="clickEffect">
                                  <p:stCondLst>
                                    <p:cond delay="0"/>
                                  </p:stCondLst>
                                  <p:childTnLst>
                                    <p:set>
                                      <p:cBhvr>
                                        <p:cTn id="46" dur="1" fill="hold">
                                          <p:stCondLst>
                                            <p:cond delay="0"/>
                                          </p:stCondLst>
                                        </p:cTn>
                                        <p:tgtEl>
                                          <p:spTgt spid="115"/>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0" nodeType="clickEffect">
                                  <p:stCondLst>
                                    <p:cond delay="0"/>
                                  </p:stCondLst>
                                  <p:childTnLst>
                                    <p:set>
                                      <p:cBhvr>
                                        <p:cTn id="50" dur="1" fill="hold">
                                          <p:stCondLst>
                                            <p:cond delay="0"/>
                                          </p:stCondLst>
                                        </p:cTn>
                                        <p:tgtEl>
                                          <p:spTgt spid="116"/>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0" nodeType="clickEffect">
                                  <p:stCondLst>
                                    <p:cond delay="0"/>
                                  </p:stCondLst>
                                  <p:childTnLst>
                                    <p:set>
                                      <p:cBhvr>
                                        <p:cTn id="54" dur="1" fill="hold">
                                          <p:stCondLst>
                                            <p:cond delay="0"/>
                                          </p:stCondLst>
                                        </p:cTn>
                                        <p:tgtEl>
                                          <p:spTgt spid="117"/>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0" nodeType="clickEffect">
                                  <p:stCondLst>
                                    <p:cond delay="0"/>
                                  </p:stCondLst>
                                  <p:childTnLst>
                                    <p:set>
                                      <p:cBhvr>
                                        <p:cTn id="58" dur="1" fill="hold">
                                          <p:stCondLst>
                                            <p:cond delay="0"/>
                                          </p:stCondLst>
                                        </p:cTn>
                                        <p:tgtEl>
                                          <p:spTgt spid="111"/>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0" nodeType="clickEffect">
                                  <p:stCondLst>
                                    <p:cond delay="0"/>
                                  </p:stCondLst>
                                  <p:childTnLst>
                                    <p:set>
                                      <p:cBhvr>
                                        <p:cTn id="62" dur="1" fill="hold">
                                          <p:stCondLst>
                                            <p:cond delay="0"/>
                                          </p:stCondLst>
                                        </p:cTn>
                                        <p:tgtEl>
                                          <p:spTgt spid="118"/>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0" nodeType="clickEffect">
                                  <p:stCondLst>
                                    <p:cond delay="0"/>
                                  </p:stCondLst>
                                  <p:childTnLst>
                                    <p:set>
                                      <p:cBhvr>
                                        <p:cTn id="66" dur="1" fill="hold">
                                          <p:stCondLst>
                                            <p:cond delay="0"/>
                                          </p:stCondLst>
                                        </p:cTn>
                                        <p:tgtEl>
                                          <p:spTgt spid="119"/>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grpId="0" nodeType="clickEffect">
                                  <p:stCondLst>
                                    <p:cond delay="0"/>
                                  </p:stCondLst>
                                  <p:childTnLst>
                                    <p:set>
                                      <p:cBhvr>
                                        <p:cTn id="70" dur="1" fill="hold">
                                          <p:stCondLst>
                                            <p:cond delay="0"/>
                                          </p:stCondLst>
                                        </p:cTn>
                                        <p:tgtEl>
                                          <p:spTgt spid="120"/>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grpId="0" nodeType="clickEffect">
                                  <p:stCondLst>
                                    <p:cond delay="0"/>
                                  </p:stCondLst>
                                  <p:childTnLst>
                                    <p:set>
                                      <p:cBhvr>
                                        <p:cTn id="74" dur="1" fill="hold">
                                          <p:stCondLst>
                                            <p:cond delay="0"/>
                                          </p:stCondLst>
                                        </p:cTn>
                                        <p:tgtEl>
                                          <p:spTgt spid="121"/>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0" nodeType="clickEffect">
                                  <p:stCondLst>
                                    <p:cond delay="0"/>
                                  </p:stCondLst>
                                  <p:childTnLst>
                                    <p:set>
                                      <p:cBhvr>
                                        <p:cTn id="78" dur="1" fill="hold">
                                          <p:stCondLst>
                                            <p:cond delay="0"/>
                                          </p:stCondLst>
                                        </p:cTn>
                                        <p:tgtEl>
                                          <p:spTgt spid="122"/>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grpId="0" nodeType="clickEffect">
                                  <p:stCondLst>
                                    <p:cond delay="0"/>
                                  </p:stCondLst>
                                  <p:childTnLst>
                                    <p:set>
                                      <p:cBhvr>
                                        <p:cTn id="82" dur="1" fill="hold">
                                          <p:stCondLst>
                                            <p:cond delay="0"/>
                                          </p:stCondLst>
                                        </p:cTn>
                                        <p:tgtEl>
                                          <p:spTgt spid="123"/>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89"/>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93"/>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92"/>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animBg="1"/>
      <p:bldP spid="105" grpId="0" animBg="1"/>
      <p:bldP spid="106" grpId="0" animBg="1"/>
      <p:bldP spid="107" grpId="0" animBg="1"/>
      <p:bldP spid="108" grpId="0" animBg="1"/>
      <p:bldP spid="109" grpId="0" animBg="1"/>
      <p:bldP spid="110" grpId="0" animBg="1"/>
      <p:bldP spid="111" grpId="0" animBg="1"/>
      <p:bldP spid="112" grpId="0" animBg="1"/>
      <p:bldP spid="113" grpId="0" animBg="1"/>
      <p:bldP spid="114" grpId="0" animBg="1"/>
      <p:bldP spid="115" grpId="0" animBg="1"/>
      <p:bldP spid="116" grpId="0" animBg="1"/>
      <p:bldP spid="117" grpId="0" animBg="1"/>
      <p:bldP spid="118" grpId="0" animBg="1"/>
      <p:bldP spid="119" grpId="0" animBg="1"/>
      <p:bldP spid="120" grpId="0" animBg="1"/>
      <p:bldP spid="121" grpId="0" animBg="1"/>
      <p:bldP spid="122" grpId="0" animBg="1"/>
      <p:bldP spid="12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Title 1"/>
          <p:cNvSpPr>
            <a:spLocks noGrp="1"/>
          </p:cNvSpPr>
          <p:nvPr>
            <p:ph type="title"/>
          </p:nvPr>
        </p:nvSpPr>
        <p:spPr>
          <a:xfrm>
            <a:off x="520700" y="107950"/>
            <a:ext cx="9623425" cy="1258888"/>
          </a:xfrm>
        </p:spPr>
        <p:txBody>
          <a:bodyPr/>
          <a:lstStyle/>
          <a:p>
            <a:pPr eaLnBrk="1" hangingPunct="1"/>
            <a:r>
              <a:rPr lang="en-US" altLang="en-US" sz="4400" b="1"/>
              <a:t>MST</a:t>
            </a:r>
          </a:p>
        </p:txBody>
      </p:sp>
      <p:sp>
        <p:nvSpPr>
          <p:cNvPr id="168962" name="Content Placeholder 2"/>
          <p:cNvSpPr>
            <a:spLocks noGrp="1"/>
          </p:cNvSpPr>
          <p:nvPr>
            <p:ph idx="1"/>
          </p:nvPr>
        </p:nvSpPr>
        <p:spPr>
          <a:xfrm>
            <a:off x="282937" y="1043533"/>
            <a:ext cx="5401146" cy="5760640"/>
          </a:xfrm>
        </p:spPr>
        <p:txBody>
          <a:bodyPr/>
          <a:lstStyle/>
          <a:p>
            <a:pPr eaLnBrk="1" hangingPunct="1"/>
            <a:r>
              <a:rPr lang="en-US" altLang="en-US" sz="2000" dirty="0"/>
              <a:t>Given a connected, undirected graph, a spanning tree of that graph is a subgraph that is a tree and connects all the vertices together. A single graph can have many different spanning trees. </a:t>
            </a:r>
          </a:p>
          <a:p>
            <a:pPr eaLnBrk="1" hangingPunct="1"/>
            <a:endParaRPr lang="en-US" altLang="en-US" sz="2000" dirty="0"/>
          </a:p>
          <a:p>
            <a:pPr eaLnBrk="1" hangingPunct="1"/>
            <a:r>
              <a:rPr lang="en-US" altLang="en-US" sz="2000" dirty="0"/>
              <a:t>We can also assign a </a:t>
            </a:r>
            <a:r>
              <a:rPr lang="en-US" altLang="en-US" sz="2000" i="1" dirty="0">
                <a:solidFill>
                  <a:srgbClr val="0070C0"/>
                </a:solidFill>
              </a:rPr>
              <a:t>weight</a:t>
            </a:r>
            <a:r>
              <a:rPr lang="en-US" altLang="en-US" sz="2000" dirty="0">
                <a:solidFill>
                  <a:srgbClr val="0070C0"/>
                </a:solidFill>
              </a:rPr>
              <a:t> </a:t>
            </a:r>
            <a:r>
              <a:rPr lang="en-US" altLang="en-US" sz="2000" dirty="0"/>
              <a:t>to each edge, which is a number representing how </a:t>
            </a:r>
            <a:r>
              <a:rPr lang="en-US" altLang="en-US" sz="2000" dirty="0" err="1"/>
              <a:t>unfavourable</a:t>
            </a:r>
            <a:r>
              <a:rPr lang="en-US" altLang="en-US" sz="2000" dirty="0"/>
              <a:t> it is, and use this to assign a weight to a spanning tree by computing the sum of the weights of the edges in that spanning tree. </a:t>
            </a:r>
          </a:p>
          <a:p>
            <a:pPr eaLnBrk="1" hangingPunct="1"/>
            <a:endParaRPr lang="en-US" altLang="en-US" sz="2000" dirty="0"/>
          </a:p>
          <a:p>
            <a:pPr eaLnBrk="1" hangingPunct="1"/>
            <a:r>
              <a:rPr lang="en-US" altLang="en-US" sz="2000" dirty="0">
                <a:solidFill>
                  <a:srgbClr val="FF0000"/>
                </a:solidFill>
              </a:rPr>
              <a:t>A minimum spanning tree (MST) </a:t>
            </a:r>
            <a:r>
              <a:rPr lang="en-US" altLang="en-US" sz="2000" dirty="0"/>
              <a:t>is then a spanning tree with weight less than or equal to the weight of every other spanning tree. </a:t>
            </a:r>
          </a:p>
        </p:txBody>
      </p:sp>
      <p:sp>
        <p:nvSpPr>
          <p:cNvPr id="2" name="Date Placeholder 1">
            <a:extLst>
              <a:ext uri="{FF2B5EF4-FFF2-40B4-BE49-F238E27FC236}">
                <a16:creationId xmlns:a16="http://schemas.microsoft.com/office/drawing/2014/main" id="{DAE97936-A9D6-48FB-9AA0-917C12F50446}"/>
              </a:ext>
            </a:extLst>
          </p:cNvPr>
          <p:cNvSpPr>
            <a:spLocks noGrp="1"/>
          </p:cNvSpPr>
          <p:nvPr>
            <p:ph type="dt" sz="half" idx="10"/>
          </p:nvPr>
        </p:nvSpPr>
        <p:spPr/>
        <p:txBody>
          <a:bodyPr/>
          <a:lstStyle/>
          <a:p>
            <a:fld id="{6CBD6667-A469-4C33-BB31-1DE9A76EE614}" type="datetime1">
              <a:rPr lang="en-GB" altLang="en-US" smtClean="0"/>
              <a:t>22/01/2025</a:t>
            </a:fld>
            <a:endParaRPr lang="en-US" altLang="en-US"/>
          </a:p>
        </p:txBody>
      </p:sp>
      <p:pic>
        <p:nvPicPr>
          <p:cNvPr id="3" name="Picture 2">
            <a:extLst>
              <a:ext uri="{FF2B5EF4-FFF2-40B4-BE49-F238E27FC236}">
                <a16:creationId xmlns:a16="http://schemas.microsoft.com/office/drawing/2014/main" id="{B78DC533-420A-460A-BE3D-8F7443F25234}"/>
              </a:ext>
            </a:extLst>
          </p:cNvPr>
          <p:cNvPicPr>
            <a:picLocks noChangeAspect="1"/>
          </p:cNvPicPr>
          <p:nvPr/>
        </p:nvPicPr>
        <p:blipFill>
          <a:blip r:embed="rId2"/>
          <a:stretch>
            <a:fillRect/>
          </a:stretch>
        </p:blipFill>
        <p:spPr>
          <a:xfrm>
            <a:off x="5684083" y="1331913"/>
            <a:ext cx="4943475" cy="38481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0E42C-702B-457A-A990-FD29B59378BA}"/>
              </a:ext>
            </a:extLst>
          </p:cNvPr>
          <p:cNvSpPr>
            <a:spLocks noGrp="1"/>
          </p:cNvSpPr>
          <p:nvPr>
            <p:ph type="title"/>
          </p:nvPr>
        </p:nvSpPr>
        <p:spPr/>
        <p:txBody>
          <a:bodyPr/>
          <a:lstStyle/>
          <a:p>
            <a:r>
              <a:rPr lang="en-GB" dirty="0"/>
              <a:t>Spanning tree protocol</a:t>
            </a:r>
          </a:p>
        </p:txBody>
      </p:sp>
      <p:sp>
        <p:nvSpPr>
          <p:cNvPr id="3" name="Content Placeholder 2">
            <a:extLst>
              <a:ext uri="{FF2B5EF4-FFF2-40B4-BE49-F238E27FC236}">
                <a16:creationId xmlns:a16="http://schemas.microsoft.com/office/drawing/2014/main" id="{65C7C7C5-3EB8-4555-ADDA-BD34FD14A2A3}"/>
              </a:ext>
            </a:extLst>
          </p:cNvPr>
          <p:cNvSpPr>
            <a:spLocks noGrp="1"/>
          </p:cNvSpPr>
          <p:nvPr>
            <p:ph idx="1"/>
          </p:nvPr>
        </p:nvSpPr>
        <p:spPr>
          <a:xfrm>
            <a:off x="534988" y="1285081"/>
            <a:ext cx="6035054" cy="4989512"/>
          </a:xfrm>
        </p:spPr>
        <p:txBody>
          <a:bodyPr/>
          <a:lstStyle/>
          <a:p>
            <a:r>
              <a:rPr lang="en-GB" sz="2400" dirty="0"/>
              <a:t>In this scenario suppose a broadcast comes from a pc attached to switch A, and this will broadcast it out on all ports to all switches it is connected to.</a:t>
            </a:r>
          </a:p>
          <a:p>
            <a:r>
              <a:rPr lang="en-GB" sz="2400" dirty="0"/>
              <a:t>Who then broadcast it out on all ports except the one it received it on, and receiving switches will do the same.</a:t>
            </a:r>
          </a:p>
          <a:p>
            <a:r>
              <a:rPr lang="en-GB" sz="2400" dirty="0"/>
              <a:t>It is not hard to see that switch A will eventually receive it on ports Fa0/11 and 12 and will broadcast it out again on port 10 and so it will go on – </a:t>
            </a:r>
            <a:r>
              <a:rPr lang="en-GB" sz="2400" dirty="0">
                <a:solidFill>
                  <a:srgbClr val="FF0000"/>
                </a:solidFill>
              </a:rPr>
              <a:t>infinite loop</a:t>
            </a:r>
          </a:p>
          <a:p>
            <a:endParaRPr lang="en-GB" sz="2400" dirty="0">
              <a:solidFill>
                <a:srgbClr val="FF0000"/>
              </a:solidFill>
            </a:endParaRPr>
          </a:p>
        </p:txBody>
      </p:sp>
      <p:sp>
        <p:nvSpPr>
          <p:cNvPr id="4" name="Date Placeholder 3">
            <a:extLst>
              <a:ext uri="{FF2B5EF4-FFF2-40B4-BE49-F238E27FC236}">
                <a16:creationId xmlns:a16="http://schemas.microsoft.com/office/drawing/2014/main" id="{3BA8F4AD-FC60-4DC9-BD4D-1AB7A3C08BA2}"/>
              </a:ext>
            </a:extLst>
          </p:cNvPr>
          <p:cNvSpPr>
            <a:spLocks noGrp="1"/>
          </p:cNvSpPr>
          <p:nvPr>
            <p:ph type="dt" sz="half" idx="10"/>
          </p:nvPr>
        </p:nvSpPr>
        <p:spPr/>
        <p:txBody>
          <a:bodyPr/>
          <a:lstStyle/>
          <a:p>
            <a:fld id="{90EB3164-EE7A-45C4-9900-97C427D98D5F}" type="datetime1">
              <a:rPr lang="en-GB" altLang="en-US" smtClean="0"/>
              <a:t>22/01/2025</a:t>
            </a:fld>
            <a:endParaRPr lang="en-US" altLang="en-US"/>
          </a:p>
        </p:txBody>
      </p:sp>
      <p:pic>
        <p:nvPicPr>
          <p:cNvPr id="2050" name="Picture 2" descr="8">
            <a:extLst>
              <a:ext uri="{FF2B5EF4-FFF2-40B4-BE49-F238E27FC236}">
                <a16:creationId xmlns:a16="http://schemas.microsoft.com/office/drawing/2014/main" id="{50ED42B4-1F02-4E93-9215-EC4CF447F5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7010" y="2123653"/>
            <a:ext cx="3547229" cy="2088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40820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1C3D8-A1D3-4138-BAE8-BAAF57799D64}"/>
              </a:ext>
            </a:extLst>
          </p:cNvPr>
          <p:cNvSpPr>
            <a:spLocks noGrp="1"/>
          </p:cNvSpPr>
          <p:nvPr>
            <p:ph type="title"/>
          </p:nvPr>
        </p:nvSpPr>
        <p:spPr/>
        <p:txBody>
          <a:bodyPr/>
          <a:lstStyle/>
          <a:p>
            <a:r>
              <a:rPr lang="en-GB" dirty="0"/>
              <a:t>Spanning tree protocol</a:t>
            </a:r>
          </a:p>
        </p:txBody>
      </p:sp>
      <p:sp>
        <p:nvSpPr>
          <p:cNvPr id="3" name="Content Placeholder 2">
            <a:extLst>
              <a:ext uri="{FF2B5EF4-FFF2-40B4-BE49-F238E27FC236}">
                <a16:creationId xmlns:a16="http://schemas.microsoft.com/office/drawing/2014/main" id="{2E0ECB2C-75C9-4017-AE66-C92D3EC755A6}"/>
              </a:ext>
            </a:extLst>
          </p:cNvPr>
          <p:cNvSpPr>
            <a:spLocks noGrp="1"/>
          </p:cNvSpPr>
          <p:nvPr>
            <p:ph idx="1"/>
          </p:nvPr>
        </p:nvSpPr>
        <p:spPr>
          <a:xfrm>
            <a:off x="536145" y="1285081"/>
            <a:ext cx="9621837" cy="4989512"/>
          </a:xfrm>
        </p:spPr>
        <p:txBody>
          <a:bodyPr/>
          <a:lstStyle/>
          <a:p>
            <a:r>
              <a:rPr lang="en-GB" sz="3200" b="0" i="0" dirty="0">
                <a:effectLst/>
                <a:latin typeface="PT Sans" panose="020B0503020203020204" pitchFamily="34" charset="0"/>
              </a:rPr>
              <a:t>STP allows bridges and switches to communicate with each other so they can create a loop free topology. </a:t>
            </a:r>
          </a:p>
          <a:p>
            <a:r>
              <a:rPr lang="en-GB" sz="3200" b="0" i="0" dirty="0">
                <a:effectLst/>
                <a:latin typeface="PT Sans" panose="020B0503020203020204" pitchFamily="34" charset="0"/>
              </a:rPr>
              <a:t>Each bridge runs the Spanning Tree Algorithm that calculates how a loop can be prevented. </a:t>
            </a:r>
          </a:p>
          <a:p>
            <a:r>
              <a:rPr lang="en-GB" sz="3200" b="0" i="0" dirty="0">
                <a:effectLst/>
                <a:latin typeface="PT Sans" panose="020B0503020203020204" pitchFamily="34" charset="0"/>
              </a:rPr>
              <a:t>When STP is applied to a looped LAN topology, all segments will be reachable but any open ports that would create a traffic loop are blocked. </a:t>
            </a:r>
          </a:p>
          <a:p>
            <a:r>
              <a:rPr lang="en-GB" sz="3200" b="0" i="0" dirty="0">
                <a:effectLst/>
                <a:latin typeface="PT Sans" panose="020B0503020203020204" pitchFamily="34" charset="0"/>
              </a:rPr>
              <a:t>continually monitors the network always looking for failures on switch ports or changes in the network topology. </a:t>
            </a:r>
            <a:endParaRPr lang="en-GB" sz="3200" dirty="0"/>
          </a:p>
        </p:txBody>
      </p:sp>
      <p:sp>
        <p:nvSpPr>
          <p:cNvPr id="4" name="Date Placeholder 3">
            <a:extLst>
              <a:ext uri="{FF2B5EF4-FFF2-40B4-BE49-F238E27FC236}">
                <a16:creationId xmlns:a16="http://schemas.microsoft.com/office/drawing/2014/main" id="{B88DF420-F186-4AB3-8BD5-3BC5E604625E}"/>
              </a:ext>
            </a:extLst>
          </p:cNvPr>
          <p:cNvSpPr>
            <a:spLocks noGrp="1"/>
          </p:cNvSpPr>
          <p:nvPr>
            <p:ph type="dt" sz="half" idx="10"/>
          </p:nvPr>
        </p:nvSpPr>
        <p:spPr/>
        <p:txBody>
          <a:bodyPr/>
          <a:lstStyle/>
          <a:p>
            <a:fld id="{90EB3164-EE7A-45C4-9900-97C427D98D5F}" type="datetime1">
              <a:rPr lang="en-GB" altLang="en-US" smtClean="0"/>
              <a:t>22/01/2025</a:t>
            </a:fld>
            <a:endParaRPr lang="en-US" altLang="en-US"/>
          </a:p>
        </p:txBody>
      </p:sp>
    </p:spTree>
    <p:extLst>
      <p:ext uri="{BB962C8B-B14F-4D97-AF65-F5344CB8AC3E}">
        <p14:creationId xmlns:p14="http://schemas.microsoft.com/office/powerpoint/2010/main" val="37240643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Title 1"/>
          <p:cNvSpPr>
            <a:spLocks noGrp="1"/>
          </p:cNvSpPr>
          <p:nvPr>
            <p:ph type="title"/>
          </p:nvPr>
        </p:nvSpPr>
        <p:spPr/>
        <p:txBody>
          <a:bodyPr/>
          <a:lstStyle/>
          <a:p>
            <a:pPr eaLnBrk="1" hangingPunct="1"/>
            <a:r>
              <a:rPr lang="en-US" altLang="en-US" dirty="0"/>
              <a:t>MST applications</a:t>
            </a:r>
          </a:p>
        </p:txBody>
      </p:sp>
      <p:sp>
        <p:nvSpPr>
          <p:cNvPr id="3" name="Content Placeholder 2"/>
          <p:cNvSpPr>
            <a:spLocks noGrp="1"/>
          </p:cNvSpPr>
          <p:nvPr>
            <p:ph idx="1"/>
          </p:nvPr>
        </p:nvSpPr>
        <p:spPr/>
        <p:txBody>
          <a:bodyPr rtlCol="0">
            <a:normAutofit fontScale="62500" lnSpcReduction="20000"/>
          </a:bodyPr>
          <a:lstStyle/>
          <a:p>
            <a:pPr marL="390930" indent="-390930" defTabSz="521245" eaLnBrk="1" fontAlgn="auto" hangingPunct="1">
              <a:spcAft>
                <a:spcPts val="0"/>
              </a:spcAft>
              <a:buFont typeface="Arial"/>
              <a:buChar char="•"/>
              <a:defRPr/>
            </a:pPr>
            <a:r>
              <a:rPr lang="en-US" dirty="0">
                <a:ea typeface="+mn-ea"/>
                <a:cs typeface="+mn-cs"/>
              </a:rPr>
              <a:t>Many possible applications in real world, designing sewers, fresh water pipes distribution network, and in networks and </a:t>
            </a:r>
            <a:r>
              <a:rPr lang="en-US" dirty="0" err="1">
                <a:ea typeface="+mn-ea"/>
                <a:cs typeface="+mn-cs"/>
              </a:rPr>
              <a:t>Telecomms</a:t>
            </a:r>
            <a:endParaRPr lang="en-US" dirty="0">
              <a:ea typeface="+mn-ea"/>
              <a:cs typeface="+mn-cs"/>
            </a:endParaRPr>
          </a:p>
          <a:p>
            <a:pPr marL="390930" indent="-390930" defTabSz="521245" eaLnBrk="1" fontAlgn="auto" hangingPunct="1">
              <a:spcAft>
                <a:spcPts val="0"/>
              </a:spcAft>
              <a:buFont typeface="Arial"/>
              <a:buChar char="•"/>
              <a:defRPr/>
            </a:pPr>
            <a:endParaRPr lang="en-US" dirty="0">
              <a:ea typeface="+mn-ea"/>
              <a:cs typeface="+mn-cs"/>
            </a:endParaRPr>
          </a:p>
          <a:p>
            <a:pPr marL="390930" indent="-390930" defTabSz="521245" eaLnBrk="1" fontAlgn="auto" hangingPunct="1">
              <a:spcAft>
                <a:spcPts val="0"/>
              </a:spcAft>
              <a:buFont typeface="Arial"/>
              <a:buChar char="•"/>
              <a:defRPr/>
            </a:pPr>
            <a:r>
              <a:rPr lang="en-US" dirty="0">
                <a:ea typeface="+mn-ea"/>
                <a:cs typeface="+mn-cs"/>
              </a:rPr>
              <a:t>One example would be a British Telecom that needs to connect all it’s local Primary Connection Points (green or grey cabinets on street corners) to the exchange. </a:t>
            </a:r>
          </a:p>
          <a:p>
            <a:pPr marL="390930" indent="-390930" defTabSz="521245" eaLnBrk="1" fontAlgn="auto" hangingPunct="1">
              <a:spcAft>
                <a:spcPts val="0"/>
              </a:spcAft>
              <a:buFont typeface="Arial"/>
              <a:buChar char="•"/>
              <a:defRPr/>
            </a:pPr>
            <a:endParaRPr lang="en-US" dirty="0">
              <a:ea typeface="+mn-ea"/>
              <a:cs typeface="+mn-cs"/>
            </a:endParaRPr>
          </a:p>
          <a:p>
            <a:pPr marL="390930" indent="-390930" defTabSz="521245" eaLnBrk="1" fontAlgn="auto" hangingPunct="1">
              <a:spcAft>
                <a:spcPts val="0"/>
              </a:spcAft>
              <a:buFont typeface="Arial"/>
              <a:buChar char="•"/>
              <a:defRPr/>
            </a:pPr>
            <a:r>
              <a:rPr lang="en-US" dirty="0">
                <a:ea typeface="+mn-ea"/>
                <a:cs typeface="+mn-cs"/>
              </a:rPr>
              <a:t>Some of those paths might be more expensive, because they are longer, or require the cable to be buried deeper; these paths would be represented by edges with larger weights. </a:t>
            </a:r>
          </a:p>
          <a:p>
            <a:pPr marL="390930" indent="-390930" defTabSz="521245" eaLnBrk="1" fontAlgn="auto" hangingPunct="1">
              <a:spcAft>
                <a:spcPts val="0"/>
              </a:spcAft>
              <a:buFont typeface="Arial"/>
              <a:buChar char="•"/>
              <a:defRPr/>
            </a:pPr>
            <a:endParaRPr lang="en-US" dirty="0">
              <a:ea typeface="+mn-ea"/>
              <a:cs typeface="+mn-cs"/>
            </a:endParaRPr>
          </a:p>
          <a:p>
            <a:pPr marL="390930" indent="-390930" defTabSz="521245" eaLnBrk="1" fontAlgn="auto" hangingPunct="1">
              <a:spcAft>
                <a:spcPts val="0"/>
              </a:spcAft>
              <a:buFont typeface="Arial"/>
              <a:buChar char="•"/>
              <a:defRPr/>
            </a:pPr>
            <a:r>
              <a:rPr lang="en-US" dirty="0">
                <a:ea typeface="+mn-ea"/>
                <a:cs typeface="+mn-cs"/>
              </a:rPr>
              <a:t>A </a:t>
            </a:r>
            <a:r>
              <a:rPr lang="en-US" i="1" dirty="0">
                <a:ea typeface="+mn-ea"/>
                <a:cs typeface="+mn-cs"/>
              </a:rPr>
              <a:t>spanning tree</a:t>
            </a:r>
            <a:r>
              <a:rPr lang="en-US" dirty="0">
                <a:ea typeface="+mn-ea"/>
                <a:cs typeface="+mn-cs"/>
              </a:rPr>
              <a:t> for that graph would be a subset of those paths that has no cycles but still connects to every cabinet. There might be several spanning trees possible. A </a:t>
            </a:r>
            <a:r>
              <a:rPr lang="en-US" i="1" dirty="0">
                <a:ea typeface="+mn-ea"/>
                <a:cs typeface="+mn-cs"/>
              </a:rPr>
              <a:t>minimum spanning tree</a:t>
            </a:r>
            <a:r>
              <a:rPr lang="en-US" dirty="0">
                <a:ea typeface="+mn-ea"/>
                <a:cs typeface="+mn-cs"/>
              </a:rPr>
              <a:t> would be one with the </a:t>
            </a:r>
            <a:r>
              <a:rPr lang="en-US" dirty="0">
                <a:solidFill>
                  <a:srgbClr val="FF0000"/>
                </a:solidFill>
                <a:ea typeface="+mn-ea"/>
                <a:cs typeface="+mn-cs"/>
              </a:rPr>
              <a:t>lowest total cost.</a:t>
            </a:r>
          </a:p>
          <a:p>
            <a:pPr marL="390930" indent="-390930" defTabSz="521245" eaLnBrk="1" fontAlgn="auto" hangingPunct="1">
              <a:spcAft>
                <a:spcPts val="0"/>
              </a:spcAft>
              <a:buFont typeface="Arial"/>
              <a:buChar char="•"/>
              <a:defRPr/>
            </a:pPr>
            <a:endParaRPr lang="en-US" dirty="0">
              <a:ea typeface="+mn-ea"/>
              <a:cs typeface="+mn-cs"/>
            </a:endParaRPr>
          </a:p>
        </p:txBody>
      </p:sp>
      <p:sp>
        <p:nvSpPr>
          <p:cNvPr id="2" name="Date Placeholder 1">
            <a:extLst>
              <a:ext uri="{FF2B5EF4-FFF2-40B4-BE49-F238E27FC236}">
                <a16:creationId xmlns:a16="http://schemas.microsoft.com/office/drawing/2014/main" id="{959D39CD-C791-4C76-B1A7-0221CEE2CE17}"/>
              </a:ext>
            </a:extLst>
          </p:cNvPr>
          <p:cNvSpPr>
            <a:spLocks noGrp="1"/>
          </p:cNvSpPr>
          <p:nvPr>
            <p:ph type="dt" sz="half" idx="10"/>
          </p:nvPr>
        </p:nvSpPr>
        <p:spPr/>
        <p:txBody>
          <a:bodyPr/>
          <a:lstStyle/>
          <a:p>
            <a:fld id="{72099092-618E-47D5-A5F5-EFD37E351E46}" type="datetime1">
              <a:rPr lang="en-GB" altLang="en-US" smtClean="0"/>
              <a:t>22/01/2025</a:t>
            </a:fld>
            <a:endParaRPr lang="en-US"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1009"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89125" y="755650"/>
            <a:ext cx="6632575" cy="534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1010" name="TextBox 6"/>
          <p:cNvSpPr txBox="1">
            <a:spLocks noChangeArrowheads="1"/>
          </p:cNvSpPr>
          <p:nvPr/>
        </p:nvSpPr>
        <p:spPr bwMode="auto">
          <a:xfrm>
            <a:off x="809625" y="6227763"/>
            <a:ext cx="72009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r>
              <a:rPr lang="en-GB" altLang="en-US" sz="1800" dirty="0">
                <a:solidFill>
                  <a:srgbClr val="000000"/>
                </a:solidFill>
              </a:rPr>
              <a:t> the darker links form the MST for this graph</a:t>
            </a:r>
          </a:p>
        </p:txBody>
      </p:sp>
      <p:sp>
        <p:nvSpPr>
          <p:cNvPr id="2" name="Date Placeholder 1">
            <a:extLst>
              <a:ext uri="{FF2B5EF4-FFF2-40B4-BE49-F238E27FC236}">
                <a16:creationId xmlns:a16="http://schemas.microsoft.com/office/drawing/2014/main" id="{277E035F-B647-4AE1-BF86-7C6D1B26A9DB}"/>
              </a:ext>
            </a:extLst>
          </p:cNvPr>
          <p:cNvSpPr>
            <a:spLocks noGrp="1"/>
          </p:cNvSpPr>
          <p:nvPr>
            <p:ph type="dt" sz="half" idx="10"/>
          </p:nvPr>
        </p:nvSpPr>
        <p:spPr/>
        <p:txBody>
          <a:bodyPr/>
          <a:lstStyle/>
          <a:p>
            <a:fld id="{71D6A4F4-676C-476A-8C76-DB1D4C4C06B7}" type="datetime1">
              <a:rPr lang="en-GB" altLang="en-US" smtClean="0"/>
              <a:t>22/01/2025</a:t>
            </a:fld>
            <a:endParaRPr lang="en-US"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Rectangle 3"/>
          <p:cNvSpPr>
            <a:spLocks noGrp="1" noChangeArrowheads="1"/>
          </p:cNvSpPr>
          <p:nvPr>
            <p:ph type="title"/>
          </p:nvPr>
        </p:nvSpPr>
        <p:spPr>
          <a:xfrm>
            <a:off x="593725" y="395288"/>
            <a:ext cx="9498013" cy="1085850"/>
          </a:xfrm>
        </p:spPr>
        <p:txBody>
          <a:bodyPr lIns="89827" tIns="44021" rIns="89827" bIns="44021"/>
          <a:lstStyle/>
          <a:p>
            <a:pPr eaLnBrk="1" hangingPunct="1">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 pos="9353550" algn="l"/>
              </a:tabLst>
            </a:pPr>
            <a:r>
              <a:rPr lang="en-GB" altLang="en-US" sz="4400" b="1">
                <a:latin typeface="Arial" pitchFamily="34" charset="0"/>
                <a:ea typeface="DejaVu Sans"/>
                <a:cs typeface="DejaVu Sans"/>
              </a:rPr>
              <a:t>Finding the MST</a:t>
            </a:r>
          </a:p>
        </p:txBody>
      </p:sp>
      <p:sp>
        <p:nvSpPr>
          <p:cNvPr id="168966" name="Rectangle 4"/>
          <p:cNvSpPr>
            <a:spLocks noGrp="1" noChangeArrowheads="1"/>
          </p:cNvSpPr>
          <p:nvPr>
            <p:ph idx="1"/>
          </p:nvPr>
        </p:nvSpPr>
        <p:spPr>
          <a:xfrm>
            <a:off x="954088" y="1763713"/>
            <a:ext cx="9088437" cy="5124450"/>
          </a:xfrm>
        </p:spPr>
        <p:txBody>
          <a:bodyPr lIns="89827" tIns="44021" rIns="89827" bIns="44021">
            <a:normAutofit fontScale="62500" lnSpcReduction="20000"/>
          </a:bodyPr>
          <a:lstStyle/>
          <a:p>
            <a:pPr marL="327025" indent="-327025" eaLnBrk="1" hangingPunct="1">
              <a:lnSpc>
                <a:spcPct val="84000"/>
              </a:lnSpc>
              <a:buFont typeface="Times New Roman" pitchFamily="18" charset="0"/>
              <a:buChar char="•"/>
              <a:tabLst>
                <a:tab pos="327025" algn="l"/>
                <a:tab pos="431800" algn="l"/>
                <a:tab pos="877888" algn="l"/>
                <a:tab pos="1325563" algn="l"/>
                <a:tab pos="1771650" algn="l"/>
                <a:tab pos="2217738" algn="l"/>
                <a:tab pos="2665413" algn="l"/>
                <a:tab pos="3111500" algn="l"/>
                <a:tab pos="3557588" algn="l"/>
                <a:tab pos="4003675" algn="l"/>
                <a:tab pos="4451350" algn="l"/>
                <a:tab pos="4897438" algn="l"/>
                <a:tab pos="5343525" algn="l"/>
                <a:tab pos="5791200" algn="l"/>
                <a:tab pos="6237288" algn="l"/>
                <a:tab pos="6683375" algn="l"/>
                <a:tab pos="7131050" algn="l"/>
                <a:tab pos="7577138" algn="l"/>
                <a:tab pos="8023225" algn="l"/>
                <a:tab pos="8470900" algn="l"/>
                <a:tab pos="8916988" algn="l"/>
              </a:tabLst>
            </a:pPr>
            <a:r>
              <a:rPr lang="en-GB" altLang="en-US" sz="3300" dirty="0">
                <a:solidFill>
                  <a:srgbClr val="FF0000"/>
                </a:solidFill>
                <a:latin typeface="Arial" pitchFamily="34" charset="0"/>
                <a:ea typeface="DejaVu Sans"/>
                <a:cs typeface="DejaVu Sans"/>
              </a:rPr>
              <a:t>Greedy algorithms </a:t>
            </a:r>
          </a:p>
          <a:p>
            <a:pPr marL="782638" lvl="1" indent="-327025" eaLnBrk="1" hangingPunct="1">
              <a:lnSpc>
                <a:spcPct val="84000"/>
              </a:lnSpc>
              <a:buFont typeface="Times New Roman" pitchFamily="18" charset="0"/>
              <a:buChar char="•"/>
              <a:tabLst>
                <a:tab pos="327025" algn="l"/>
                <a:tab pos="431800" algn="l"/>
                <a:tab pos="877888" algn="l"/>
                <a:tab pos="1325563" algn="l"/>
                <a:tab pos="1771650" algn="l"/>
                <a:tab pos="2217738" algn="l"/>
                <a:tab pos="2665413" algn="l"/>
                <a:tab pos="3111500" algn="l"/>
                <a:tab pos="3557588" algn="l"/>
                <a:tab pos="4003675" algn="l"/>
                <a:tab pos="4451350" algn="l"/>
                <a:tab pos="4897438" algn="l"/>
                <a:tab pos="5343525" algn="l"/>
                <a:tab pos="5791200" algn="l"/>
                <a:tab pos="6237288" algn="l"/>
                <a:tab pos="6683375" algn="l"/>
                <a:tab pos="7131050" algn="l"/>
                <a:tab pos="7577138" algn="l"/>
                <a:tab pos="8023225" algn="l"/>
                <a:tab pos="8470900" algn="l"/>
                <a:tab pos="8916988" algn="l"/>
              </a:tabLst>
            </a:pPr>
            <a:r>
              <a:rPr lang="en-US" dirty="0"/>
              <a:t>A greedy algorithm is an algorithmic strategy that makes the best optimal choice at each small stage with the goal of this eventually leading to a globally optimum solution. This means that the algorithm picks the best solution at the moment without regard for consequences. It picks the best immediate output, but does not consider the big picture, hence it is considered greedy</a:t>
            </a:r>
          </a:p>
          <a:p>
            <a:pPr marL="782638" lvl="1" indent="-327025" eaLnBrk="1" hangingPunct="1">
              <a:lnSpc>
                <a:spcPct val="84000"/>
              </a:lnSpc>
              <a:buFont typeface="Times New Roman" pitchFamily="18" charset="0"/>
              <a:buChar char="•"/>
              <a:tabLst>
                <a:tab pos="327025" algn="l"/>
                <a:tab pos="431800" algn="l"/>
                <a:tab pos="877888" algn="l"/>
                <a:tab pos="1325563" algn="l"/>
                <a:tab pos="1771650" algn="l"/>
                <a:tab pos="2217738" algn="l"/>
                <a:tab pos="2665413" algn="l"/>
                <a:tab pos="3111500" algn="l"/>
                <a:tab pos="3557588" algn="l"/>
                <a:tab pos="4003675" algn="l"/>
                <a:tab pos="4451350" algn="l"/>
                <a:tab pos="4897438" algn="l"/>
                <a:tab pos="5343525" algn="l"/>
                <a:tab pos="5791200" algn="l"/>
                <a:tab pos="6237288" algn="l"/>
                <a:tab pos="6683375" algn="l"/>
                <a:tab pos="7131050" algn="l"/>
                <a:tab pos="7577138" algn="l"/>
                <a:tab pos="8023225" algn="l"/>
                <a:tab pos="8470900" algn="l"/>
                <a:tab pos="8916988" algn="l"/>
              </a:tabLst>
            </a:pPr>
            <a:r>
              <a:rPr lang="en-GB" sz="3400" dirty="0"/>
              <a:t>In many problems, a greedy strategy does not in general produce an optimal solution, but nonetheless a greedy method may yield locally optimal solutions that approximate a global optimal solution in a reasonable time.</a:t>
            </a:r>
          </a:p>
          <a:p>
            <a:pPr marL="0" indent="0" eaLnBrk="1" hangingPunct="1">
              <a:lnSpc>
                <a:spcPct val="84000"/>
              </a:lnSpc>
              <a:buNone/>
              <a:tabLst>
                <a:tab pos="327025" algn="l"/>
                <a:tab pos="431800" algn="l"/>
                <a:tab pos="877888" algn="l"/>
                <a:tab pos="1325563" algn="l"/>
                <a:tab pos="1771650" algn="l"/>
                <a:tab pos="2217738" algn="l"/>
                <a:tab pos="2665413" algn="l"/>
                <a:tab pos="3111500" algn="l"/>
                <a:tab pos="3557588" algn="l"/>
                <a:tab pos="4003675" algn="l"/>
                <a:tab pos="4451350" algn="l"/>
                <a:tab pos="4897438" algn="l"/>
                <a:tab pos="5343525" algn="l"/>
                <a:tab pos="5791200" algn="l"/>
                <a:tab pos="6237288" algn="l"/>
                <a:tab pos="6683375" algn="l"/>
                <a:tab pos="7131050" algn="l"/>
                <a:tab pos="7577138" algn="l"/>
                <a:tab pos="8023225" algn="l"/>
                <a:tab pos="8470900" algn="l"/>
                <a:tab pos="8916988" algn="l"/>
              </a:tabLst>
            </a:pPr>
            <a:endParaRPr lang="en-GB" altLang="en-US" sz="3300" dirty="0">
              <a:latin typeface="Arial" pitchFamily="34" charset="0"/>
              <a:ea typeface="DejaVu Sans"/>
              <a:cs typeface="DejaVu Sans"/>
            </a:endParaRPr>
          </a:p>
          <a:p>
            <a:pPr marL="327025" indent="-327025" eaLnBrk="1" hangingPunct="1">
              <a:lnSpc>
                <a:spcPct val="84000"/>
              </a:lnSpc>
              <a:buFont typeface="Times New Roman" pitchFamily="18" charset="0"/>
              <a:buChar char="•"/>
              <a:tabLst>
                <a:tab pos="327025" algn="l"/>
                <a:tab pos="431800" algn="l"/>
                <a:tab pos="877888" algn="l"/>
                <a:tab pos="1325563" algn="l"/>
                <a:tab pos="1771650" algn="l"/>
                <a:tab pos="2217738" algn="l"/>
                <a:tab pos="2665413" algn="l"/>
                <a:tab pos="3111500" algn="l"/>
                <a:tab pos="3557588" algn="l"/>
                <a:tab pos="4003675" algn="l"/>
                <a:tab pos="4451350" algn="l"/>
                <a:tab pos="4897438" algn="l"/>
                <a:tab pos="5343525" algn="l"/>
                <a:tab pos="5791200" algn="l"/>
                <a:tab pos="6237288" algn="l"/>
                <a:tab pos="6683375" algn="l"/>
                <a:tab pos="7131050" algn="l"/>
                <a:tab pos="7577138" algn="l"/>
                <a:tab pos="8023225" algn="l"/>
                <a:tab pos="8470900" algn="l"/>
                <a:tab pos="8916988" algn="l"/>
              </a:tabLst>
            </a:pPr>
            <a:endParaRPr lang="en-GB" altLang="en-US" sz="3300" dirty="0">
              <a:latin typeface="Arial" pitchFamily="34" charset="0"/>
              <a:ea typeface="DejaVu Sans"/>
              <a:cs typeface="DejaVu Sans"/>
            </a:endParaRPr>
          </a:p>
          <a:p>
            <a:pPr marL="327025" indent="-327025" eaLnBrk="1" hangingPunct="1">
              <a:lnSpc>
                <a:spcPct val="84000"/>
              </a:lnSpc>
              <a:buFont typeface="Times New Roman" pitchFamily="18" charset="0"/>
              <a:buChar char="•"/>
              <a:tabLst>
                <a:tab pos="327025" algn="l"/>
                <a:tab pos="431800" algn="l"/>
                <a:tab pos="877888" algn="l"/>
                <a:tab pos="1325563" algn="l"/>
                <a:tab pos="1771650" algn="l"/>
                <a:tab pos="2217738" algn="l"/>
                <a:tab pos="2665413" algn="l"/>
                <a:tab pos="3111500" algn="l"/>
                <a:tab pos="3557588" algn="l"/>
                <a:tab pos="4003675" algn="l"/>
                <a:tab pos="4451350" algn="l"/>
                <a:tab pos="4897438" algn="l"/>
                <a:tab pos="5343525" algn="l"/>
                <a:tab pos="5791200" algn="l"/>
                <a:tab pos="6237288" algn="l"/>
                <a:tab pos="6683375" algn="l"/>
                <a:tab pos="7131050" algn="l"/>
                <a:tab pos="7577138" algn="l"/>
                <a:tab pos="8023225" algn="l"/>
                <a:tab pos="8470900" algn="l"/>
                <a:tab pos="8916988" algn="l"/>
              </a:tabLst>
            </a:pPr>
            <a:r>
              <a:rPr lang="en-GB" altLang="en-US" sz="3300" dirty="0" err="1">
                <a:latin typeface="Arial" pitchFamily="34" charset="0"/>
                <a:ea typeface="DejaVu Sans"/>
                <a:cs typeface="DejaVu Sans"/>
              </a:rPr>
              <a:t>Kruskal’s</a:t>
            </a:r>
            <a:r>
              <a:rPr lang="en-GB" altLang="en-US" sz="3300" dirty="0">
                <a:latin typeface="Arial" pitchFamily="34" charset="0"/>
                <a:ea typeface="DejaVu Sans"/>
                <a:cs typeface="DejaVu Sans"/>
              </a:rPr>
              <a:t> </a:t>
            </a:r>
          </a:p>
          <a:p>
            <a:pPr marL="1555750" lvl="2" indent="-514350">
              <a:buFont typeface="+mj-lt"/>
              <a:buAutoNum type="arabicPeriod"/>
            </a:pPr>
            <a:r>
              <a:rPr lang="en-GB" dirty="0"/>
              <a:t>Arrange the edges by weight: least weight first and heaviest last.</a:t>
            </a:r>
          </a:p>
          <a:p>
            <a:pPr marL="1555750" lvl="2" indent="-514350">
              <a:buFont typeface="+mj-lt"/>
              <a:buAutoNum type="arabicPeriod"/>
            </a:pPr>
            <a:r>
              <a:rPr lang="en-GB" dirty="0"/>
              <a:t>Choose the lightest not examined edge from the diagram. Add this chosen edge to the tree, only if doing so will not make a cycle.</a:t>
            </a:r>
          </a:p>
          <a:p>
            <a:pPr marL="1555750" lvl="2" indent="-514350">
              <a:buFont typeface="+mj-lt"/>
              <a:buAutoNum type="arabicPeriod"/>
            </a:pPr>
            <a:r>
              <a:rPr lang="en-GB" dirty="0"/>
              <a:t>Stop the process whenever n - 1 edges have been added to the tree.</a:t>
            </a:r>
          </a:p>
          <a:p>
            <a:pPr marL="1238250" lvl="2" indent="-327025" eaLnBrk="1" hangingPunct="1">
              <a:lnSpc>
                <a:spcPct val="84000"/>
              </a:lnSpc>
              <a:buFont typeface="Times New Roman" pitchFamily="18" charset="0"/>
              <a:buChar char="•"/>
              <a:tabLst>
                <a:tab pos="327025" algn="l"/>
                <a:tab pos="431800" algn="l"/>
                <a:tab pos="877888" algn="l"/>
                <a:tab pos="1325563" algn="l"/>
                <a:tab pos="1771650" algn="l"/>
                <a:tab pos="2217738" algn="l"/>
                <a:tab pos="2665413" algn="l"/>
                <a:tab pos="3111500" algn="l"/>
                <a:tab pos="3557588" algn="l"/>
                <a:tab pos="4003675" algn="l"/>
                <a:tab pos="4451350" algn="l"/>
                <a:tab pos="4897438" algn="l"/>
                <a:tab pos="5343525" algn="l"/>
                <a:tab pos="5791200" algn="l"/>
                <a:tab pos="6237288" algn="l"/>
                <a:tab pos="6683375" algn="l"/>
                <a:tab pos="7131050" algn="l"/>
                <a:tab pos="7577138" algn="l"/>
                <a:tab pos="8023225" algn="l"/>
                <a:tab pos="8470900" algn="l"/>
                <a:tab pos="8916988" algn="l"/>
              </a:tabLst>
            </a:pPr>
            <a:endParaRPr lang="en-GB" altLang="en-US" sz="2400" dirty="0">
              <a:latin typeface="Arial" pitchFamily="34" charset="0"/>
              <a:ea typeface="DejaVu Sans"/>
              <a:cs typeface="DejaVu Sans"/>
            </a:endParaRPr>
          </a:p>
          <a:p>
            <a:pPr marL="327025" indent="-327025" eaLnBrk="1" hangingPunct="1">
              <a:lnSpc>
                <a:spcPct val="84000"/>
              </a:lnSpc>
              <a:buFont typeface="Times New Roman" pitchFamily="18" charset="0"/>
              <a:buChar char="•"/>
              <a:tabLst>
                <a:tab pos="327025" algn="l"/>
                <a:tab pos="431800" algn="l"/>
                <a:tab pos="877888" algn="l"/>
                <a:tab pos="1325563" algn="l"/>
                <a:tab pos="1771650" algn="l"/>
                <a:tab pos="2217738" algn="l"/>
                <a:tab pos="2665413" algn="l"/>
                <a:tab pos="3111500" algn="l"/>
                <a:tab pos="3557588" algn="l"/>
                <a:tab pos="4003675" algn="l"/>
                <a:tab pos="4451350" algn="l"/>
                <a:tab pos="4897438" algn="l"/>
                <a:tab pos="5343525" algn="l"/>
                <a:tab pos="5791200" algn="l"/>
                <a:tab pos="6237288" algn="l"/>
                <a:tab pos="6683375" algn="l"/>
                <a:tab pos="7131050" algn="l"/>
                <a:tab pos="7577138" algn="l"/>
                <a:tab pos="8023225" algn="l"/>
                <a:tab pos="8470900" algn="l"/>
                <a:tab pos="8916988" algn="l"/>
              </a:tabLst>
            </a:pPr>
            <a:r>
              <a:rPr lang="en-GB" altLang="en-US" sz="3300" dirty="0" err="1">
                <a:latin typeface="Arial" pitchFamily="34" charset="0"/>
                <a:ea typeface="DejaVu Sans"/>
                <a:cs typeface="DejaVu Sans"/>
                <a:hlinkClick r:id="rId3"/>
              </a:rPr>
              <a:t>Kruskal's</a:t>
            </a:r>
            <a:r>
              <a:rPr lang="en-GB" altLang="en-US" sz="3300" dirty="0">
                <a:latin typeface="Arial" pitchFamily="34" charset="0"/>
                <a:ea typeface="DejaVu Sans"/>
                <a:cs typeface="DejaVu Sans"/>
                <a:hlinkClick r:id="rId3"/>
              </a:rPr>
              <a:t> algorithm</a:t>
            </a:r>
            <a:endParaRPr lang="en-GB" altLang="en-US" sz="3300" dirty="0">
              <a:latin typeface="Arial" pitchFamily="34" charset="0"/>
              <a:ea typeface="DejaVu Sans"/>
              <a:cs typeface="DejaVu Sans"/>
            </a:endParaRPr>
          </a:p>
          <a:p>
            <a:pPr marL="327025" indent="-327025" eaLnBrk="1" hangingPunct="1">
              <a:lnSpc>
                <a:spcPct val="84000"/>
              </a:lnSpc>
              <a:buFont typeface="Times New Roman" pitchFamily="18" charset="0"/>
              <a:buChar char="•"/>
              <a:tabLst>
                <a:tab pos="327025" algn="l"/>
                <a:tab pos="431800" algn="l"/>
                <a:tab pos="877888" algn="l"/>
                <a:tab pos="1325563" algn="l"/>
                <a:tab pos="1771650" algn="l"/>
                <a:tab pos="2217738" algn="l"/>
                <a:tab pos="2665413" algn="l"/>
                <a:tab pos="3111500" algn="l"/>
                <a:tab pos="3557588" algn="l"/>
                <a:tab pos="4003675" algn="l"/>
                <a:tab pos="4451350" algn="l"/>
                <a:tab pos="4897438" algn="l"/>
                <a:tab pos="5343525" algn="l"/>
                <a:tab pos="5791200" algn="l"/>
                <a:tab pos="6237288" algn="l"/>
                <a:tab pos="6683375" algn="l"/>
                <a:tab pos="7131050" algn="l"/>
                <a:tab pos="7577138" algn="l"/>
                <a:tab pos="8023225" algn="l"/>
                <a:tab pos="8470900" algn="l"/>
                <a:tab pos="8916988" algn="l"/>
              </a:tabLst>
            </a:pPr>
            <a:endParaRPr lang="en-GB" altLang="en-US" sz="3300" dirty="0">
              <a:latin typeface="Arial" pitchFamily="34" charset="0"/>
              <a:ea typeface="DejaVu Sans"/>
              <a:cs typeface="DejaVu Sans"/>
            </a:endParaRPr>
          </a:p>
          <a:p>
            <a:pPr marL="455613" lvl="1" indent="0" eaLnBrk="1" hangingPunct="1">
              <a:lnSpc>
                <a:spcPct val="84000"/>
              </a:lnSpc>
              <a:buNone/>
              <a:tabLst>
                <a:tab pos="327025" algn="l"/>
                <a:tab pos="431800" algn="l"/>
                <a:tab pos="877888" algn="l"/>
                <a:tab pos="1325563" algn="l"/>
                <a:tab pos="1771650" algn="l"/>
                <a:tab pos="2217738" algn="l"/>
                <a:tab pos="2665413" algn="l"/>
                <a:tab pos="3111500" algn="l"/>
                <a:tab pos="3557588" algn="l"/>
                <a:tab pos="4003675" algn="l"/>
                <a:tab pos="4451350" algn="l"/>
                <a:tab pos="4897438" algn="l"/>
                <a:tab pos="5343525" algn="l"/>
                <a:tab pos="5791200" algn="l"/>
                <a:tab pos="6237288" algn="l"/>
                <a:tab pos="6683375" algn="l"/>
                <a:tab pos="7131050" algn="l"/>
                <a:tab pos="7577138" algn="l"/>
                <a:tab pos="8023225" algn="l"/>
                <a:tab pos="8470900" algn="l"/>
                <a:tab pos="8916988" algn="l"/>
              </a:tabLst>
            </a:pPr>
            <a:endParaRPr lang="en-GB" altLang="en-US" sz="2900" dirty="0">
              <a:latin typeface="Arial" pitchFamily="34" charset="0"/>
              <a:ea typeface="DejaVu Sans"/>
              <a:cs typeface="DejaVu Sans"/>
            </a:endParaRPr>
          </a:p>
        </p:txBody>
      </p:sp>
      <p:sp>
        <p:nvSpPr>
          <p:cNvPr id="172035" name="Rectangle 1"/>
          <p:cNvSpPr>
            <a:spLocks noChangeArrowheads="1"/>
          </p:cNvSpPr>
          <p:nvPr/>
        </p:nvSpPr>
        <p:spPr bwMode="auto">
          <a:xfrm>
            <a:off x="801688" y="6888163"/>
            <a:ext cx="22272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894" tIns="45447" rIns="90894" bIns="45447"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800"/>
          </a:p>
        </p:txBody>
      </p:sp>
      <p:sp>
        <p:nvSpPr>
          <p:cNvPr id="172036" name="Rectangle 2"/>
          <p:cNvSpPr>
            <a:spLocks noChangeArrowheads="1"/>
          </p:cNvSpPr>
          <p:nvPr/>
        </p:nvSpPr>
        <p:spPr bwMode="auto">
          <a:xfrm>
            <a:off x="3652838" y="6888163"/>
            <a:ext cx="3386137"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894" tIns="45447" rIns="90894" bIns="45447"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800"/>
          </a:p>
        </p:txBody>
      </p:sp>
      <p:sp>
        <p:nvSpPr>
          <p:cNvPr id="2" name="Date Placeholder 1">
            <a:extLst>
              <a:ext uri="{FF2B5EF4-FFF2-40B4-BE49-F238E27FC236}">
                <a16:creationId xmlns:a16="http://schemas.microsoft.com/office/drawing/2014/main" id="{40EB0D7C-C5E1-4F85-8653-D90B0A406C6D}"/>
              </a:ext>
            </a:extLst>
          </p:cNvPr>
          <p:cNvSpPr>
            <a:spLocks noGrp="1"/>
          </p:cNvSpPr>
          <p:nvPr>
            <p:ph type="dt" sz="half" idx="10"/>
          </p:nvPr>
        </p:nvSpPr>
        <p:spPr/>
        <p:txBody>
          <a:bodyPr/>
          <a:lstStyle/>
          <a:p>
            <a:fld id="{F022A384-9DDE-4FF0-9F07-5013D51A06A2}" type="datetime1">
              <a:rPr lang="en-GB" altLang="en-US" smtClean="0"/>
              <a:t>22/01/2025</a:t>
            </a:fld>
            <a:endParaRPr lang="en-US" altLang="en-US"/>
          </a:p>
        </p:txBody>
      </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06612-5499-4F7C-9827-BCD3F405231B}"/>
              </a:ext>
            </a:extLst>
          </p:cNvPr>
          <p:cNvSpPr>
            <a:spLocks noGrp="1"/>
          </p:cNvSpPr>
          <p:nvPr>
            <p:ph type="title"/>
          </p:nvPr>
        </p:nvSpPr>
        <p:spPr/>
        <p:txBody>
          <a:bodyPr/>
          <a:lstStyle/>
          <a:p>
            <a:endParaRPr lang="en-GB"/>
          </a:p>
        </p:txBody>
      </p:sp>
      <p:sp>
        <p:nvSpPr>
          <p:cNvPr id="3" name="Date Placeholder 2">
            <a:extLst>
              <a:ext uri="{FF2B5EF4-FFF2-40B4-BE49-F238E27FC236}">
                <a16:creationId xmlns:a16="http://schemas.microsoft.com/office/drawing/2014/main" id="{7159A904-792F-4B7E-8C49-09294CE4F1DF}"/>
              </a:ext>
            </a:extLst>
          </p:cNvPr>
          <p:cNvSpPr>
            <a:spLocks noGrp="1"/>
          </p:cNvSpPr>
          <p:nvPr>
            <p:ph type="dt" sz="half" idx="10"/>
          </p:nvPr>
        </p:nvSpPr>
        <p:spPr/>
        <p:txBody>
          <a:bodyPr/>
          <a:lstStyle/>
          <a:p>
            <a:fld id="{99967B26-9529-42D6-AB32-22DD92B6DABE}" type="datetime1">
              <a:rPr lang="en-GB" altLang="en-US" smtClean="0"/>
              <a:t>22/01/2025</a:t>
            </a:fld>
            <a:endParaRPr lang="en-US" altLang="en-US"/>
          </a:p>
        </p:txBody>
      </p:sp>
      <p:grpSp>
        <p:nvGrpSpPr>
          <p:cNvPr id="4" name="Group 3">
            <a:extLst>
              <a:ext uri="{FF2B5EF4-FFF2-40B4-BE49-F238E27FC236}">
                <a16:creationId xmlns:a16="http://schemas.microsoft.com/office/drawing/2014/main" id="{1A658EFE-EC36-4337-A093-166701594DAA}"/>
              </a:ext>
            </a:extLst>
          </p:cNvPr>
          <p:cNvGrpSpPr/>
          <p:nvPr/>
        </p:nvGrpSpPr>
        <p:grpSpPr>
          <a:xfrm>
            <a:off x="813750" y="1765354"/>
            <a:ext cx="8411926" cy="4673171"/>
            <a:chOff x="813750" y="1765354"/>
            <a:chExt cx="8411926" cy="4673171"/>
          </a:xfrm>
        </p:grpSpPr>
        <p:sp>
          <p:nvSpPr>
            <p:cNvPr id="5" name="TextBox 4">
              <a:extLst>
                <a:ext uri="{FF2B5EF4-FFF2-40B4-BE49-F238E27FC236}">
                  <a16:creationId xmlns:a16="http://schemas.microsoft.com/office/drawing/2014/main" id="{79A03E0C-5A9B-4952-9FB3-823E38E820CB}"/>
                </a:ext>
              </a:extLst>
            </p:cNvPr>
            <p:cNvSpPr txBox="1"/>
            <p:nvPr/>
          </p:nvSpPr>
          <p:spPr>
            <a:xfrm>
              <a:off x="2979058" y="4459090"/>
              <a:ext cx="312906" cy="369332"/>
            </a:xfrm>
            <a:prstGeom prst="rect">
              <a:avLst/>
            </a:prstGeom>
            <a:noFill/>
          </p:spPr>
          <p:txBody>
            <a:bodyPr wrap="none" rtlCol="0">
              <a:spAutoFit/>
            </a:bodyPr>
            <a:lstStyle/>
            <a:p>
              <a:r>
                <a:rPr lang="en-US" dirty="0">
                  <a:solidFill>
                    <a:schemeClr val="tx1"/>
                  </a:solidFill>
                </a:rPr>
                <a:t>7</a:t>
              </a:r>
              <a:endParaRPr lang="en-GB" dirty="0">
                <a:solidFill>
                  <a:schemeClr val="tx1"/>
                </a:solidFill>
              </a:endParaRPr>
            </a:p>
          </p:txBody>
        </p:sp>
        <p:grpSp>
          <p:nvGrpSpPr>
            <p:cNvPr id="6" name="Group 5">
              <a:extLst>
                <a:ext uri="{FF2B5EF4-FFF2-40B4-BE49-F238E27FC236}">
                  <a16:creationId xmlns:a16="http://schemas.microsoft.com/office/drawing/2014/main" id="{A8126F69-E320-4D5C-9448-CE65BEC54286}"/>
                </a:ext>
              </a:extLst>
            </p:cNvPr>
            <p:cNvGrpSpPr/>
            <p:nvPr/>
          </p:nvGrpSpPr>
          <p:grpSpPr>
            <a:xfrm>
              <a:off x="813750" y="2021277"/>
              <a:ext cx="8411926" cy="4338436"/>
              <a:chOff x="813750" y="2021277"/>
              <a:chExt cx="8411926" cy="4338436"/>
            </a:xfrm>
          </p:grpSpPr>
          <p:sp>
            <p:nvSpPr>
              <p:cNvPr id="18" name="TextBox 17">
                <a:extLst>
                  <a:ext uri="{FF2B5EF4-FFF2-40B4-BE49-F238E27FC236}">
                    <a16:creationId xmlns:a16="http://schemas.microsoft.com/office/drawing/2014/main" id="{FB7B4031-02D7-4ECD-ABD1-616BBFC70200}"/>
                  </a:ext>
                </a:extLst>
              </p:cNvPr>
              <p:cNvSpPr txBox="1"/>
              <p:nvPr/>
            </p:nvSpPr>
            <p:spPr>
              <a:xfrm>
                <a:off x="813750" y="3874335"/>
                <a:ext cx="425527" cy="369332"/>
              </a:xfrm>
              <a:prstGeom prst="rect">
                <a:avLst/>
              </a:prstGeom>
              <a:noFill/>
            </p:spPr>
            <p:txBody>
              <a:bodyPr wrap="square" rtlCol="0">
                <a:spAutoFit/>
              </a:bodyPr>
              <a:lstStyle/>
              <a:p>
                <a:r>
                  <a:rPr lang="en-US" b="1" dirty="0">
                    <a:solidFill>
                      <a:schemeClr val="tx1"/>
                    </a:solidFill>
                  </a:rPr>
                  <a:t>A</a:t>
                </a:r>
                <a:endParaRPr lang="en-GB" b="1" dirty="0">
                  <a:solidFill>
                    <a:schemeClr val="tx1"/>
                  </a:solidFill>
                </a:endParaRPr>
              </a:p>
            </p:txBody>
          </p:sp>
          <p:sp>
            <p:nvSpPr>
              <p:cNvPr id="19" name="TextBox 18">
                <a:extLst>
                  <a:ext uri="{FF2B5EF4-FFF2-40B4-BE49-F238E27FC236}">
                    <a16:creationId xmlns:a16="http://schemas.microsoft.com/office/drawing/2014/main" id="{F24F5BC7-9FF9-4F03-A9F9-7831FC14018F}"/>
                  </a:ext>
                </a:extLst>
              </p:cNvPr>
              <p:cNvSpPr txBox="1"/>
              <p:nvPr/>
            </p:nvSpPr>
            <p:spPr>
              <a:xfrm>
                <a:off x="2677572" y="2021277"/>
                <a:ext cx="351378" cy="369332"/>
              </a:xfrm>
              <a:prstGeom prst="rect">
                <a:avLst/>
              </a:prstGeom>
              <a:noFill/>
            </p:spPr>
            <p:txBody>
              <a:bodyPr wrap="none" rtlCol="0">
                <a:spAutoFit/>
              </a:bodyPr>
              <a:lstStyle/>
              <a:p>
                <a:r>
                  <a:rPr lang="en-US" b="1" dirty="0">
                    <a:solidFill>
                      <a:schemeClr val="tx1"/>
                    </a:solidFill>
                  </a:rPr>
                  <a:t>B</a:t>
                </a:r>
                <a:endParaRPr lang="en-GB" b="1" dirty="0">
                  <a:solidFill>
                    <a:schemeClr val="tx1"/>
                  </a:solidFill>
                </a:endParaRPr>
              </a:p>
            </p:txBody>
          </p:sp>
          <p:sp>
            <p:nvSpPr>
              <p:cNvPr id="20" name="TextBox 19">
                <a:extLst>
                  <a:ext uri="{FF2B5EF4-FFF2-40B4-BE49-F238E27FC236}">
                    <a16:creationId xmlns:a16="http://schemas.microsoft.com/office/drawing/2014/main" id="{1C0F74FA-0136-4EAF-8F52-54F17B510BB5}"/>
                  </a:ext>
                </a:extLst>
              </p:cNvPr>
              <p:cNvSpPr txBox="1"/>
              <p:nvPr/>
            </p:nvSpPr>
            <p:spPr>
              <a:xfrm>
                <a:off x="5044256" y="2072791"/>
                <a:ext cx="351378" cy="369332"/>
              </a:xfrm>
              <a:prstGeom prst="rect">
                <a:avLst/>
              </a:prstGeom>
              <a:noFill/>
            </p:spPr>
            <p:txBody>
              <a:bodyPr wrap="none" rtlCol="0">
                <a:spAutoFit/>
              </a:bodyPr>
              <a:lstStyle/>
              <a:p>
                <a:r>
                  <a:rPr lang="en-US" b="1" dirty="0">
                    <a:solidFill>
                      <a:schemeClr val="tx1"/>
                    </a:solidFill>
                  </a:rPr>
                  <a:t>C</a:t>
                </a:r>
                <a:endParaRPr lang="en-GB" b="1" dirty="0">
                  <a:solidFill>
                    <a:schemeClr val="tx1"/>
                  </a:solidFill>
                </a:endParaRPr>
              </a:p>
            </p:txBody>
          </p:sp>
          <p:sp>
            <p:nvSpPr>
              <p:cNvPr id="21" name="TextBox 20">
                <a:extLst>
                  <a:ext uri="{FF2B5EF4-FFF2-40B4-BE49-F238E27FC236}">
                    <a16:creationId xmlns:a16="http://schemas.microsoft.com/office/drawing/2014/main" id="{64ACFD5F-6282-4C8F-806B-41B2DE2F5935}"/>
                  </a:ext>
                </a:extLst>
              </p:cNvPr>
              <p:cNvSpPr txBox="1"/>
              <p:nvPr/>
            </p:nvSpPr>
            <p:spPr>
              <a:xfrm>
                <a:off x="7489172" y="5805715"/>
                <a:ext cx="325730" cy="369332"/>
              </a:xfrm>
              <a:prstGeom prst="rect">
                <a:avLst/>
              </a:prstGeom>
              <a:noFill/>
            </p:spPr>
            <p:txBody>
              <a:bodyPr wrap="none" rtlCol="0">
                <a:spAutoFit/>
              </a:bodyPr>
              <a:lstStyle/>
              <a:p>
                <a:r>
                  <a:rPr lang="en-US" b="1" dirty="0">
                    <a:solidFill>
                      <a:schemeClr val="tx1"/>
                    </a:solidFill>
                  </a:rPr>
                  <a:t>F</a:t>
                </a:r>
                <a:endParaRPr lang="en-GB" b="1" dirty="0">
                  <a:solidFill>
                    <a:schemeClr val="tx1"/>
                  </a:solidFill>
                </a:endParaRPr>
              </a:p>
            </p:txBody>
          </p:sp>
          <p:sp>
            <p:nvSpPr>
              <p:cNvPr id="22" name="TextBox 21">
                <a:extLst>
                  <a:ext uri="{FF2B5EF4-FFF2-40B4-BE49-F238E27FC236}">
                    <a16:creationId xmlns:a16="http://schemas.microsoft.com/office/drawing/2014/main" id="{2EEE2EDE-C5BE-4FBC-880A-59FC375D544B}"/>
                  </a:ext>
                </a:extLst>
              </p:cNvPr>
              <p:cNvSpPr txBox="1"/>
              <p:nvPr/>
            </p:nvSpPr>
            <p:spPr>
              <a:xfrm>
                <a:off x="8874298" y="3595171"/>
                <a:ext cx="351378" cy="369332"/>
              </a:xfrm>
              <a:prstGeom prst="rect">
                <a:avLst/>
              </a:prstGeom>
              <a:noFill/>
            </p:spPr>
            <p:txBody>
              <a:bodyPr wrap="none" rtlCol="0">
                <a:spAutoFit/>
              </a:bodyPr>
              <a:lstStyle/>
              <a:p>
                <a:r>
                  <a:rPr lang="en-US" b="1" dirty="0">
                    <a:solidFill>
                      <a:schemeClr val="tx1"/>
                    </a:solidFill>
                  </a:rPr>
                  <a:t>E</a:t>
                </a:r>
                <a:endParaRPr lang="en-GB" b="1" dirty="0">
                  <a:solidFill>
                    <a:schemeClr val="tx1"/>
                  </a:solidFill>
                </a:endParaRPr>
              </a:p>
            </p:txBody>
          </p:sp>
          <p:sp>
            <p:nvSpPr>
              <p:cNvPr id="23" name="TextBox 22">
                <a:extLst>
                  <a:ext uri="{FF2B5EF4-FFF2-40B4-BE49-F238E27FC236}">
                    <a16:creationId xmlns:a16="http://schemas.microsoft.com/office/drawing/2014/main" id="{3C009C46-E263-4D43-A80C-FB80A7C7A5A9}"/>
                  </a:ext>
                </a:extLst>
              </p:cNvPr>
              <p:cNvSpPr txBox="1"/>
              <p:nvPr/>
            </p:nvSpPr>
            <p:spPr>
              <a:xfrm>
                <a:off x="5345906" y="5805715"/>
                <a:ext cx="364202" cy="369332"/>
              </a:xfrm>
              <a:prstGeom prst="rect">
                <a:avLst/>
              </a:prstGeom>
              <a:noFill/>
            </p:spPr>
            <p:txBody>
              <a:bodyPr wrap="none" rtlCol="0">
                <a:spAutoFit/>
              </a:bodyPr>
              <a:lstStyle/>
              <a:p>
                <a:r>
                  <a:rPr lang="en-US" b="1" dirty="0">
                    <a:solidFill>
                      <a:schemeClr val="tx1"/>
                    </a:solidFill>
                  </a:rPr>
                  <a:t>G</a:t>
                </a:r>
                <a:endParaRPr lang="en-GB" b="1" dirty="0">
                  <a:solidFill>
                    <a:schemeClr val="tx1"/>
                  </a:solidFill>
                </a:endParaRPr>
              </a:p>
            </p:txBody>
          </p:sp>
          <p:sp>
            <p:nvSpPr>
              <p:cNvPr id="24" name="TextBox 23">
                <a:extLst>
                  <a:ext uri="{FF2B5EF4-FFF2-40B4-BE49-F238E27FC236}">
                    <a16:creationId xmlns:a16="http://schemas.microsoft.com/office/drawing/2014/main" id="{84BC35D1-779F-4395-97A8-AAF0A519B1AD}"/>
                  </a:ext>
                </a:extLst>
              </p:cNvPr>
              <p:cNvSpPr txBox="1"/>
              <p:nvPr/>
            </p:nvSpPr>
            <p:spPr>
              <a:xfrm>
                <a:off x="2011834" y="5990381"/>
                <a:ext cx="351378" cy="369332"/>
              </a:xfrm>
              <a:prstGeom prst="rect">
                <a:avLst/>
              </a:prstGeom>
              <a:noFill/>
            </p:spPr>
            <p:txBody>
              <a:bodyPr wrap="none" rtlCol="0">
                <a:spAutoFit/>
              </a:bodyPr>
              <a:lstStyle/>
              <a:p>
                <a:r>
                  <a:rPr lang="en-US" b="1" dirty="0">
                    <a:solidFill>
                      <a:schemeClr val="tx1"/>
                    </a:solidFill>
                  </a:rPr>
                  <a:t>H</a:t>
                </a:r>
                <a:endParaRPr lang="en-GB" b="1" dirty="0">
                  <a:solidFill>
                    <a:schemeClr val="tx1"/>
                  </a:solidFill>
                </a:endParaRPr>
              </a:p>
            </p:txBody>
          </p:sp>
          <p:sp>
            <p:nvSpPr>
              <p:cNvPr id="25" name="Rectangle 24">
                <a:extLst>
                  <a:ext uri="{FF2B5EF4-FFF2-40B4-BE49-F238E27FC236}">
                    <a16:creationId xmlns:a16="http://schemas.microsoft.com/office/drawing/2014/main" id="{E7D1DB98-D7CA-40F7-98AE-4B4A6F9C7A81}"/>
                  </a:ext>
                </a:extLst>
              </p:cNvPr>
              <p:cNvSpPr/>
              <p:nvPr/>
            </p:nvSpPr>
            <p:spPr>
              <a:xfrm>
                <a:off x="6748655" y="2072791"/>
                <a:ext cx="351378" cy="369332"/>
              </a:xfrm>
              <a:prstGeom prst="rect">
                <a:avLst/>
              </a:prstGeom>
            </p:spPr>
            <p:txBody>
              <a:bodyPr wrap="none">
                <a:spAutoFit/>
              </a:bodyPr>
              <a:lstStyle/>
              <a:p>
                <a:r>
                  <a:rPr lang="en-US" b="1" dirty="0">
                    <a:solidFill>
                      <a:schemeClr val="tx1"/>
                    </a:solidFill>
                  </a:rPr>
                  <a:t>D</a:t>
                </a:r>
                <a:endParaRPr lang="en-GB" b="1" dirty="0">
                  <a:solidFill>
                    <a:schemeClr val="tx1"/>
                  </a:solidFill>
                </a:endParaRPr>
              </a:p>
            </p:txBody>
          </p:sp>
          <p:sp>
            <p:nvSpPr>
              <p:cNvPr id="26" name="TextBox 25">
                <a:extLst>
                  <a:ext uri="{FF2B5EF4-FFF2-40B4-BE49-F238E27FC236}">
                    <a16:creationId xmlns:a16="http://schemas.microsoft.com/office/drawing/2014/main" id="{4DFF4F3F-1868-48EF-910E-64FF0258019B}"/>
                  </a:ext>
                </a:extLst>
              </p:cNvPr>
              <p:cNvSpPr txBox="1"/>
              <p:nvPr/>
            </p:nvSpPr>
            <p:spPr>
              <a:xfrm>
                <a:off x="3442449" y="3907063"/>
                <a:ext cx="248786" cy="369332"/>
              </a:xfrm>
              <a:prstGeom prst="rect">
                <a:avLst/>
              </a:prstGeom>
              <a:noFill/>
            </p:spPr>
            <p:txBody>
              <a:bodyPr wrap="none" rtlCol="0">
                <a:spAutoFit/>
              </a:bodyPr>
              <a:lstStyle/>
              <a:p>
                <a:r>
                  <a:rPr lang="en-US" b="1" dirty="0">
                    <a:solidFill>
                      <a:schemeClr val="tx1"/>
                    </a:solidFill>
                  </a:rPr>
                  <a:t>I</a:t>
                </a:r>
                <a:endParaRPr lang="en-GB" b="1" dirty="0">
                  <a:solidFill>
                    <a:schemeClr val="tx1"/>
                  </a:solidFill>
                </a:endParaRPr>
              </a:p>
            </p:txBody>
          </p:sp>
          <p:cxnSp>
            <p:nvCxnSpPr>
              <p:cNvPr id="27" name="Straight Connector 26">
                <a:extLst>
                  <a:ext uri="{FF2B5EF4-FFF2-40B4-BE49-F238E27FC236}">
                    <a16:creationId xmlns:a16="http://schemas.microsoft.com/office/drawing/2014/main" id="{3A07372C-D232-4B29-8E41-24A5D25E64D7}"/>
                  </a:ext>
                </a:extLst>
              </p:cNvPr>
              <p:cNvCxnSpPr/>
              <p:nvPr/>
            </p:nvCxnSpPr>
            <p:spPr>
              <a:xfrm flipV="1">
                <a:off x="1026514" y="2257457"/>
                <a:ext cx="1655096" cy="17343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6FF4EFFA-01A3-454E-8E32-BDD991085C3F}"/>
                  </a:ext>
                </a:extLst>
              </p:cNvPr>
              <p:cNvCxnSpPr>
                <a:cxnSpLocks/>
                <a:stCxn id="18" idx="2"/>
                <a:endCxn id="24" idx="0"/>
              </p:cNvCxnSpPr>
              <p:nvPr/>
            </p:nvCxnSpPr>
            <p:spPr>
              <a:xfrm>
                <a:off x="1026514" y="4243667"/>
                <a:ext cx="1161009" cy="1746714"/>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52ECA9CD-0B4D-4199-8591-D1A57993C999}"/>
                  </a:ext>
                </a:extLst>
              </p:cNvPr>
              <p:cNvCxnSpPr>
                <a:stCxn id="19" idx="3"/>
                <a:endCxn id="20" idx="1"/>
              </p:cNvCxnSpPr>
              <p:nvPr/>
            </p:nvCxnSpPr>
            <p:spPr>
              <a:xfrm>
                <a:off x="3028950" y="2205943"/>
                <a:ext cx="2015306" cy="51514"/>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2288AB88-E204-4280-8762-637B7E978DD3}"/>
                  </a:ext>
                </a:extLst>
              </p:cNvPr>
              <p:cNvCxnSpPr>
                <a:cxnSpLocks/>
                <a:stCxn id="19" idx="2"/>
              </p:cNvCxnSpPr>
              <p:nvPr/>
            </p:nvCxnSpPr>
            <p:spPr>
              <a:xfrm flipH="1">
                <a:off x="2313022" y="2390609"/>
                <a:ext cx="540239" cy="3637684"/>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C4B6E565-9208-4991-801D-8125F4F53953}"/>
                  </a:ext>
                </a:extLst>
              </p:cNvPr>
              <p:cNvCxnSpPr>
                <a:cxnSpLocks/>
              </p:cNvCxnSpPr>
              <p:nvPr/>
            </p:nvCxnSpPr>
            <p:spPr>
              <a:xfrm flipH="1">
                <a:off x="2363212" y="4325938"/>
                <a:ext cx="1203630" cy="1664443"/>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F2A1291-87FA-4D4F-9595-D2EB956A84F7}"/>
                  </a:ext>
                </a:extLst>
              </p:cNvPr>
              <p:cNvCxnSpPr>
                <a:stCxn id="20" idx="1"/>
                <a:endCxn id="26" idx="3"/>
              </p:cNvCxnSpPr>
              <p:nvPr/>
            </p:nvCxnSpPr>
            <p:spPr>
              <a:xfrm flipH="1">
                <a:off x="3691235" y="2257457"/>
                <a:ext cx="1353021" cy="1834272"/>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6F1F93AD-BEDA-46D9-B1E7-BE0588E70CF2}"/>
                  </a:ext>
                </a:extLst>
              </p:cNvPr>
              <p:cNvCxnSpPr>
                <a:endCxn id="23" idx="1"/>
              </p:cNvCxnSpPr>
              <p:nvPr/>
            </p:nvCxnSpPr>
            <p:spPr>
              <a:xfrm>
                <a:off x="2363212" y="5990381"/>
                <a:ext cx="298269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4D5AB04B-1F61-417F-AE07-C1209517A7E4}"/>
                  </a:ext>
                </a:extLst>
              </p:cNvPr>
              <p:cNvCxnSpPr>
                <a:stCxn id="20" idx="3"/>
                <a:endCxn id="25" idx="1"/>
              </p:cNvCxnSpPr>
              <p:nvPr/>
            </p:nvCxnSpPr>
            <p:spPr>
              <a:xfrm>
                <a:off x="5395634" y="2257457"/>
                <a:ext cx="135302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F5977D49-08EE-45B5-928C-BCF098316F52}"/>
                  </a:ext>
                </a:extLst>
              </p:cNvPr>
              <p:cNvCxnSpPr>
                <a:stCxn id="25" idx="3"/>
                <a:endCxn id="22" idx="1"/>
              </p:cNvCxnSpPr>
              <p:nvPr/>
            </p:nvCxnSpPr>
            <p:spPr>
              <a:xfrm>
                <a:off x="7100033" y="2257457"/>
                <a:ext cx="1774265" cy="1522380"/>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B8271FD2-96BE-4873-B4EB-A55DB8D3C7BB}"/>
                  </a:ext>
                </a:extLst>
              </p:cNvPr>
              <p:cNvCxnSpPr>
                <a:stCxn id="22" idx="2"/>
                <a:endCxn id="21" idx="3"/>
              </p:cNvCxnSpPr>
              <p:nvPr/>
            </p:nvCxnSpPr>
            <p:spPr>
              <a:xfrm flipH="1">
                <a:off x="7814902" y="3964503"/>
                <a:ext cx="1235085" cy="2025878"/>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E9EFF27-6770-4088-88E1-56C4B9857200}"/>
                  </a:ext>
                </a:extLst>
              </p:cNvPr>
              <p:cNvCxnSpPr>
                <a:stCxn id="23" idx="3"/>
              </p:cNvCxnSpPr>
              <p:nvPr/>
            </p:nvCxnSpPr>
            <p:spPr>
              <a:xfrm>
                <a:off x="5710108" y="5990381"/>
                <a:ext cx="165951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622E4374-3011-4EB0-AE28-80C033ED84ED}"/>
                  </a:ext>
                </a:extLst>
              </p:cNvPr>
              <p:cNvCxnSpPr/>
              <p:nvPr/>
            </p:nvCxnSpPr>
            <p:spPr>
              <a:xfrm>
                <a:off x="3854559" y="4243667"/>
                <a:ext cx="1491347" cy="1562048"/>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894BF2DB-AFA1-4778-8FD7-F6AA4740764E}"/>
                  </a:ext>
                </a:extLst>
              </p:cNvPr>
              <p:cNvCxnSpPr>
                <a:stCxn id="25" idx="2"/>
                <a:endCxn id="21" idx="0"/>
              </p:cNvCxnSpPr>
              <p:nvPr/>
            </p:nvCxnSpPr>
            <p:spPr>
              <a:xfrm>
                <a:off x="6924344" y="2442123"/>
                <a:ext cx="727693" cy="3363592"/>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6274A7AC-2651-471F-AC90-EE47C98E85A8}"/>
                  </a:ext>
                </a:extLst>
              </p:cNvPr>
              <p:cNvCxnSpPr>
                <a:stCxn id="20" idx="2"/>
              </p:cNvCxnSpPr>
              <p:nvPr/>
            </p:nvCxnSpPr>
            <p:spPr>
              <a:xfrm>
                <a:off x="5219945" y="2442123"/>
                <a:ext cx="2280483" cy="3363592"/>
              </a:xfrm>
              <a:prstGeom prst="line">
                <a:avLst/>
              </a:prstGeom>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E8CFF012-3BB2-4473-A0E1-AAF4FB4DC81A}"/>
                  </a:ext>
                </a:extLst>
              </p:cNvPr>
              <p:cNvSpPr txBox="1"/>
              <p:nvPr/>
            </p:nvSpPr>
            <p:spPr>
              <a:xfrm>
                <a:off x="1239277" y="2627709"/>
                <a:ext cx="312906" cy="369332"/>
              </a:xfrm>
              <a:prstGeom prst="rect">
                <a:avLst/>
              </a:prstGeom>
              <a:noFill/>
            </p:spPr>
            <p:txBody>
              <a:bodyPr wrap="none" rtlCol="0">
                <a:spAutoFit/>
              </a:bodyPr>
              <a:lstStyle/>
              <a:p>
                <a:r>
                  <a:rPr lang="en-US" dirty="0">
                    <a:solidFill>
                      <a:schemeClr val="tx1"/>
                    </a:solidFill>
                  </a:rPr>
                  <a:t>4</a:t>
                </a:r>
                <a:endParaRPr lang="en-GB" dirty="0">
                  <a:solidFill>
                    <a:schemeClr val="tx1"/>
                  </a:solidFill>
                </a:endParaRPr>
              </a:p>
            </p:txBody>
          </p:sp>
          <p:sp>
            <p:nvSpPr>
              <p:cNvPr id="42" name="TextBox 41">
                <a:extLst>
                  <a:ext uri="{FF2B5EF4-FFF2-40B4-BE49-F238E27FC236}">
                    <a16:creationId xmlns:a16="http://schemas.microsoft.com/office/drawing/2014/main" id="{19AC917B-60A0-40B9-A250-D867D58D9EAF}"/>
                  </a:ext>
                </a:extLst>
              </p:cNvPr>
              <p:cNvSpPr txBox="1"/>
              <p:nvPr/>
            </p:nvSpPr>
            <p:spPr>
              <a:xfrm>
                <a:off x="1580405" y="4747692"/>
                <a:ext cx="312906" cy="369332"/>
              </a:xfrm>
              <a:prstGeom prst="rect">
                <a:avLst/>
              </a:prstGeom>
              <a:noFill/>
            </p:spPr>
            <p:txBody>
              <a:bodyPr wrap="none" rtlCol="0">
                <a:spAutoFit/>
              </a:bodyPr>
              <a:lstStyle/>
              <a:p>
                <a:r>
                  <a:rPr lang="en-US" dirty="0">
                    <a:solidFill>
                      <a:schemeClr val="tx1"/>
                    </a:solidFill>
                  </a:rPr>
                  <a:t>8</a:t>
                </a:r>
                <a:endParaRPr lang="en-GB" dirty="0">
                  <a:solidFill>
                    <a:schemeClr val="tx1"/>
                  </a:solidFill>
                </a:endParaRPr>
              </a:p>
            </p:txBody>
          </p:sp>
        </p:grpSp>
        <p:sp>
          <p:nvSpPr>
            <p:cNvPr id="7" name="TextBox 6">
              <a:extLst>
                <a:ext uri="{FF2B5EF4-FFF2-40B4-BE49-F238E27FC236}">
                  <a16:creationId xmlns:a16="http://schemas.microsoft.com/office/drawing/2014/main" id="{3399AF15-9141-441E-85E9-87573EF60F7C}"/>
                </a:ext>
              </a:extLst>
            </p:cNvPr>
            <p:cNvSpPr txBox="1"/>
            <p:nvPr/>
          </p:nvSpPr>
          <p:spPr>
            <a:xfrm>
              <a:off x="3442449" y="6069193"/>
              <a:ext cx="312906" cy="369332"/>
            </a:xfrm>
            <a:prstGeom prst="rect">
              <a:avLst/>
            </a:prstGeom>
            <a:noFill/>
          </p:spPr>
          <p:txBody>
            <a:bodyPr wrap="none" rtlCol="0">
              <a:spAutoFit/>
            </a:bodyPr>
            <a:lstStyle/>
            <a:p>
              <a:r>
                <a:rPr lang="en-US" dirty="0">
                  <a:solidFill>
                    <a:schemeClr val="tx1"/>
                  </a:solidFill>
                </a:rPr>
                <a:t>1</a:t>
              </a:r>
              <a:endParaRPr lang="en-GB" dirty="0">
                <a:solidFill>
                  <a:schemeClr val="tx1"/>
                </a:solidFill>
              </a:endParaRPr>
            </a:p>
          </p:txBody>
        </p:sp>
        <p:sp>
          <p:nvSpPr>
            <p:cNvPr id="8" name="TextBox 7">
              <a:extLst>
                <a:ext uri="{FF2B5EF4-FFF2-40B4-BE49-F238E27FC236}">
                  <a16:creationId xmlns:a16="http://schemas.microsoft.com/office/drawing/2014/main" id="{EEB6F8CF-5EE3-46CB-8243-A67D85F9B41B}"/>
                </a:ext>
              </a:extLst>
            </p:cNvPr>
            <p:cNvSpPr txBox="1"/>
            <p:nvPr/>
          </p:nvSpPr>
          <p:spPr>
            <a:xfrm>
              <a:off x="3840679" y="1862368"/>
              <a:ext cx="312906" cy="369332"/>
            </a:xfrm>
            <a:prstGeom prst="rect">
              <a:avLst/>
            </a:prstGeom>
            <a:noFill/>
          </p:spPr>
          <p:txBody>
            <a:bodyPr wrap="none" rtlCol="0">
              <a:spAutoFit/>
            </a:bodyPr>
            <a:lstStyle/>
            <a:p>
              <a:r>
                <a:rPr lang="en-US" dirty="0">
                  <a:solidFill>
                    <a:schemeClr val="tx1"/>
                  </a:solidFill>
                </a:rPr>
                <a:t>8</a:t>
              </a:r>
              <a:endParaRPr lang="en-GB" dirty="0">
                <a:solidFill>
                  <a:schemeClr val="tx1"/>
                </a:solidFill>
              </a:endParaRPr>
            </a:p>
          </p:txBody>
        </p:sp>
        <p:sp>
          <p:nvSpPr>
            <p:cNvPr id="9" name="TextBox 8">
              <a:extLst>
                <a:ext uri="{FF2B5EF4-FFF2-40B4-BE49-F238E27FC236}">
                  <a16:creationId xmlns:a16="http://schemas.microsoft.com/office/drawing/2014/main" id="{4E174A5D-CA16-4438-95E5-F26496FF4B46}"/>
                </a:ext>
              </a:extLst>
            </p:cNvPr>
            <p:cNvSpPr txBox="1"/>
            <p:nvPr/>
          </p:nvSpPr>
          <p:spPr>
            <a:xfrm>
              <a:off x="2140464" y="3698625"/>
              <a:ext cx="424027" cy="369332"/>
            </a:xfrm>
            <a:prstGeom prst="rect">
              <a:avLst/>
            </a:prstGeom>
            <a:noFill/>
          </p:spPr>
          <p:txBody>
            <a:bodyPr wrap="none" rtlCol="0">
              <a:spAutoFit/>
            </a:bodyPr>
            <a:lstStyle/>
            <a:p>
              <a:r>
                <a:rPr lang="en-US" dirty="0">
                  <a:solidFill>
                    <a:schemeClr val="tx1"/>
                  </a:solidFill>
                </a:rPr>
                <a:t>11</a:t>
              </a:r>
              <a:endParaRPr lang="en-GB" dirty="0">
                <a:solidFill>
                  <a:schemeClr val="tx1"/>
                </a:solidFill>
              </a:endParaRPr>
            </a:p>
          </p:txBody>
        </p:sp>
        <p:sp>
          <p:nvSpPr>
            <p:cNvPr id="10" name="TextBox 9">
              <a:extLst>
                <a:ext uri="{FF2B5EF4-FFF2-40B4-BE49-F238E27FC236}">
                  <a16:creationId xmlns:a16="http://schemas.microsoft.com/office/drawing/2014/main" id="{4A35CA69-43CC-43B6-91AC-7DBA2CB64DA5}"/>
                </a:ext>
              </a:extLst>
            </p:cNvPr>
            <p:cNvSpPr txBox="1"/>
            <p:nvPr/>
          </p:nvSpPr>
          <p:spPr>
            <a:xfrm>
              <a:off x="5996882" y="1765354"/>
              <a:ext cx="312906" cy="369332"/>
            </a:xfrm>
            <a:prstGeom prst="rect">
              <a:avLst/>
            </a:prstGeom>
            <a:noFill/>
          </p:spPr>
          <p:txBody>
            <a:bodyPr wrap="none" rtlCol="0">
              <a:spAutoFit/>
            </a:bodyPr>
            <a:lstStyle/>
            <a:p>
              <a:r>
                <a:rPr lang="en-US" dirty="0">
                  <a:solidFill>
                    <a:schemeClr val="tx1"/>
                  </a:solidFill>
                </a:rPr>
                <a:t>7</a:t>
              </a:r>
              <a:endParaRPr lang="en-GB" dirty="0">
                <a:solidFill>
                  <a:schemeClr val="tx1"/>
                </a:solidFill>
              </a:endParaRPr>
            </a:p>
          </p:txBody>
        </p:sp>
        <p:sp>
          <p:nvSpPr>
            <p:cNvPr id="11" name="TextBox 10">
              <a:extLst>
                <a:ext uri="{FF2B5EF4-FFF2-40B4-BE49-F238E27FC236}">
                  <a16:creationId xmlns:a16="http://schemas.microsoft.com/office/drawing/2014/main" id="{26EE2187-44B7-4471-A274-62AFEE8E0488}"/>
                </a:ext>
              </a:extLst>
            </p:cNvPr>
            <p:cNvSpPr txBox="1"/>
            <p:nvPr/>
          </p:nvSpPr>
          <p:spPr>
            <a:xfrm>
              <a:off x="8533379" y="4828422"/>
              <a:ext cx="441146" cy="369332"/>
            </a:xfrm>
            <a:prstGeom prst="rect">
              <a:avLst/>
            </a:prstGeom>
            <a:noFill/>
          </p:spPr>
          <p:txBody>
            <a:bodyPr wrap="none" rtlCol="0">
              <a:spAutoFit/>
            </a:bodyPr>
            <a:lstStyle/>
            <a:p>
              <a:r>
                <a:rPr lang="en-US" dirty="0">
                  <a:solidFill>
                    <a:schemeClr val="tx1"/>
                  </a:solidFill>
                </a:rPr>
                <a:t>10</a:t>
              </a:r>
              <a:endParaRPr lang="en-GB" dirty="0">
                <a:solidFill>
                  <a:schemeClr val="tx1"/>
                </a:solidFill>
              </a:endParaRPr>
            </a:p>
          </p:txBody>
        </p:sp>
        <p:sp>
          <p:nvSpPr>
            <p:cNvPr id="12" name="TextBox 11">
              <a:extLst>
                <a:ext uri="{FF2B5EF4-FFF2-40B4-BE49-F238E27FC236}">
                  <a16:creationId xmlns:a16="http://schemas.microsoft.com/office/drawing/2014/main" id="{BD3E4268-0C56-427C-8F6A-DCD0482A9005}"/>
                </a:ext>
              </a:extLst>
            </p:cNvPr>
            <p:cNvSpPr txBox="1"/>
            <p:nvPr/>
          </p:nvSpPr>
          <p:spPr>
            <a:xfrm>
              <a:off x="4530013" y="4579390"/>
              <a:ext cx="312906" cy="369332"/>
            </a:xfrm>
            <a:prstGeom prst="rect">
              <a:avLst/>
            </a:prstGeom>
            <a:noFill/>
          </p:spPr>
          <p:txBody>
            <a:bodyPr wrap="none" rtlCol="0">
              <a:spAutoFit/>
            </a:bodyPr>
            <a:lstStyle/>
            <a:p>
              <a:r>
                <a:rPr lang="en-US" dirty="0">
                  <a:solidFill>
                    <a:schemeClr val="tx1"/>
                  </a:solidFill>
                </a:rPr>
                <a:t>6</a:t>
              </a:r>
              <a:endParaRPr lang="en-GB" dirty="0">
                <a:solidFill>
                  <a:schemeClr val="tx1"/>
                </a:solidFill>
              </a:endParaRPr>
            </a:p>
          </p:txBody>
        </p:sp>
        <p:sp>
          <p:nvSpPr>
            <p:cNvPr id="13" name="TextBox 12">
              <a:extLst>
                <a:ext uri="{FF2B5EF4-FFF2-40B4-BE49-F238E27FC236}">
                  <a16:creationId xmlns:a16="http://schemas.microsoft.com/office/drawing/2014/main" id="{E9ED6597-CB0D-4EF0-ABE7-0AC5FF5177E7}"/>
                </a:ext>
              </a:extLst>
            </p:cNvPr>
            <p:cNvSpPr txBox="1"/>
            <p:nvPr/>
          </p:nvSpPr>
          <p:spPr>
            <a:xfrm>
              <a:off x="6290552" y="5621048"/>
              <a:ext cx="312906" cy="369332"/>
            </a:xfrm>
            <a:prstGeom prst="rect">
              <a:avLst/>
            </a:prstGeom>
            <a:noFill/>
          </p:spPr>
          <p:txBody>
            <a:bodyPr wrap="none" rtlCol="0">
              <a:spAutoFit/>
            </a:bodyPr>
            <a:lstStyle/>
            <a:p>
              <a:r>
                <a:rPr lang="en-US" dirty="0">
                  <a:solidFill>
                    <a:schemeClr val="tx1"/>
                  </a:solidFill>
                </a:rPr>
                <a:t>2</a:t>
              </a:r>
              <a:endParaRPr lang="en-GB" dirty="0">
                <a:solidFill>
                  <a:schemeClr val="tx1"/>
                </a:solidFill>
              </a:endParaRPr>
            </a:p>
          </p:txBody>
        </p:sp>
        <p:sp>
          <p:nvSpPr>
            <p:cNvPr id="14" name="TextBox 13">
              <a:extLst>
                <a:ext uri="{FF2B5EF4-FFF2-40B4-BE49-F238E27FC236}">
                  <a16:creationId xmlns:a16="http://schemas.microsoft.com/office/drawing/2014/main" id="{4DFF1058-511A-4794-8DCC-4CD0DEB7794F}"/>
                </a:ext>
              </a:extLst>
            </p:cNvPr>
            <p:cNvSpPr txBox="1"/>
            <p:nvPr/>
          </p:nvSpPr>
          <p:spPr>
            <a:xfrm>
              <a:off x="5695856" y="3601495"/>
              <a:ext cx="312906" cy="369332"/>
            </a:xfrm>
            <a:prstGeom prst="rect">
              <a:avLst/>
            </a:prstGeom>
            <a:noFill/>
          </p:spPr>
          <p:txBody>
            <a:bodyPr wrap="none" rtlCol="0">
              <a:spAutoFit/>
            </a:bodyPr>
            <a:lstStyle/>
            <a:p>
              <a:r>
                <a:rPr lang="en-US" dirty="0">
                  <a:solidFill>
                    <a:schemeClr val="tx1"/>
                  </a:solidFill>
                </a:rPr>
                <a:t>4</a:t>
              </a:r>
              <a:endParaRPr lang="en-GB" dirty="0">
                <a:solidFill>
                  <a:schemeClr val="tx1"/>
                </a:solidFill>
              </a:endParaRPr>
            </a:p>
          </p:txBody>
        </p:sp>
        <p:sp>
          <p:nvSpPr>
            <p:cNvPr id="15" name="TextBox 14">
              <a:extLst>
                <a:ext uri="{FF2B5EF4-FFF2-40B4-BE49-F238E27FC236}">
                  <a16:creationId xmlns:a16="http://schemas.microsoft.com/office/drawing/2014/main" id="{074DAA85-8BFD-46AA-BDD9-AE62D8A68C59}"/>
                </a:ext>
              </a:extLst>
            </p:cNvPr>
            <p:cNvSpPr txBox="1"/>
            <p:nvPr/>
          </p:nvSpPr>
          <p:spPr>
            <a:xfrm>
              <a:off x="4034631" y="2939941"/>
              <a:ext cx="312906" cy="369332"/>
            </a:xfrm>
            <a:prstGeom prst="rect">
              <a:avLst/>
            </a:prstGeom>
            <a:noFill/>
          </p:spPr>
          <p:txBody>
            <a:bodyPr wrap="none" rtlCol="0">
              <a:spAutoFit/>
            </a:bodyPr>
            <a:lstStyle/>
            <a:p>
              <a:r>
                <a:rPr lang="en-US" dirty="0">
                  <a:solidFill>
                    <a:schemeClr val="tx1"/>
                  </a:solidFill>
                </a:rPr>
                <a:t>2</a:t>
              </a:r>
              <a:endParaRPr lang="en-GB" dirty="0">
                <a:solidFill>
                  <a:schemeClr val="tx1"/>
                </a:solidFill>
              </a:endParaRPr>
            </a:p>
          </p:txBody>
        </p:sp>
        <p:sp>
          <p:nvSpPr>
            <p:cNvPr id="16" name="TextBox 15">
              <a:extLst>
                <a:ext uri="{FF2B5EF4-FFF2-40B4-BE49-F238E27FC236}">
                  <a16:creationId xmlns:a16="http://schemas.microsoft.com/office/drawing/2014/main" id="{F2C20853-C26A-4701-B1CA-6F27AEA6025F}"/>
                </a:ext>
              </a:extLst>
            </p:cNvPr>
            <p:cNvSpPr txBox="1"/>
            <p:nvPr/>
          </p:nvSpPr>
          <p:spPr>
            <a:xfrm>
              <a:off x="7934451" y="2545244"/>
              <a:ext cx="312906" cy="369332"/>
            </a:xfrm>
            <a:prstGeom prst="rect">
              <a:avLst/>
            </a:prstGeom>
            <a:noFill/>
          </p:spPr>
          <p:txBody>
            <a:bodyPr wrap="none" rtlCol="0">
              <a:spAutoFit/>
            </a:bodyPr>
            <a:lstStyle/>
            <a:p>
              <a:r>
                <a:rPr lang="en-US" dirty="0">
                  <a:solidFill>
                    <a:schemeClr val="tx1"/>
                  </a:solidFill>
                </a:rPr>
                <a:t>9</a:t>
              </a:r>
              <a:endParaRPr lang="en-GB" dirty="0">
                <a:solidFill>
                  <a:schemeClr val="tx1"/>
                </a:solidFill>
              </a:endParaRPr>
            </a:p>
          </p:txBody>
        </p:sp>
        <p:sp>
          <p:nvSpPr>
            <p:cNvPr id="17" name="TextBox 16">
              <a:extLst>
                <a:ext uri="{FF2B5EF4-FFF2-40B4-BE49-F238E27FC236}">
                  <a16:creationId xmlns:a16="http://schemas.microsoft.com/office/drawing/2014/main" id="{A26059A7-8643-4EAB-BB92-AA4AE6795465}"/>
                </a:ext>
              </a:extLst>
            </p:cNvPr>
            <p:cNvSpPr txBox="1"/>
            <p:nvPr/>
          </p:nvSpPr>
          <p:spPr>
            <a:xfrm>
              <a:off x="6892469" y="3656047"/>
              <a:ext cx="441146" cy="369332"/>
            </a:xfrm>
            <a:prstGeom prst="rect">
              <a:avLst/>
            </a:prstGeom>
            <a:noFill/>
          </p:spPr>
          <p:txBody>
            <a:bodyPr wrap="none" rtlCol="0">
              <a:spAutoFit/>
            </a:bodyPr>
            <a:lstStyle/>
            <a:p>
              <a:r>
                <a:rPr lang="en-US" dirty="0">
                  <a:solidFill>
                    <a:schemeClr val="tx1"/>
                  </a:solidFill>
                </a:rPr>
                <a:t>14</a:t>
              </a:r>
              <a:endParaRPr lang="en-GB" dirty="0">
                <a:solidFill>
                  <a:schemeClr val="tx1"/>
                </a:solidFill>
              </a:endParaRPr>
            </a:p>
          </p:txBody>
        </p:sp>
      </p:grpSp>
    </p:spTree>
    <p:extLst>
      <p:ext uri="{BB962C8B-B14F-4D97-AF65-F5344CB8AC3E}">
        <p14:creationId xmlns:p14="http://schemas.microsoft.com/office/powerpoint/2010/main" val="24409645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06612-5499-4F7C-9827-BCD3F405231B}"/>
              </a:ext>
            </a:extLst>
          </p:cNvPr>
          <p:cNvSpPr>
            <a:spLocks noGrp="1"/>
          </p:cNvSpPr>
          <p:nvPr>
            <p:ph type="title"/>
          </p:nvPr>
        </p:nvSpPr>
        <p:spPr/>
        <p:txBody>
          <a:bodyPr/>
          <a:lstStyle/>
          <a:p>
            <a:r>
              <a:rPr lang="en-US" dirty="0"/>
              <a:t>Solution using Kruskal’s method</a:t>
            </a:r>
            <a:endParaRPr lang="en-GB" dirty="0"/>
          </a:p>
        </p:txBody>
      </p:sp>
      <p:sp>
        <p:nvSpPr>
          <p:cNvPr id="3" name="Date Placeholder 2">
            <a:extLst>
              <a:ext uri="{FF2B5EF4-FFF2-40B4-BE49-F238E27FC236}">
                <a16:creationId xmlns:a16="http://schemas.microsoft.com/office/drawing/2014/main" id="{7159A904-792F-4B7E-8C49-09294CE4F1DF}"/>
              </a:ext>
            </a:extLst>
          </p:cNvPr>
          <p:cNvSpPr>
            <a:spLocks noGrp="1"/>
          </p:cNvSpPr>
          <p:nvPr>
            <p:ph type="dt" sz="half" idx="10"/>
          </p:nvPr>
        </p:nvSpPr>
        <p:spPr/>
        <p:txBody>
          <a:bodyPr/>
          <a:lstStyle/>
          <a:p>
            <a:fld id="{99967B26-9529-42D6-AB32-22DD92B6DABE}" type="datetime1">
              <a:rPr lang="en-GB" altLang="en-US" smtClean="0"/>
              <a:t>22/01/2025</a:t>
            </a:fld>
            <a:endParaRPr lang="en-US" altLang="en-US"/>
          </a:p>
        </p:txBody>
      </p:sp>
      <p:grpSp>
        <p:nvGrpSpPr>
          <p:cNvPr id="4" name="Group 3">
            <a:extLst>
              <a:ext uri="{FF2B5EF4-FFF2-40B4-BE49-F238E27FC236}">
                <a16:creationId xmlns:a16="http://schemas.microsoft.com/office/drawing/2014/main" id="{1A658EFE-EC36-4337-A093-166701594DAA}"/>
              </a:ext>
            </a:extLst>
          </p:cNvPr>
          <p:cNvGrpSpPr/>
          <p:nvPr/>
        </p:nvGrpSpPr>
        <p:grpSpPr>
          <a:xfrm>
            <a:off x="1781969" y="2195022"/>
            <a:ext cx="3851696" cy="3241000"/>
            <a:chOff x="813750" y="1765354"/>
            <a:chExt cx="8411926" cy="4673171"/>
          </a:xfrm>
        </p:grpSpPr>
        <p:sp>
          <p:nvSpPr>
            <p:cNvPr id="5" name="TextBox 4">
              <a:extLst>
                <a:ext uri="{FF2B5EF4-FFF2-40B4-BE49-F238E27FC236}">
                  <a16:creationId xmlns:a16="http://schemas.microsoft.com/office/drawing/2014/main" id="{79A03E0C-5A9B-4952-9FB3-823E38E820CB}"/>
                </a:ext>
              </a:extLst>
            </p:cNvPr>
            <p:cNvSpPr txBox="1"/>
            <p:nvPr/>
          </p:nvSpPr>
          <p:spPr>
            <a:xfrm>
              <a:off x="2979058" y="4459090"/>
              <a:ext cx="312906" cy="369332"/>
            </a:xfrm>
            <a:prstGeom prst="rect">
              <a:avLst/>
            </a:prstGeom>
            <a:noFill/>
          </p:spPr>
          <p:txBody>
            <a:bodyPr wrap="none" rtlCol="0">
              <a:spAutoFit/>
            </a:bodyPr>
            <a:lstStyle/>
            <a:p>
              <a:r>
                <a:rPr lang="en-US" dirty="0">
                  <a:solidFill>
                    <a:schemeClr val="tx1"/>
                  </a:solidFill>
                </a:rPr>
                <a:t>7</a:t>
              </a:r>
              <a:endParaRPr lang="en-GB" dirty="0">
                <a:solidFill>
                  <a:schemeClr val="tx1"/>
                </a:solidFill>
              </a:endParaRPr>
            </a:p>
          </p:txBody>
        </p:sp>
        <p:grpSp>
          <p:nvGrpSpPr>
            <p:cNvPr id="6" name="Group 5">
              <a:extLst>
                <a:ext uri="{FF2B5EF4-FFF2-40B4-BE49-F238E27FC236}">
                  <a16:creationId xmlns:a16="http://schemas.microsoft.com/office/drawing/2014/main" id="{A8126F69-E320-4D5C-9448-CE65BEC54286}"/>
                </a:ext>
              </a:extLst>
            </p:cNvPr>
            <p:cNvGrpSpPr/>
            <p:nvPr/>
          </p:nvGrpSpPr>
          <p:grpSpPr>
            <a:xfrm>
              <a:off x="813750" y="2021277"/>
              <a:ext cx="8411926" cy="4338436"/>
              <a:chOff x="813750" y="2021277"/>
              <a:chExt cx="8411926" cy="4338436"/>
            </a:xfrm>
          </p:grpSpPr>
          <p:sp>
            <p:nvSpPr>
              <p:cNvPr id="18" name="TextBox 17">
                <a:extLst>
                  <a:ext uri="{FF2B5EF4-FFF2-40B4-BE49-F238E27FC236}">
                    <a16:creationId xmlns:a16="http://schemas.microsoft.com/office/drawing/2014/main" id="{FB7B4031-02D7-4ECD-ABD1-616BBFC70200}"/>
                  </a:ext>
                </a:extLst>
              </p:cNvPr>
              <p:cNvSpPr txBox="1"/>
              <p:nvPr/>
            </p:nvSpPr>
            <p:spPr>
              <a:xfrm>
                <a:off x="813750" y="3874335"/>
                <a:ext cx="425527" cy="369332"/>
              </a:xfrm>
              <a:prstGeom prst="rect">
                <a:avLst/>
              </a:prstGeom>
              <a:noFill/>
            </p:spPr>
            <p:txBody>
              <a:bodyPr wrap="square" rtlCol="0">
                <a:spAutoFit/>
              </a:bodyPr>
              <a:lstStyle/>
              <a:p>
                <a:r>
                  <a:rPr lang="en-US" b="1" dirty="0">
                    <a:solidFill>
                      <a:schemeClr val="tx1"/>
                    </a:solidFill>
                  </a:rPr>
                  <a:t>A</a:t>
                </a:r>
                <a:endParaRPr lang="en-GB" b="1" dirty="0">
                  <a:solidFill>
                    <a:schemeClr val="tx1"/>
                  </a:solidFill>
                </a:endParaRPr>
              </a:p>
            </p:txBody>
          </p:sp>
          <p:sp>
            <p:nvSpPr>
              <p:cNvPr id="19" name="TextBox 18">
                <a:extLst>
                  <a:ext uri="{FF2B5EF4-FFF2-40B4-BE49-F238E27FC236}">
                    <a16:creationId xmlns:a16="http://schemas.microsoft.com/office/drawing/2014/main" id="{F24F5BC7-9FF9-4F03-A9F9-7831FC14018F}"/>
                  </a:ext>
                </a:extLst>
              </p:cNvPr>
              <p:cNvSpPr txBox="1"/>
              <p:nvPr/>
            </p:nvSpPr>
            <p:spPr>
              <a:xfrm>
                <a:off x="2677572" y="2021277"/>
                <a:ext cx="351378" cy="369332"/>
              </a:xfrm>
              <a:prstGeom prst="rect">
                <a:avLst/>
              </a:prstGeom>
              <a:noFill/>
            </p:spPr>
            <p:txBody>
              <a:bodyPr wrap="none" rtlCol="0">
                <a:spAutoFit/>
              </a:bodyPr>
              <a:lstStyle/>
              <a:p>
                <a:r>
                  <a:rPr lang="en-US" b="1" dirty="0">
                    <a:solidFill>
                      <a:schemeClr val="tx1"/>
                    </a:solidFill>
                  </a:rPr>
                  <a:t>B</a:t>
                </a:r>
                <a:endParaRPr lang="en-GB" b="1" dirty="0">
                  <a:solidFill>
                    <a:schemeClr val="tx1"/>
                  </a:solidFill>
                </a:endParaRPr>
              </a:p>
            </p:txBody>
          </p:sp>
          <p:sp>
            <p:nvSpPr>
              <p:cNvPr id="20" name="TextBox 19">
                <a:extLst>
                  <a:ext uri="{FF2B5EF4-FFF2-40B4-BE49-F238E27FC236}">
                    <a16:creationId xmlns:a16="http://schemas.microsoft.com/office/drawing/2014/main" id="{1C0F74FA-0136-4EAF-8F52-54F17B510BB5}"/>
                  </a:ext>
                </a:extLst>
              </p:cNvPr>
              <p:cNvSpPr txBox="1"/>
              <p:nvPr/>
            </p:nvSpPr>
            <p:spPr>
              <a:xfrm>
                <a:off x="5044256" y="2072791"/>
                <a:ext cx="351378" cy="369332"/>
              </a:xfrm>
              <a:prstGeom prst="rect">
                <a:avLst/>
              </a:prstGeom>
              <a:noFill/>
            </p:spPr>
            <p:txBody>
              <a:bodyPr wrap="none" rtlCol="0">
                <a:spAutoFit/>
              </a:bodyPr>
              <a:lstStyle/>
              <a:p>
                <a:r>
                  <a:rPr lang="en-US" b="1" dirty="0">
                    <a:solidFill>
                      <a:schemeClr val="tx1"/>
                    </a:solidFill>
                  </a:rPr>
                  <a:t>C</a:t>
                </a:r>
                <a:endParaRPr lang="en-GB" b="1" dirty="0">
                  <a:solidFill>
                    <a:schemeClr val="tx1"/>
                  </a:solidFill>
                </a:endParaRPr>
              </a:p>
            </p:txBody>
          </p:sp>
          <p:sp>
            <p:nvSpPr>
              <p:cNvPr id="21" name="TextBox 20">
                <a:extLst>
                  <a:ext uri="{FF2B5EF4-FFF2-40B4-BE49-F238E27FC236}">
                    <a16:creationId xmlns:a16="http://schemas.microsoft.com/office/drawing/2014/main" id="{64ACFD5F-6282-4C8F-806B-41B2DE2F5935}"/>
                  </a:ext>
                </a:extLst>
              </p:cNvPr>
              <p:cNvSpPr txBox="1"/>
              <p:nvPr/>
            </p:nvSpPr>
            <p:spPr>
              <a:xfrm>
                <a:off x="7489172" y="5805715"/>
                <a:ext cx="325730" cy="369332"/>
              </a:xfrm>
              <a:prstGeom prst="rect">
                <a:avLst/>
              </a:prstGeom>
              <a:noFill/>
            </p:spPr>
            <p:txBody>
              <a:bodyPr wrap="none" rtlCol="0">
                <a:spAutoFit/>
              </a:bodyPr>
              <a:lstStyle/>
              <a:p>
                <a:r>
                  <a:rPr lang="en-US" b="1" dirty="0">
                    <a:solidFill>
                      <a:schemeClr val="tx1"/>
                    </a:solidFill>
                  </a:rPr>
                  <a:t>F</a:t>
                </a:r>
                <a:endParaRPr lang="en-GB" b="1" dirty="0">
                  <a:solidFill>
                    <a:schemeClr val="tx1"/>
                  </a:solidFill>
                </a:endParaRPr>
              </a:p>
            </p:txBody>
          </p:sp>
          <p:sp>
            <p:nvSpPr>
              <p:cNvPr id="22" name="TextBox 21">
                <a:extLst>
                  <a:ext uri="{FF2B5EF4-FFF2-40B4-BE49-F238E27FC236}">
                    <a16:creationId xmlns:a16="http://schemas.microsoft.com/office/drawing/2014/main" id="{2EEE2EDE-C5BE-4FBC-880A-59FC375D544B}"/>
                  </a:ext>
                </a:extLst>
              </p:cNvPr>
              <p:cNvSpPr txBox="1"/>
              <p:nvPr/>
            </p:nvSpPr>
            <p:spPr>
              <a:xfrm>
                <a:off x="8874298" y="3595171"/>
                <a:ext cx="351378" cy="369332"/>
              </a:xfrm>
              <a:prstGeom prst="rect">
                <a:avLst/>
              </a:prstGeom>
              <a:noFill/>
            </p:spPr>
            <p:txBody>
              <a:bodyPr wrap="none" rtlCol="0">
                <a:spAutoFit/>
              </a:bodyPr>
              <a:lstStyle/>
              <a:p>
                <a:r>
                  <a:rPr lang="en-US" b="1" dirty="0">
                    <a:solidFill>
                      <a:schemeClr val="tx1"/>
                    </a:solidFill>
                  </a:rPr>
                  <a:t>E</a:t>
                </a:r>
                <a:endParaRPr lang="en-GB" b="1" dirty="0">
                  <a:solidFill>
                    <a:schemeClr val="tx1"/>
                  </a:solidFill>
                </a:endParaRPr>
              </a:p>
            </p:txBody>
          </p:sp>
          <p:sp>
            <p:nvSpPr>
              <p:cNvPr id="23" name="TextBox 22">
                <a:extLst>
                  <a:ext uri="{FF2B5EF4-FFF2-40B4-BE49-F238E27FC236}">
                    <a16:creationId xmlns:a16="http://schemas.microsoft.com/office/drawing/2014/main" id="{3C009C46-E263-4D43-A80C-FB80A7C7A5A9}"/>
                  </a:ext>
                </a:extLst>
              </p:cNvPr>
              <p:cNvSpPr txBox="1"/>
              <p:nvPr/>
            </p:nvSpPr>
            <p:spPr>
              <a:xfrm>
                <a:off x="5345906" y="5805715"/>
                <a:ext cx="364202" cy="369332"/>
              </a:xfrm>
              <a:prstGeom prst="rect">
                <a:avLst/>
              </a:prstGeom>
              <a:noFill/>
            </p:spPr>
            <p:txBody>
              <a:bodyPr wrap="none" rtlCol="0">
                <a:spAutoFit/>
              </a:bodyPr>
              <a:lstStyle/>
              <a:p>
                <a:r>
                  <a:rPr lang="en-US" b="1" dirty="0">
                    <a:solidFill>
                      <a:schemeClr val="tx1"/>
                    </a:solidFill>
                  </a:rPr>
                  <a:t>G</a:t>
                </a:r>
                <a:endParaRPr lang="en-GB" b="1" dirty="0">
                  <a:solidFill>
                    <a:schemeClr val="tx1"/>
                  </a:solidFill>
                </a:endParaRPr>
              </a:p>
            </p:txBody>
          </p:sp>
          <p:sp>
            <p:nvSpPr>
              <p:cNvPr id="24" name="TextBox 23">
                <a:extLst>
                  <a:ext uri="{FF2B5EF4-FFF2-40B4-BE49-F238E27FC236}">
                    <a16:creationId xmlns:a16="http://schemas.microsoft.com/office/drawing/2014/main" id="{84BC35D1-779F-4395-97A8-AAF0A519B1AD}"/>
                  </a:ext>
                </a:extLst>
              </p:cNvPr>
              <p:cNvSpPr txBox="1"/>
              <p:nvPr/>
            </p:nvSpPr>
            <p:spPr>
              <a:xfrm>
                <a:off x="2011834" y="5990381"/>
                <a:ext cx="351378" cy="369332"/>
              </a:xfrm>
              <a:prstGeom prst="rect">
                <a:avLst/>
              </a:prstGeom>
              <a:noFill/>
            </p:spPr>
            <p:txBody>
              <a:bodyPr wrap="none" rtlCol="0">
                <a:spAutoFit/>
              </a:bodyPr>
              <a:lstStyle/>
              <a:p>
                <a:r>
                  <a:rPr lang="en-US" b="1" dirty="0">
                    <a:solidFill>
                      <a:schemeClr val="tx1"/>
                    </a:solidFill>
                  </a:rPr>
                  <a:t>H</a:t>
                </a:r>
                <a:endParaRPr lang="en-GB" b="1" dirty="0">
                  <a:solidFill>
                    <a:schemeClr val="tx1"/>
                  </a:solidFill>
                </a:endParaRPr>
              </a:p>
            </p:txBody>
          </p:sp>
          <p:sp>
            <p:nvSpPr>
              <p:cNvPr id="25" name="Rectangle 24">
                <a:extLst>
                  <a:ext uri="{FF2B5EF4-FFF2-40B4-BE49-F238E27FC236}">
                    <a16:creationId xmlns:a16="http://schemas.microsoft.com/office/drawing/2014/main" id="{E7D1DB98-D7CA-40F7-98AE-4B4A6F9C7A81}"/>
                  </a:ext>
                </a:extLst>
              </p:cNvPr>
              <p:cNvSpPr/>
              <p:nvPr/>
            </p:nvSpPr>
            <p:spPr>
              <a:xfrm>
                <a:off x="6748655" y="2072791"/>
                <a:ext cx="351378" cy="369332"/>
              </a:xfrm>
              <a:prstGeom prst="rect">
                <a:avLst/>
              </a:prstGeom>
            </p:spPr>
            <p:txBody>
              <a:bodyPr wrap="none">
                <a:spAutoFit/>
              </a:bodyPr>
              <a:lstStyle/>
              <a:p>
                <a:r>
                  <a:rPr lang="en-US" b="1" dirty="0">
                    <a:solidFill>
                      <a:schemeClr val="tx1"/>
                    </a:solidFill>
                  </a:rPr>
                  <a:t>D</a:t>
                </a:r>
                <a:endParaRPr lang="en-GB" b="1" dirty="0">
                  <a:solidFill>
                    <a:schemeClr val="tx1"/>
                  </a:solidFill>
                </a:endParaRPr>
              </a:p>
            </p:txBody>
          </p:sp>
          <p:sp>
            <p:nvSpPr>
              <p:cNvPr id="26" name="TextBox 25">
                <a:extLst>
                  <a:ext uri="{FF2B5EF4-FFF2-40B4-BE49-F238E27FC236}">
                    <a16:creationId xmlns:a16="http://schemas.microsoft.com/office/drawing/2014/main" id="{4DFF4F3F-1868-48EF-910E-64FF0258019B}"/>
                  </a:ext>
                </a:extLst>
              </p:cNvPr>
              <p:cNvSpPr txBox="1"/>
              <p:nvPr/>
            </p:nvSpPr>
            <p:spPr>
              <a:xfrm>
                <a:off x="3442449" y="3907063"/>
                <a:ext cx="248786" cy="369332"/>
              </a:xfrm>
              <a:prstGeom prst="rect">
                <a:avLst/>
              </a:prstGeom>
              <a:noFill/>
            </p:spPr>
            <p:txBody>
              <a:bodyPr wrap="none" rtlCol="0">
                <a:spAutoFit/>
              </a:bodyPr>
              <a:lstStyle/>
              <a:p>
                <a:r>
                  <a:rPr lang="en-US" b="1" dirty="0">
                    <a:solidFill>
                      <a:schemeClr val="tx1"/>
                    </a:solidFill>
                  </a:rPr>
                  <a:t>I</a:t>
                </a:r>
                <a:endParaRPr lang="en-GB" b="1" dirty="0">
                  <a:solidFill>
                    <a:schemeClr val="tx1"/>
                  </a:solidFill>
                </a:endParaRPr>
              </a:p>
            </p:txBody>
          </p:sp>
          <p:cxnSp>
            <p:nvCxnSpPr>
              <p:cNvPr id="27" name="Straight Connector 26">
                <a:extLst>
                  <a:ext uri="{FF2B5EF4-FFF2-40B4-BE49-F238E27FC236}">
                    <a16:creationId xmlns:a16="http://schemas.microsoft.com/office/drawing/2014/main" id="{3A07372C-D232-4B29-8E41-24A5D25E64D7}"/>
                  </a:ext>
                </a:extLst>
              </p:cNvPr>
              <p:cNvCxnSpPr/>
              <p:nvPr/>
            </p:nvCxnSpPr>
            <p:spPr>
              <a:xfrm flipV="1">
                <a:off x="1026514" y="2257457"/>
                <a:ext cx="1655096" cy="17343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6FF4EFFA-01A3-454E-8E32-BDD991085C3F}"/>
                  </a:ext>
                </a:extLst>
              </p:cNvPr>
              <p:cNvCxnSpPr>
                <a:cxnSpLocks/>
                <a:stCxn id="18" idx="2"/>
                <a:endCxn id="24" idx="0"/>
              </p:cNvCxnSpPr>
              <p:nvPr/>
            </p:nvCxnSpPr>
            <p:spPr>
              <a:xfrm>
                <a:off x="1026514" y="4243667"/>
                <a:ext cx="1161009" cy="1746714"/>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52ECA9CD-0B4D-4199-8591-D1A57993C999}"/>
                  </a:ext>
                </a:extLst>
              </p:cNvPr>
              <p:cNvCxnSpPr>
                <a:stCxn id="19" idx="3"/>
                <a:endCxn id="20" idx="1"/>
              </p:cNvCxnSpPr>
              <p:nvPr/>
            </p:nvCxnSpPr>
            <p:spPr>
              <a:xfrm>
                <a:off x="3028950" y="2205943"/>
                <a:ext cx="2015306" cy="51514"/>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2288AB88-E204-4280-8762-637B7E978DD3}"/>
                  </a:ext>
                </a:extLst>
              </p:cNvPr>
              <p:cNvCxnSpPr>
                <a:cxnSpLocks/>
                <a:stCxn id="19" idx="2"/>
              </p:cNvCxnSpPr>
              <p:nvPr/>
            </p:nvCxnSpPr>
            <p:spPr>
              <a:xfrm flipH="1">
                <a:off x="2313022" y="2390609"/>
                <a:ext cx="540239" cy="3637684"/>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C4B6E565-9208-4991-801D-8125F4F53953}"/>
                  </a:ext>
                </a:extLst>
              </p:cNvPr>
              <p:cNvCxnSpPr>
                <a:cxnSpLocks/>
              </p:cNvCxnSpPr>
              <p:nvPr/>
            </p:nvCxnSpPr>
            <p:spPr>
              <a:xfrm flipH="1">
                <a:off x="2363212" y="4325938"/>
                <a:ext cx="1203630" cy="1664443"/>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F2A1291-87FA-4D4F-9595-D2EB956A84F7}"/>
                  </a:ext>
                </a:extLst>
              </p:cNvPr>
              <p:cNvCxnSpPr>
                <a:stCxn id="20" idx="1"/>
                <a:endCxn id="26" idx="3"/>
              </p:cNvCxnSpPr>
              <p:nvPr/>
            </p:nvCxnSpPr>
            <p:spPr>
              <a:xfrm flipH="1">
                <a:off x="3691235" y="2257457"/>
                <a:ext cx="1353021" cy="1834272"/>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6F1F93AD-BEDA-46D9-B1E7-BE0588E70CF2}"/>
                  </a:ext>
                </a:extLst>
              </p:cNvPr>
              <p:cNvCxnSpPr>
                <a:endCxn id="23" idx="1"/>
              </p:cNvCxnSpPr>
              <p:nvPr/>
            </p:nvCxnSpPr>
            <p:spPr>
              <a:xfrm>
                <a:off x="2363212" y="5990381"/>
                <a:ext cx="298269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4D5AB04B-1F61-417F-AE07-C1209517A7E4}"/>
                  </a:ext>
                </a:extLst>
              </p:cNvPr>
              <p:cNvCxnSpPr>
                <a:stCxn id="20" idx="3"/>
                <a:endCxn id="25" idx="1"/>
              </p:cNvCxnSpPr>
              <p:nvPr/>
            </p:nvCxnSpPr>
            <p:spPr>
              <a:xfrm>
                <a:off x="5395634" y="2257457"/>
                <a:ext cx="135302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F5977D49-08EE-45B5-928C-BCF098316F52}"/>
                  </a:ext>
                </a:extLst>
              </p:cNvPr>
              <p:cNvCxnSpPr>
                <a:stCxn id="25" idx="3"/>
                <a:endCxn id="22" idx="1"/>
              </p:cNvCxnSpPr>
              <p:nvPr/>
            </p:nvCxnSpPr>
            <p:spPr>
              <a:xfrm>
                <a:off x="7100033" y="2257457"/>
                <a:ext cx="1774265" cy="1522380"/>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B8271FD2-96BE-4873-B4EB-A55DB8D3C7BB}"/>
                  </a:ext>
                </a:extLst>
              </p:cNvPr>
              <p:cNvCxnSpPr>
                <a:stCxn id="22" idx="2"/>
                <a:endCxn id="21" idx="3"/>
              </p:cNvCxnSpPr>
              <p:nvPr/>
            </p:nvCxnSpPr>
            <p:spPr>
              <a:xfrm flipH="1">
                <a:off x="7814902" y="3964503"/>
                <a:ext cx="1235085" cy="2025878"/>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E9EFF27-6770-4088-88E1-56C4B9857200}"/>
                  </a:ext>
                </a:extLst>
              </p:cNvPr>
              <p:cNvCxnSpPr>
                <a:stCxn id="23" idx="3"/>
              </p:cNvCxnSpPr>
              <p:nvPr/>
            </p:nvCxnSpPr>
            <p:spPr>
              <a:xfrm>
                <a:off x="5710108" y="5990381"/>
                <a:ext cx="165951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622E4374-3011-4EB0-AE28-80C033ED84ED}"/>
                  </a:ext>
                </a:extLst>
              </p:cNvPr>
              <p:cNvCxnSpPr/>
              <p:nvPr/>
            </p:nvCxnSpPr>
            <p:spPr>
              <a:xfrm>
                <a:off x="3854559" y="4243667"/>
                <a:ext cx="1491347" cy="1562048"/>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894BF2DB-AFA1-4778-8FD7-F6AA4740764E}"/>
                  </a:ext>
                </a:extLst>
              </p:cNvPr>
              <p:cNvCxnSpPr>
                <a:stCxn id="25" idx="2"/>
                <a:endCxn id="21" idx="0"/>
              </p:cNvCxnSpPr>
              <p:nvPr/>
            </p:nvCxnSpPr>
            <p:spPr>
              <a:xfrm>
                <a:off x="6924344" y="2442123"/>
                <a:ext cx="727693" cy="3363592"/>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6274A7AC-2651-471F-AC90-EE47C98E85A8}"/>
                  </a:ext>
                </a:extLst>
              </p:cNvPr>
              <p:cNvCxnSpPr>
                <a:stCxn id="20" idx="2"/>
              </p:cNvCxnSpPr>
              <p:nvPr/>
            </p:nvCxnSpPr>
            <p:spPr>
              <a:xfrm>
                <a:off x="5219945" y="2442123"/>
                <a:ext cx="2280483" cy="3363592"/>
              </a:xfrm>
              <a:prstGeom prst="line">
                <a:avLst/>
              </a:prstGeom>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E8CFF012-3BB2-4473-A0E1-AAF4FB4DC81A}"/>
                  </a:ext>
                </a:extLst>
              </p:cNvPr>
              <p:cNvSpPr txBox="1"/>
              <p:nvPr/>
            </p:nvSpPr>
            <p:spPr>
              <a:xfrm>
                <a:off x="1239277" y="2627709"/>
                <a:ext cx="312906" cy="369332"/>
              </a:xfrm>
              <a:prstGeom prst="rect">
                <a:avLst/>
              </a:prstGeom>
              <a:noFill/>
            </p:spPr>
            <p:txBody>
              <a:bodyPr wrap="none" rtlCol="0">
                <a:spAutoFit/>
              </a:bodyPr>
              <a:lstStyle/>
              <a:p>
                <a:r>
                  <a:rPr lang="en-US" dirty="0">
                    <a:solidFill>
                      <a:schemeClr val="tx1"/>
                    </a:solidFill>
                  </a:rPr>
                  <a:t>4</a:t>
                </a:r>
                <a:endParaRPr lang="en-GB" dirty="0">
                  <a:solidFill>
                    <a:schemeClr val="tx1"/>
                  </a:solidFill>
                </a:endParaRPr>
              </a:p>
            </p:txBody>
          </p:sp>
          <p:sp>
            <p:nvSpPr>
              <p:cNvPr id="42" name="TextBox 41">
                <a:extLst>
                  <a:ext uri="{FF2B5EF4-FFF2-40B4-BE49-F238E27FC236}">
                    <a16:creationId xmlns:a16="http://schemas.microsoft.com/office/drawing/2014/main" id="{19AC917B-60A0-40B9-A250-D867D58D9EAF}"/>
                  </a:ext>
                </a:extLst>
              </p:cNvPr>
              <p:cNvSpPr txBox="1"/>
              <p:nvPr/>
            </p:nvSpPr>
            <p:spPr>
              <a:xfrm>
                <a:off x="1580405" y="4747692"/>
                <a:ext cx="312906" cy="369332"/>
              </a:xfrm>
              <a:prstGeom prst="rect">
                <a:avLst/>
              </a:prstGeom>
              <a:noFill/>
            </p:spPr>
            <p:txBody>
              <a:bodyPr wrap="none" rtlCol="0">
                <a:spAutoFit/>
              </a:bodyPr>
              <a:lstStyle/>
              <a:p>
                <a:r>
                  <a:rPr lang="en-US" dirty="0">
                    <a:solidFill>
                      <a:schemeClr val="tx1"/>
                    </a:solidFill>
                  </a:rPr>
                  <a:t>8</a:t>
                </a:r>
                <a:endParaRPr lang="en-GB" dirty="0">
                  <a:solidFill>
                    <a:schemeClr val="tx1"/>
                  </a:solidFill>
                </a:endParaRPr>
              </a:p>
            </p:txBody>
          </p:sp>
        </p:grpSp>
        <p:sp>
          <p:nvSpPr>
            <p:cNvPr id="7" name="TextBox 6">
              <a:extLst>
                <a:ext uri="{FF2B5EF4-FFF2-40B4-BE49-F238E27FC236}">
                  <a16:creationId xmlns:a16="http://schemas.microsoft.com/office/drawing/2014/main" id="{3399AF15-9141-441E-85E9-87573EF60F7C}"/>
                </a:ext>
              </a:extLst>
            </p:cNvPr>
            <p:cNvSpPr txBox="1"/>
            <p:nvPr/>
          </p:nvSpPr>
          <p:spPr>
            <a:xfrm>
              <a:off x="3442449" y="6069193"/>
              <a:ext cx="312906" cy="369332"/>
            </a:xfrm>
            <a:prstGeom prst="rect">
              <a:avLst/>
            </a:prstGeom>
            <a:noFill/>
          </p:spPr>
          <p:txBody>
            <a:bodyPr wrap="none" rtlCol="0">
              <a:spAutoFit/>
            </a:bodyPr>
            <a:lstStyle/>
            <a:p>
              <a:r>
                <a:rPr lang="en-US" dirty="0">
                  <a:solidFill>
                    <a:schemeClr val="tx1"/>
                  </a:solidFill>
                </a:rPr>
                <a:t>1</a:t>
              </a:r>
              <a:endParaRPr lang="en-GB" dirty="0">
                <a:solidFill>
                  <a:schemeClr val="tx1"/>
                </a:solidFill>
              </a:endParaRPr>
            </a:p>
          </p:txBody>
        </p:sp>
        <p:sp>
          <p:nvSpPr>
            <p:cNvPr id="8" name="TextBox 7">
              <a:extLst>
                <a:ext uri="{FF2B5EF4-FFF2-40B4-BE49-F238E27FC236}">
                  <a16:creationId xmlns:a16="http://schemas.microsoft.com/office/drawing/2014/main" id="{EEB6F8CF-5EE3-46CB-8243-A67D85F9B41B}"/>
                </a:ext>
              </a:extLst>
            </p:cNvPr>
            <p:cNvSpPr txBox="1"/>
            <p:nvPr/>
          </p:nvSpPr>
          <p:spPr>
            <a:xfrm>
              <a:off x="3840679" y="1862368"/>
              <a:ext cx="312906" cy="369332"/>
            </a:xfrm>
            <a:prstGeom prst="rect">
              <a:avLst/>
            </a:prstGeom>
            <a:noFill/>
          </p:spPr>
          <p:txBody>
            <a:bodyPr wrap="none" rtlCol="0">
              <a:spAutoFit/>
            </a:bodyPr>
            <a:lstStyle/>
            <a:p>
              <a:r>
                <a:rPr lang="en-US" dirty="0">
                  <a:solidFill>
                    <a:schemeClr val="tx1"/>
                  </a:solidFill>
                </a:rPr>
                <a:t>8</a:t>
              </a:r>
              <a:endParaRPr lang="en-GB" dirty="0">
                <a:solidFill>
                  <a:schemeClr val="tx1"/>
                </a:solidFill>
              </a:endParaRPr>
            </a:p>
          </p:txBody>
        </p:sp>
        <p:sp>
          <p:nvSpPr>
            <p:cNvPr id="9" name="TextBox 8">
              <a:extLst>
                <a:ext uri="{FF2B5EF4-FFF2-40B4-BE49-F238E27FC236}">
                  <a16:creationId xmlns:a16="http://schemas.microsoft.com/office/drawing/2014/main" id="{4E174A5D-CA16-4438-95E5-F26496FF4B46}"/>
                </a:ext>
              </a:extLst>
            </p:cNvPr>
            <p:cNvSpPr txBox="1"/>
            <p:nvPr/>
          </p:nvSpPr>
          <p:spPr>
            <a:xfrm>
              <a:off x="2140464" y="3698625"/>
              <a:ext cx="424027" cy="369332"/>
            </a:xfrm>
            <a:prstGeom prst="rect">
              <a:avLst/>
            </a:prstGeom>
            <a:noFill/>
          </p:spPr>
          <p:txBody>
            <a:bodyPr wrap="none" rtlCol="0">
              <a:spAutoFit/>
            </a:bodyPr>
            <a:lstStyle/>
            <a:p>
              <a:r>
                <a:rPr lang="en-US" dirty="0">
                  <a:solidFill>
                    <a:schemeClr val="tx1"/>
                  </a:solidFill>
                </a:rPr>
                <a:t>11</a:t>
              </a:r>
              <a:endParaRPr lang="en-GB" dirty="0">
                <a:solidFill>
                  <a:schemeClr val="tx1"/>
                </a:solidFill>
              </a:endParaRPr>
            </a:p>
          </p:txBody>
        </p:sp>
        <p:sp>
          <p:nvSpPr>
            <p:cNvPr id="10" name="TextBox 9">
              <a:extLst>
                <a:ext uri="{FF2B5EF4-FFF2-40B4-BE49-F238E27FC236}">
                  <a16:creationId xmlns:a16="http://schemas.microsoft.com/office/drawing/2014/main" id="{4A35CA69-43CC-43B6-91AC-7DBA2CB64DA5}"/>
                </a:ext>
              </a:extLst>
            </p:cNvPr>
            <p:cNvSpPr txBox="1"/>
            <p:nvPr/>
          </p:nvSpPr>
          <p:spPr>
            <a:xfrm>
              <a:off x="5996882" y="1765354"/>
              <a:ext cx="312906" cy="369332"/>
            </a:xfrm>
            <a:prstGeom prst="rect">
              <a:avLst/>
            </a:prstGeom>
            <a:noFill/>
          </p:spPr>
          <p:txBody>
            <a:bodyPr wrap="none" rtlCol="0">
              <a:spAutoFit/>
            </a:bodyPr>
            <a:lstStyle/>
            <a:p>
              <a:r>
                <a:rPr lang="en-US" dirty="0">
                  <a:solidFill>
                    <a:schemeClr val="tx1"/>
                  </a:solidFill>
                </a:rPr>
                <a:t>7</a:t>
              </a:r>
              <a:endParaRPr lang="en-GB" dirty="0">
                <a:solidFill>
                  <a:schemeClr val="tx1"/>
                </a:solidFill>
              </a:endParaRPr>
            </a:p>
          </p:txBody>
        </p:sp>
        <p:sp>
          <p:nvSpPr>
            <p:cNvPr id="11" name="TextBox 10">
              <a:extLst>
                <a:ext uri="{FF2B5EF4-FFF2-40B4-BE49-F238E27FC236}">
                  <a16:creationId xmlns:a16="http://schemas.microsoft.com/office/drawing/2014/main" id="{26EE2187-44B7-4471-A274-62AFEE8E0488}"/>
                </a:ext>
              </a:extLst>
            </p:cNvPr>
            <p:cNvSpPr txBox="1"/>
            <p:nvPr/>
          </p:nvSpPr>
          <p:spPr>
            <a:xfrm>
              <a:off x="8533379" y="4828422"/>
              <a:ext cx="441146" cy="369332"/>
            </a:xfrm>
            <a:prstGeom prst="rect">
              <a:avLst/>
            </a:prstGeom>
            <a:noFill/>
          </p:spPr>
          <p:txBody>
            <a:bodyPr wrap="none" rtlCol="0">
              <a:spAutoFit/>
            </a:bodyPr>
            <a:lstStyle/>
            <a:p>
              <a:r>
                <a:rPr lang="en-US" dirty="0">
                  <a:solidFill>
                    <a:schemeClr val="tx1"/>
                  </a:solidFill>
                </a:rPr>
                <a:t>10</a:t>
              </a:r>
              <a:endParaRPr lang="en-GB" dirty="0">
                <a:solidFill>
                  <a:schemeClr val="tx1"/>
                </a:solidFill>
              </a:endParaRPr>
            </a:p>
          </p:txBody>
        </p:sp>
        <p:sp>
          <p:nvSpPr>
            <p:cNvPr id="12" name="TextBox 11">
              <a:extLst>
                <a:ext uri="{FF2B5EF4-FFF2-40B4-BE49-F238E27FC236}">
                  <a16:creationId xmlns:a16="http://schemas.microsoft.com/office/drawing/2014/main" id="{BD3E4268-0C56-427C-8F6A-DCD0482A9005}"/>
                </a:ext>
              </a:extLst>
            </p:cNvPr>
            <p:cNvSpPr txBox="1"/>
            <p:nvPr/>
          </p:nvSpPr>
          <p:spPr>
            <a:xfrm>
              <a:off x="4530013" y="4579390"/>
              <a:ext cx="312906" cy="369332"/>
            </a:xfrm>
            <a:prstGeom prst="rect">
              <a:avLst/>
            </a:prstGeom>
            <a:noFill/>
          </p:spPr>
          <p:txBody>
            <a:bodyPr wrap="none" rtlCol="0">
              <a:spAutoFit/>
            </a:bodyPr>
            <a:lstStyle/>
            <a:p>
              <a:r>
                <a:rPr lang="en-US" dirty="0">
                  <a:solidFill>
                    <a:schemeClr val="tx1"/>
                  </a:solidFill>
                </a:rPr>
                <a:t>6</a:t>
              </a:r>
              <a:endParaRPr lang="en-GB" dirty="0">
                <a:solidFill>
                  <a:schemeClr val="tx1"/>
                </a:solidFill>
              </a:endParaRPr>
            </a:p>
          </p:txBody>
        </p:sp>
        <p:sp>
          <p:nvSpPr>
            <p:cNvPr id="13" name="TextBox 12">
              <a:extLst>
                <a:ext uri="{FF2B5EF4-FFF2-40B4-BE49-F238E27FC236}">
                  <a16:creationId xmlns:a16="http://schemas.microsoft.com/office/drawing/2014/main" id="{E9ED6597-CB0D-4EF0-ABE7-0AC5FF5177E7}"/>
                </a:ext>
              </a:extLst>
            </p:cNvPr>
            <p:cNvSpPr txBox="1"/>
            <p:nvPr/>
          </p:nvSpPr>
          <p:spPr>
            <a:xfrm>
              <a:off x="6290552" y="5621048"/>
              <a:ext cx="312906" cy="369332"/>
            </a:xfrm>
            <a:prstGeom prst="rect">
              <a:avLst/>
            </a:prstGeom>
            <a:noFill/>
          </p:spPr>
          <p:txBody>
            <a:bodyPr wrap="none" rtlCol="0">
              <a:spAutoFit/>
            </a:bodyPr>
            <a:lstStyle/>
            <a:p>
              <a:r>
                <a:rPr lang="en-US" dirty="0">
                  <a:solidFill>
                    <a:schemeClr val="tx1"/>
                  </a:solidFill>
                </a:rPr>
                <a:t>2</a:t>
              </a:r>
              <a:endParaRPr lang="en-GB" dirty="0">
                <a:solidFill>
                  <a:schemeClr val="tx1"/>
                </a:solidFill>
              </a:endParaRPr>
            </a:p>
          </p:txBody>
        </p:sp>
        <p:sp>
          <p:nvSpPr>
            <p:cNvPr id="14" name="TextBox 13">
              <a:extLst>
                <a:ext uri="{FF2B5EF4-FFF2-40B4-BE49-F238E27FC236}">
                  <a16:creationId xmlns:a16="http://schemas.microsoft.com/office/drawing/2014/main" id="{4DFF1058-511A-4794-8DCC-4CD0DEB7794F}"/>
                </a:ext>
              </a:extLst>
            </p:cNvPr>
            <p:cNvSpPr txBox="1"/>
            <p:nvPr/>
          </p:nvSpPr>
          <p:spPr>
            <a:xfrm>
              <a:off x="5695856" y="3601495"/>
              <a:ext cx="312906" cy="369332"/>
            </a:xfrm>
            <a:prstGeom prst="rect">
              <a:avLst/>
            </a:prstGeom>
            <a:noFill/>
          </p:spPr>
          <p:txBody>
            <a:bodyPr wrap="none" rtlCol="0">
              <a:spAutoFit/>
            </a:bodyPr>
            <a:lstStyle/>
            <a:p>
              <a:r>
                <a:rPr lang="en-US" dirty="0">
                  <a:solidFill>
                    <a:schemeClr val="tx1"/>
                  </a:solidFill>
                </a:rPr>
                <a:t>4</a:t>
              </a:r>
              <a:endParaRPr lang="en-GB" dirty="0">
                <a:solidFill>
                  <a:schemeClr val="tx1"/>
                </a:solidFill>
              </a:endParaRPr>
            </a:p>
          </p:txBody>
        </p:sp>
        <p:sp>
          <p:nvSpPr>
            <p:cNvPr id="15" name="TextBox 14">
              <a:extLst>
                <a:ext uri="{FF2B5EF4-FFF2-40B4-BE49-F238E27FC236}">
                  <a16:creationId xmlns:a16="http://schemas.microsoft.com/office/drawing/2014/main" id="{074DAA85-8BFD-46AA-BDD9-AE62D8A68C59}"/>
                </a:ext>
              </a:extLst>
            </p:cNvPr>
            <p:cNvSpPr txBox="1"/>
            <p:nvPr/>
          </p:nvSpPr>
          <p:spPr>
            <a:xfrm>
              <a:off x="4034631" y="2939941"/>
              <a:ext cx="312906" cy="369332"/>
            </a:xfrm>
            <a:prstGeom prst="rect">
              <a:avLst/>
            </a:prstGeom>
            <a:noFill/>
          </p:spPr>
          <p:txBody>
            <a:bodyPr wrap="none" rtlCol="0">
              <a:spAutoFit/>
            </a:bodyPr>
            <a:lstStyle/>
            <a:p>
              <a:r>
                <a:rPr lang="en-US" dirty="0">
                  <a:solidFill>
                    <a:schemeClr val="tx1"/>
                  </a:solidFill>
                </a:rPr>
                <a:t>2</a:t>
              </a:r>
              <a:endParaRPr lang="en-GB" dirty="0">
                <a:solidFill>
                  <a:schemeClr val="tx1"/>
                </a:solidFill>
              </a:endParaRPr>
            </a:p>
          </p:txBody>
        </p:sp>
        <p:sp>
          <p:nvSpPr>
            <p:cNvPr id="16" name="TextBox 15">
              <a:extLst>
                <a:ext uri="{FF2B5EF4-FFF2-40B4-BE49-F238E27FC236}">
                  <a16:creationId xmlns:a16="http://schemas.microsoft.com/office/drawing/2014/main" id="{F2C20853-C26A-4701-B1CA-6F27AEA6025F}"/>
                </a:ext>
              </a:extLst>
            </p:cNvPr>
            <p:cNvSpPr txBox="1"/>
            <p:nvPr/>
          </p:nvSpPr>
          <p:spPr>
            <a:xfrm>
              <a:off x="7934451" y="2545244"/>
              <a:ext cx="312906" cy="369332"/>
            </a:xfrm>
            <a:prstGeom prst="rect">
              <a:avLst/>
            </a:prstGeom>
            <a:noFill/>
          </p:spPr>
          <p:txBody>
            <a:bodyPr wrap="none" rtlCol="0">
              <a:spAutoFit/>
            </a:bodyPr>
            <a:lstStyle/>
            <a:p>
              <a:r>
                <a:rPr lang="en-US" dirty="0">
                  <a:solidFill>
                    <a:schemeClr val="tx1"/>
                  </a:solidFill>
                </a:rPr>
                <a:t>9</a:t>
              </a:r>
              <a:endParaRPr lang="en-GB" dirty="0">
                <a:solidFill>
                  <a:schemeClr val="tx1"/>
                </a:solidFill>
              </a:endParaRPr>
            </a:p>
          </p:txBody>
        </p:sp>
        <p:sp>
          <p:nvSpPr>
            <p:cNvPr id="17" name="TextBox 16">
              <a:extLst>
                <a:ext uri="{FF2B5EF4-FFF2-40B4-BE49-F238E27FC236}">
                  <a16:creationId xmlns:a16="http://schemas.microsoft.com/office/drawing/2014/main" id="{A26059A7-8643-4EAB-BB92-AA4AE6795465}"/>
                </a:ext>
              </a:extLst>
            </p:cNvPr>
            <p:cNvSpPr txBox="1"/>
            <p:nvPr/>
          </p:nvSpPr>
          <p:spPr>
            <a:xfrm>
              <a:off x="6892469" y="3656047"/>
              <a:ext cx="441146" cy="369332"/>
            </a:xfrm>
            <a:prstGeom prst="rect">
              <a:avLst/>
            </a:prstGeom>
            <a:noFill/>
          </p:spPr>
          <p:txBody>
            <a:bodyPr wrap="none" rtlCol="0">
              <a:spAutoFit/>
            </a:bodyPr>
            <a:lstStyle/>
            <a:p>
              <a:r>
                <a:rPr lang="en-US" dirty="0">
                  <a:solidFill>
                    <a:schemeClr val="tx1"/>
                  </a:solidFill>
                </a:rPr>
                <a:t>14</a:t>
              </a:r>
              <a:endParaRPr lang="en-GB" dirty="0">
                <a:solidFill>
                  <a:schemeClr val="tx1"/>
                </a:solidFill>
              </a:endParaRPr>
            </a:p>
          </p:txBody>
        </p:sp>
      </p:grpSp>
      <p:sp>
        <p:nvSpPr>
          <p:cNvPr id="44" name="TextBox 43">
            <a:extLst>
              <a:ext uri="{FF2B5EF4-FFF2-40B4-BE49-F238E27FC236}">
                <a16:creationId xmlns:a16="http://schemas.microsoft.com/office/drawing/2014/main" id="{996DEFF8-C87D-49F6-BF41-D539476B545D}"/>
              </a:ext>
            </a:extLst>
          </p:cNvPr>
          <p:cNvSpPr txBox="1"/>
          <p:nvPr/>
        </p:nvSpPr>
        <p:spPr>
          <a:xfrm>
            <a:off x="501367" y="1359827"/>
            <a:ext cx="4556782" cy="923330"/>
          </a:xfrm>
          <a:prstGeom prst="rect">
            <a:avLst/>
          </a:prstGeom>
          <a:noFill/>
        </p:spPr>
        <p:txBody>
          <a:bodyPr wrap="square" rtlCol="0">
            <a:spAutoFit/>
          </a:bodyPr>
          <a:lstStyle/>
          <a:p>
            <a:r>
              <a:rPr lang="en-GB" dirty="0">
                <a:solidFill>
                  <a:srgbClr val="FF0000"/>
                </a:solidFill>
              </a:rPr>
              <a:t>Step 1 </a:t>
            </a:r>
            <a:r>
              <a:rPr lang="en-GB" dirty="0">
                <a:solidFill>
                  <a:schemeClr val="tx1"/>
                </a:solidFill>
              </a:rPr>
              <a:t>Arrange the edges by weight: least weight first and heaviest last.</a:t>
            </a:r>
          </a:p>
          <a:p>
            <a:endParaRPr lang="en-GB" dirty="0">
              <a:solidFill>
                <a:schemeClr val="tx1"/>
              </a:solidFill>
            </a:endParaRPr>
          </a:p>
        </p:txBody>
      </p:sp>
      <p:sp>
        <p:nvSpPr>
          <p:cNvPr id="45" name="TextBox 44">
            <a:extLst>
              <a:ext uri="{FF2B5EF4-FFF2-40B4-BE49-F238E27FC236}">
                <a16:creationId xmlns:a16="http://schemas.microsoft.com/office/drawing/2014/main" id="{DF109FC5-76F6-4020-88EC-420AA9542121}"/>
              </a:ext>
            </a:extLst>
          </p:cNvPr>
          <p:cNvSpPr txBox="1"/>
          <p:nvPr/>
        </p:nvSpPr>
        <p:spPr>
          <a:xfrm>
            <a:off x="325391" y="2385710"/>
            <a:ext cx="1165704" cy="4247317"/>
          </a:xfrm>
          <a:prstGeom prst="rect">
            <a:avLst/>
          </a:prstGeom>
          <a:noFill/>
        </p:spPr>
        <p:txBody>
          <a:bodyPr wrap="none" rtlCol="0">
            <a:spAutoFit/>
          </a:bodyPr>
          <a:lstStyle/>
          <a:p>
            <a:r>
              <a:rPr lang="en-US" dirty="0">
                <a:solidFill>
                  <a:schemeClr val="tx1"/>
                </a:solidFill>
              </a:rPr>
              <a:t>{GH} = 1</a:t>
            </a:r>
          </a:p>
          <a:p>
            <a:r>
              <a:rPr lang="en-GB" dirty="0">
                <a:solidFill>
                  <a:schemeClr val="tx1"/>
                </a:solidFill>
              </a:rPr>
              <a:t>{FG} = 2</a:t>
            </a:r>
          </a:p>
          <a:p>
            <a:r>
              <a:rPr lang="en-GB" dirty="0">
                <a:solidFill>
                  <a:schemeClr val="tx1"/>
                </a:solidFill>
              </a:rPr>
              <a:t>{CI] = 2</a:t>
            </a:r>
          </a:p>
          <a:p>
            <a:r>
              <a:rPr lang="en-GB" dirty="0">
                <a:solidFill>
                  <a:schemeClr val="tx1"/>
                </a:solidFill>
              </a:rPr>
              <a:t>{AB} = 4</a:t>
            </a:r>
          </a:p>
          <a:p>
            <a:r>
              <a:rPr lang="en-GB" dirty="0">
                <a:solidFill>
                  <a:schemeClr val="tx1"/>
                </a:solidFill>
              </a:rPr>
              <a:t>{CF} = 4</a:t>
            </a:r>
          </a:p>
          <a:p>
            <a:r>
              <a:rPr lang="en-GB" dirty="0">
                <a:solidFill>
                  <a:schemeClr val="tx1"/>
                </a:solidFill>
              </a:rPr>
              <a:t>{GI} = 6</a:t>
            </a:r>
          </a:p>
          <a:p>
            <a:r>
              <a:rPr lang="en-GB" dirty="0">
                <a:solidFill>
                  <a:schemeClr val="tx1"/>
                </a:solidFill>
              </a:rPr>
              <a:t>{CD} = 7</a:t>
            </a:r>
          </a:p>
          <a:p>
            <a:r>
              <a:rPr lang="en-GB" dirty="0">
                <a:solidFill>
                  <a:schemeClr val="tx1"/>
                </a:solidFill>
              </a:rPr>
              <a:t>{HI} = 7</a:t>
            </a:r>
          </a:p>
          <a:p>
            <a:r>
              <a:rPr lang="en-GB" dirty="0">
                <a:solidFill>
                  <a:schemeClr val="tx1"/>
                </a:solidFill>
              </a:rPr>
              <a:t>{AH} = 8</a:t>
            </a:r>
          </a:p>
          <a:p>
            <a:r>
              <a:rPr lang="en-GB" dirty="0">
                <a:solidFill>
                  <a:schemeClr val="tx1"/>
                </a:solidFill>
              </a:rPr>
              <a:t>{BC} = 8</a:t>
            </a:r>
          </a:p>
          <a:p>
            <a:r>
              <a:rPr lang="en-GB" dirty="0">
                <a:solidFill>
                  <a:schemeClr val="tx1"/>
                </a:solidFill>
              </a:rPr>
              <a:t>{DE}  = 9</a:t>
            </a:r>
          </a:p>
          <a:p>
            <a:r>
              <a:rPr lang="en-GB" dirty="0">
                <a:solidFill>
                  <a:schemeClr val="tx1"/>
                </a:solidFill>
              </a:rPr>
              <a:t>{EF} = 10</a:t>
            </a:r>
          </a:p>
          <a:p>
            <a:r>
              <a:rPr lang="en-GB" dirty="0">
                <a:solidFill>
                  <a:schemeClr val="tx1"/>
                </a:solidFill>
              </a:rPr>
              <a:t>{BH}= 11</a:t>
            </a:r>
          </a:p>
          <a:p>
            <a:r>
              <a:rPr lang="en-GB" dirty="0">
                <a:solidFill>
                  <a:schemeClr val="tx1"/>
                </a:solidFill>
              </a:rPr>
              <a:t>{DF} = 14</a:t>
            </a:r>
          </a:p>
          <a:p>
            <a:endParaRPr lang="en-GB" dirty="0">
              <a:solidFill>
                <a:schemeClr val="tx1"/>
              </a:solidFill>
            </a:endParaRPr>
          </a:p>
        </p:txBody>
      </p:sp>
      <p:sp>
        <p:nvSpPr>
          <p:cNvPr id="46" name="TextBox 45">
            <a:extLst>
              <a:ext uri="{FF2B5EF4-FFF2-40B4-BE49-F238E27FC236}">
                <a16:creationId xmlns:a16="http://schemas.microsoft.com/office/drawing/2014/main" id="{721FB694-8BA0-46C5-B6DA-14DFA2007FCA}"/>
              </a:ext>
            </a:extLst>
          </p:cNvPr>
          <p:cNvSpPr txBox="1"/>
          <p:nvPr/>
        </p:nvSpPr>
        <p:spPr>
          <a:xfrm>
            <a:off x="5127756" y="1330888"/>
            <a:ext cx="4329190" cy="1200329"/>
          </a:xfrm>
          <a:prstGeom prst="rect">
            <a:avLst/>
          </a:prstGeom>
          <a:noFill/>
        </p:spPr>
        <p:txBody>
          <a:bodyPr wrap="square" rtlCol="0">
            <a:spAutoFit/>
          </a:bodyPr>
          <a:lstStyle/>
          <a:p>
            <a:r>
              <a:rPr lang="en-US" dirty="0">
                <a:solidFill>
                  <a:srgbClr val="FF0000"/>
                </a:solidFill>
              </a:rPr>
              <a:t>Step 2 </a:t>
            </a:r>
            <a:r>
              <a:rPr lang="en-GB" dirty="0">
                <a:solidFill>
                  <a:schemeClr val="accent6">
                    <a:lumMod val="75000"/>
                  </a:schemeClr>
                </a:solidFill>
              </a:rPr>
              <a:t>Choose the lightest not examined edge from the diagram. Add this chosen edge to the tree, only if doing so will not make a cycle</a:t>
            </a:r>
            <a:r>
              <a:rPr lang="en-GB" dirty="0">
                <a:solidFill>
                  <a:schemeClr val="tx1"/>
                </a:solidFill>
              </a:rPr>
              <a:t>.</a:t>
            </a:r>
          </a:p>
        </p:txBody>
      </p:sp>
      <p:sp>
        <p:nvSpPr>
          <p:cNvPr id="48" name="TextBox 47">
            <a:extLst>
              <a:ext uri="{FF2B5EF4-FFF2-40B4-BE49-F238E27FC236}">
                <a16:creationId xmlns:a16="http://schemas.microsoft.com/office/drawing/2014/main" id="{E3C29028-38C3-4805-912D-B1FC9ECA663B}"/>
              </a:ext>
            </a:extLst>
          </p:cNvPr>
          <p:cNvSpPr txBox="1"/>
          <p:nvPr/>
        </p:nvSpPr>
        <p:spPr>
          <a:xfrm>
            <a:off x="6210002" y="3172376"/>
            <a:ext cx="1075936" cy="3139321"/>
          </a:xfrm>
          <a:prstGeom prst="rect">
            <a:avLst/>
          </a:prstGeom>
          <a:noFill/>
        </p:spPr>
        <p:txBody>
          <a:bodyPr wrap="none" rtlCol="0">
            <a:spAutoFit/>
          </a:bodyPr>
          <a:lstStyle/>
          <a:p>
            <a:r>
              <a:rPr lang="en-US" dirty="0">
                <a:solidFill>
                  <a:schemeClr val="tx1"/>
                </a:solidFill>
              </a:rPr>
              <a:t>Accept</a:t>
            </a:r>
          </a:p>
          <a:p>
            <a:r>
              <a:rPr lang="en-US" dirty="0">
                <a:solidFill>
                  <a:schemeClr val="tx1"/>
                </a:solidFill>
              </a:rPr>
              <a:t>{GH} = 1</a:t>
            </a:r>
          </a:p>
          <a:p>
            <a:r>
              <a:rPr lang="en-GB" dirty="0">
                <a:solidFill>
                  <a:schemeClr val="tx1"/>
                </a:solidFill>
              </a:rPr>
              <a:t>{FG} = 2</a:t>
            </a:r>
          </a:p>
          <a:p>
            <a:r>
              <a:rPr lang="en-GB" dirty="0">
                <a:solidFill>
                  <a:schemeClr val="tx1"/>
                </a:solidFill>
              </a:rPr>
              <a:t>{CI] = 2</a:t>
            </a:r>
          </a:p>
          <a:p>
            <a:r>
              <a:rPr lang="en-GB" dirty="0">
                <a:solidFill>
                  <a:schemeClr val="tx1"/>
                </a:solidFill>
              </a:rPr>
              <a:t>{AB} = 4</a:t>
            </a:r>
          </a:p>
          <a:p>
            <a:r>
              <a:rPr lang="en-GB" dirty="0">
                <a:solidFill>
                  <a:schemeClr val="tx1"/>
                </a:solidFill>
              </a:rPr>
              <a:t>{CF} = 4</a:t>
            </a:r>
          </a:p>
          <a:p>
            <a:r>
              <a:rPr lang="en-GB" dirty="0">
                <a:solidFill>
                  <a:schemeClr val="tx1"/>
                </a:solidFill>
              </a:rPr>
              <a:t>{CD} = 7</a:t>
            </a:r>
          </a:p>
          <a:p>
            <a:r>
              <a:rPr lang="en-GB" dirty="0">
                <a:solidFill>
                  <a:schemeClr val="tx1"/>
                </a:solidFill>
              </a:rPr>
              <a:t>{BC} = 8</a:t>
            </a:r>
          </a:p>
          <a:p>
            <a:r>
              <a:rPr lang="en-GB" dirty="0">
                <a:solidFill>
                  <a:schemeClr val="tx1"/>
                </a:solidFill>
              </a:rPr>
              <a:t>{DE} = 9</a:t>
            </a:r>
          </a:p>
          <a:p>
            <a:endParaRPr lang="en-GB" dirty="0">
              <a:solidFill>
                <a:schemeClr val="tx1"/>
              </a:solidFill>
            </a:endParaRPr>
          </a:p>
          <a:p>
            <a:endParaRPr lang="en-GB" dirty="0">
              <a:solidFill>
                <a:schemeClr val="tx1"/>
              </a:solidFill>
            </a:endParaRPr>
          </a:p>
        </p:txBody>
      </p:sp>
      <p:sp>
        <p:nvSpPr>
          <p:cNvPr id="49" name="TextBox 48">
            <a:extLst>
              <a:ext uri="{FF2B5EF4-FFF2-40B4-BE49-F238E27FC236}">
                <a16:creationId xmlns:a16="http://schemas.microsoft.com/office/drawing/2014/main" id="{F7E43DA9-3C3E-4F2F-8C5C-937B071B85DA}"/>
              </a:ext>
            </a:extLst>
          </p:cNvPr>
          <p:cNvSpPr txBox="1"/>
          <p:nvPr/>
        </p:nvSpPr>
        <p:spPr>
          <a:xfrm>
            <a:off x="8602562" y="3127857"/>
            <a:ext cx="1872208" cy="2031325"/>
          </a:xfrm>
          <a:prstGeom prst="rect">
            <a:avLst/>
          </a:prstGeom>
          <a:noFill/>
        </p:spPr>
        <p:txBody>
          <a:bodyPr wrap="square" rtlCol="0">
            <a:spAutoFit/>
          </a:bodyPr>
          <a:lstStyle/>
          <a:p>
            <a:r>
              <a:rPr lang="en-US" dirty="0">
                <a:solidFill>
                  <a:schemeClr val="tx1"/>
                </a:solidFill>
              </a:rPr>
              <a:t>Reject because of cycles</a:t>
            </a:r>
          </a:p>
          <a:p>
            <a:r>
              <a:rPr lang="en-GB" dirty="0">
                <a:solidFill>
                  <a:schemeClr val="tx1"/>
                </a:solidFill>
              </a:rPr>
              <a:t>{GI} = 6</a:t>
            </a:r>
          </a:p>
          <a:p>
            <a:r>
              <a:rPr lang="en-GB" dirty="0">
                <a:solidFill>
                  <a:schemeClr val="tx1"/>
                </a:solidFill>
              </a:rPr>
              <a:t>{HI} = 7</a:t>
            </a:r>
          </a:p>
          <a:p>
            <a:endParaRPr lang="en-US" dirty="0">
              <a:solidFill>
                <a:schemeClr val="tx1"/>
              </a:solidFill>
            </a:endParaRPr>
          </a:p>
          <a:p>
            <a:endParaRPr lang="en-US" dirty="0">
              <a:solidFill>
                <a:schemeClr val="tx1"/>
              </a:solidFill>
            </a:endParaRPr>
          </a:p>
          <a:p>
            <a:endParaRPr lang="en-GB" dirty="0">
              <a:solidFill>
                <a:schemeClr val="tx1"/>
              </a:solidFill>
            </a:endParaRPr>
          </a:p>
        </p:txBody>
      </p:sp>
      <p:sp>
        <p:nvSpPr>
          <p:cNvPr id="50" name="TextBox 49">
            <a:extLst>
              <a:ext uri="{FF2B5EF4-FFF2-40B4-BE49-F238E27FC236}">
                <a16:creationId xmlns:a16="http://schemas.microsoft.com/office/drawing/2014/main" id="{1E8005B8-7CA3-44F8-8C43-6B9859BB144D}"/>
              </a:ext>
            </a:extLst>
          </p:cNvPr>
          <p:cNvSpPr txBox="1"/>
          <p:nvPr/>
        </p:nvSpPr>
        <p:spPr>
          <a:xfrm>
            <a:off x="3659730" y="6090201"/>
            <a:ext cx="5100544" cy="1200329"/>
          </a:xfrm>
          <a:prstGeom prst="rect">
            <a:avLst/>
          </a:prstGeom>
          <a:noFill/>
        </p:spPr>
        <p:txBody>
          <a:bodyPr wrap="square" rtlCol="0">
            <a:spAutoFit/>
          </a:bodyPr>
          <a:lstStyle/>
          <a:p>
            <a:r>
              <a:rPr lang="en-GB" dirty="0">
                <a:solidFill>
                  <a:srgbClr val="FF0000"/>
                </a:solidFill>
              </a:rPr>
              <a:t>Step 3 </a:t>
            </a:r>
            <a:r>
              <a:rPr lang="en-GB" dirty="0">
                <a:solidFill>
                  <a:srgbClr val="0070C0"/>
                </a:solidFill>
              </a:rPr>
              <a:t>Repeat step 2 and stop the process whenever n - 1 edges have been added to the tree.</a:t>
            </a:r>
          </a:p>
          <a:p>
            <a:endParaRPr lang="en-GB" dirty="0">
              <a:solidFill>
                <a:schemeClr val="tx1"/>
              </a:solidFill>
            </a:endParaRPr>
          </a:p>
        </p:txBody>
      </p:sp>
      <p:sp>
        <p:nvSpPr>
          <p:cNvPr id="51" name="TextBox 50">
            <a:extLst>
              <a:ext uri="{FF2B5EF4-FFF2-40B4-BE49-F238E27FC236}">
                <a16:creationId xmlns:a16="http://schemas.microsoft.com/office/drawing/2014/main" id="{92C3D997-E36A-45B0-8F6B-EB4308B320B0}"/>
              </a:ext>
            </a:extLst>
          </p:cNvPr>
          <p:cNvSpPr txBox="1"/>
          <p:nvPr/>
        </p:nvSpPr>
        <p:spPr>
          <a:xfrm>
            <a:off x="5564618" y="5709214"/>
            <a:ext cx="1738617" cy="369332"/>
          </a:xfrm>
          <a:prstGeom prst="rect">
            <a:avLst/>
          </a:prstGeom>
          <a:noFill/>
        </p:spPr>
        <p:txBody>
          <a:bodyPr wrap="none" rtlCol="0">
            <a:spAutoFit/>
          </a:bodyPr>
          <a:lstStyle/>
          <a:p>
            <a:r>
              <a:rPr lang="en-US" dirty="0">
                <a:solidFill>
                  <a:schemeClr val="tx1"/>
                </a:solidFill>
              </a:rPr>
              <a:t>MST cost = 37 </a:t>
            </a:r>
            <a:endParaRPr lang="en-GB" dirty="0">
              <a:solidFill>
                <a:schemeClr val="tx1"/>
              </a:solidFill>
            </a:endParaRPr>
          </a:p>
        </p:txBody>
      </p:sp>
      <p:cxnSp>
        <p:nvCxnSpPr>
          <p:cNvPr id="53" name="Straight Connector 52">
            <a:extLst>
              <a:ext uri="{FF2B5EF4-FFF2-40B4-BE49-F238E27FC236}">
                <a16:creationId xmlns:a16="http://schemas.microsoft.com/office/drawing/2014/main" id="{E3DB354B-A649-4BD7-8F0D-BC740207A7BD}"/>
              </a:ext>
            </a:extLst>
          </p:cNvPr>
          <p:cNvCxnSpPr/>
          <p:nvPr/>
        </p:nvCxnSpPr>
        <p:spPr>
          <a:xfrm>
            <a:off x="2623723" y="5253291"/>
            <a:ext cx="1175777" cy="0"/>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cxnSp>
        <p:nvCxnSpPr>
          <p:cNvPr id="54" name="Straight Connector 53">
            <a:extLst>
              <a:ext uri="{FF2B5EF4-FFF2-40B4-BE49-F238E27FC236}">
                <a16:creationId xmlns:a16="http://schemas.microsoft.com/office/drawing/2014/main" id="{B7CE699C-1AB2-4D5D-95B2-FBC8A8696437}"/>
              </a:ext>
            </a:extLst>
          </p:cNvPr>
          <p:cNvCxnSpPr>
            <a:cxnSpLocks/>
            <a:endCxn id="21" idx="2"/>
          </p:cNvCxnSpPr>
          <p:nvPr/>
        </p:nvCxnSpPr>
        <p:spPr>
          <a:xfrm>
            <a:off x="4131012" y="5253291"/>
            <a:ext cx="782108" cy="0"/>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cxnSp>
        <p:nvCxnSpPr>
          <p:cNvPr id="56" name="Straight Connector 55">
            <a:extLst>
              <a:ext uri="{FF2B5EF4-FFF2-40B4-BE49-F238E27FC236}">
                <a16:creationId xmlns:a16="http://schemas.microsoft.com/office/drawing/2014/main" id="{91E86623-6C52-4D31-A581-A3BD803A2F6A}"/>
              </a:ext>
            </a:extLst>
          </p:cNvPr>
          <p:cNvCxnSpPr>
            <a:cxnSpLocks/>
          </p:cNvCxnSpPr>
          <p:nvPr/>
        </p:nvCxnSpPr>
        <p:spPr>
          <a:xfrm flipV="1">
            <a:off x="2961393" y="2735902"/>
            <a:ext cx="522198" cy="903689"/>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58" name="Rectangle 57">
            <a:extLst>
              <a:ext uri="{FF2B5EF4-FFF2-40B4-BE49-F238E27FC236}">
                <a16:creationId xmlns:a16="http://schemas.microsoft.com/office/drawing/2014/main" id="{71123426-EB1A-4668-B10F-EA95E53DA7DC}"/>
              </a:ext>
            </a:extLst>
          </p:cNvPr>
          <p:cNvSpPr/>
          <p:nvPr/>
        </p:nvSpPr>
        <p:spPr>
          <a:xfrm>
            <a:off x="6279480" y="3536462"/>
            <a:ext cx="936980" cy="220023"/>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2" name="Rectangle 61">
            <a:extLst>
              <a:ext uri="{FF2B5EF4-FFF2-40B4-BE49-F238E27FC236}">
                <a16:creationId xmlns:a16="http://schemas.microsoft.com/office/drawing/2014/main" id="{AC1F00A9-D4BA-47D4-9963-23F5FB84AC1C}"/>
              </a:ext>
            </a:extLst>
          </p:cNvPr>
          <p:cNvSpPr/>
          <p:nvPr/>
        </p:nvSpPr>
        <p:spPr>
          <a:xfrm>
            <a:off x="6267678" y="3786390"/>
            <a:ext cx="936980" cy="26622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9" name="Rectangle 68">
            <a:extLst>
              <a:ext uri="{FF2B5EF4-FFF2-40B4-BE49-F238E27FC236}">
                <a16:creationId xmlns:a16="http://schemas.microsoft.com/office/drawing/2014/main" id="{07D40D71-2AD2-4C08-BF78-3554F35702D4}"/>
              </a:ext>
            </a:extLst>
          </p:cNvPr>
          <p:cNvSpPr/>
          <p:nvPr/>
        </p:nvSpPr>
        <p:spPr>
          <a:xfrm>
            <a:off x="6258384" y="4059719"/>
            <a:ext cx="936980" cy="26622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1" name="Rectangle 70">
            <a:extLst>
              <a:ext uri="{FF2B5EF4-FFF2-40B4-BE49-F238E27FC236}">
                <a16:creationId xmlns:a16="http://schemas.microsoft.com/office/drawing/2014/main" id="{076BB60C-933D-4E03-8A15-C9B3F20DE5FF}"/>
              </a:ext>
            </a:extLst>
          </p:cNvPr>
          <p:cNvSpPr/>
          <p:nvPr/>
        </p:nvSpPr>
        <p:spPr>
          <a:xfrm>
            <a:off x="6271608" y="4342802"/>
            <a:ext cx="936980" cy="26622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72" name="Straight Connector 71">
            <a:extLst>
              <a:ext uri="{FF2B5EF4-FFF2-40B4-BE49-F238E27FC236}">
                <a16:creationId xmlns:a16="http://schemas.microsoft.com/office/drawing/2014/main" id="{B361F132-5026-46BC-8433-37DD3CCEF776}"/>
              </a:ext>
            </a:extLst>
          </p:cNvPr>
          <p:cNvCxnSpPr>
            <a:cxnSpLocks/>
          </p:cNvCxnSpPr>
          <p:nvPr/>
        </p:nvCxnSpPr>
        <p:spPr>
          <a:xfrm flipV="1">
            <a:off x="1822975" y="2526878"/>
            <a:ext cx="735782" cy="1022610"/>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cxnSp>
        <p:nvCxnSpPr>
          <p:cNvPr id="78" name="Straight Connector 77">
            <a:extLst>
              <a:ext uri="{FF2B5EF4-FFF2-40B4-BE49-F238E27FC236}">
                <a16:creationId xmlns:a16="http://schemas.microsoft.com/office/drawing/2014/main" id="{3D2D1393-631C-4EAC-9F72-FEDBDFA04853}"/>
              </a:ext>
            </a:extLst>
          </p:cNvPr>
          <p:cNvCxnSpPr>
            <a:cxnSpLocks/>
            <a:endCxn id="21" idx="0"/>
          </p:cNvCxnSpPr>
          <p:nvPr/>
        </p:nvCxnSpPr>
        <p:spPr>
          <a:xfrm>
            <a:off x="3946015" y="2664384"/>
            <a:ext cx="967105" cy="2332763"/>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80" name="Rectangle 79">
            <a:extLst>
              <a:ext uri="{FF2B5EF4-FFF2-40B4-BE49-F238E27FC236}">
                <a16:creationId xmlns:a16="http://schemas.microsoft.com/office/drawing/2014/main" id="{BCB9E9F7-9F4D-45AD-BEC2-926DB517F88C}"/>
              </a:ext>
            </a:extLst>
          </p:cNvPr>
          <p:cNvSpPr/>
          <p:nvPr/>
        </p:nvSpPr>
        <p:spPr>
          <a:xfrm>
            <a:off x="6267678" y="4581596"/>
            <a:ext cx="936980" cy="26622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3" name="Rectangle 82">
            <a:extLst>
              <a:ext uri="{FF2B5EF4-FFF2-40B4-BE49-F238E27FC236}">
                <a16:creationId xmlns:a16="http://schemas.microsoft.com/office/drawing/2014/main" id="{B42DC1CB-1201-4610-BEEE-32CEC94F1E75}"/>
              </a:ext>
            </a:extLst>
          </p:cNvPr>
          <p:cNvSpPr/>
          <p:nvPr/>
        </p:nvSpPr>
        <p:spPr>
          <a:xfrm>
            <a:off x="6279877" y="4871384"/>
            <a:ext cx="936980" cy="26622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84" name="Straight Connector 83">
            <a:extLst>
              <a:ext uri="{FF2B5EF4-FFF2-40B4-BE49-F238E27FC236}">
                <a16:creationId xmlns:a16="http://schemas.microsoft.com/office/drawing/2014/main" id="{ADF83EEF-F1C2-4A69-8EED-7BEAAB118CD6}"/>
              </a:ext>
            </a:extLst>
          </p:cNvPr>
          <p:cNvCxnSpPr>
            <a:cxnSpLocks/>
            <a:stCxn id="20" idx="0"/>
            <a:endCxn id="25" idx="0"/>
          </p:cNvCxnSpPr>
          <p:nvPr/>
        </p:nvCxnSpPr>
        <p:spPr>
          <a:xfrm>
            <a:off x="3799501" y="2408240"/>
            <a:ext cx="780419" cy="0"/>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87" name="Rectangle 86">
            <a:extLst>
              <a:ext uri="{FF2B5EF4-FFF2-40B4-BE49-F238E27FC236}">
                <a16:creationId xmlns:a16="http://schemas.microsoft.com/office/drawing/2014/main" id="{4EFCCFAA-3240-4DCA-B5D4-CD7232E30784}"/>
              </a:ext>
            </a:extLst>
          </p:cNvPr>
          <p:cNvSpPr/>
          <p:nvPr/>
        </p:nvSpPr>
        <p:spPr>
          <a:xfrm>
            <a:off x="6304317" y="5169957"/>
            <a:ext cx="936980" cy="26622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88" name="Straight Connector 87">
            <a:extLst>
              <a:ext uri="{FF2B5EF4-FFF2-40B4-BE49-F238E27FC236}">
                <a16:creationId xmlns:a16="http://schemas.microsoft.com/office/drawing/2014/main" id="{D92B0372-C77A-467F-8EF5-084C6B8931F6}"/>
              </a:ext>
            </a:extLst>
          </p:cNvPr>
          <p:cNvCxnSpPr>
            <a:cxnSpLocks/>
          </p:cNvCxnSpPr>
          <p:nvPr/>
        </p:nvCxnSpPr>
        <p:spPr>
          <a:xfrm>
            <a:off x="2891893" y="2385710"/>
            <a:ext cx="782108" cy="0"/>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cxnSp>
        <p:nvCxnSpPr>
          <p:cNvPr id="92" name="Straight Connector 91">
            <a:extLst>
              <a:ext uri="{FF2B5EF4-FFF2-40B4-BE49-F238E27FC236}">
                <a16:creationId xmlns:a16="http://schemas.microsoft.com/office/drawing/2014/main" id="{29EDB6A3-4195-4FA0-B682-BCAEC791D750}"/>
              </a:ext>
            </a:extLst>
          </p:cNvPr>
          <p:cNvCxnSpPr>
            <a:cxnSpLocks/>
          </p:cNvCxnSpPr>
          <p:nvPr/>
        </p:nvCxnSpPr>
        <p:spPr>
          <a:xfrm>
            <a:off x="4815968" y="2541045"/>
            <a:ext cx="714674" cy="937183"/>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94" name="Rectangle 93">
            <a:extLst>
              <a:ext uri="{FF2B5EF4-FFF2-40B4-BE49-F238E27FC236}">
                <a16:creationId xmlns:a16="http://schemas.microsoft.com/office/drawing/2014/main" id="{2EBB90C8-2618-4003-9BEC-C3D38616BECC}"/>
              </a:ext>
            </a:extLst>
          </p:cNvPr>
          <p:cNvSpPr/>
          <p:nvPr/>
        </p:nvSpPr>
        <p:spPr>
          <a:xfrm>
            <a:off x="8634336" y="3746421"/>
            <a:ext cx="936980" cy="26622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5" name="Rectangle 94">
            <a:extLst>
              <a:ext uri="{FF2B5EF4-FFF2-40B4-BE49-F238E27FC236}">
                <a16:creationId xmlns:a16="http://schemas.microsoft.com/office/drawing/2014/main" id="{F46E2941-5CF8-4E69-BEC9-91A475E73C6A}"/>
              </a:ext>
            </a:extLst>
          </p:cNvPr>
          <p:cNvSpPr/>
          <p:nvPr/>
        </p:nvSpPr>
        <p:spPr>
          <a:xfrm>
            <a:off x="8634336" y="4044481"/>
            <a:ext cx="936980" cy="26622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6" name="TextBox 95">
            <a:extLst>
              <a:ext uri="{FF2B5EF4-FFF2-40B4-BE49-F238E27FC236}">
                <a16:creationId xmlns:a16="http://schemas.microsoft.com/office/drawing/2014/main" id="{2C863729-3D9D-422C-AADE-7BAB43663524}"/>
              </a:ext>
            </a:extLst>
          </p:cNvPr>
          <p:cNvSpPr txBox="1"/>
          <p:nvPr/>
        </p:nvSpPr>
        <p:spPr>
          <a:xfrm>
            <a:off x="8082210" y="4997147"/>
            <a:ext cx="2428870" cy="646331"/>
          </a:xfrm>
          <a:prstGeom prst="rect">
            <a:avLst/>
          </a:prstGeom>
          <a:noFill/>
        </p:spPr>
        <p:txBody>
          <a:bodyPr wrap="none" rtlCol="0">
            <a:spAutoFit/>
          </a:bodyPr>
          <a:lstStyle/>
          <a:p>
            <a:r>
              <a:rPr lang="en-US" dirty="0">
                <a:solidFill>
                  <a:srgbClr val="FF0000"/>
                </a:solidFill>
              </a:rPr>
              <a:t>STOP</a:t>
            </a:r>
          </a:p>
          <a:p>
            <a:r>
              <a:rPr lang="en-US" dirty="0">
                <a:solidFill>
                  <a:srgbClr val="FF0000"/>
                </a:solidFill>
              </a:rPr>
              <a:t>All nodes are reached</a:t>
            </a:r>
            <a:endParaRPr lang="en-GB" dirty="0">
              <a:solidFill>
                <a:srgbClr val="FF0000"/>
              </a:solidFill>
            </a:endParaRPr>
          </a:p>
        </p:txBody>
      </p:sp>
      <p:sp>
        <p:nvSpPr>
          <p:cNvPr id="97" name="Rectangle 96">
            <a:extLst>
              <a:ext uri="{FF2B5EF4-FFF2-40B4-BE49-F238E27FC236}">
                <a16:creationId xmlns:a16="http://schemas.microsoft.com/office/drawing/2014/main" id="{915674A4-EB36-4FB0-9FA6-DB7D01B4EDD8}"/>
              </a:ext>
            </a:extLst>
          </p:cNvPr>
          <p:cNvSpPr/>
          <p:nvPr/>
        </p:nvSpPr>
        <p:spPr>
          <a:xfrm>
            <a:off x="8082209" y="5046764"/>
            <a:ext cx="2428869" cy="835174"/>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8" name="Rectangle 97">
            <a:extLst>
              <a:ext uri="{FF2B5EF4-FFF2-40B4-BE49-F238E27FC236}">
                <a16:creationId xmlns:a16="http://schemas.microsoft.com/office/drawing/2014/main" id="{891CAE30-A7DF-4EAA-A26C-CA0E3C089A43}"/>
              </a:ext>
            </a:extLst>
          </p:cNvPr>
          <p:cNvSpPr/>
          <p:nvPr/>
        </p:nvSpPr>
        <p:spPr>
          <a:xfrm flipV="1">
            <a:off x="5580596" y="5800152"/>
            <a:ext cx="1738617" cy="19885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9" name="Rectangle 98">
            <a:extLst>
              <a:ext uri="{FF2B5EF4-FFF2-40B4-BE49-F238E27FC236}">
                <a16:creationId xmlns:a16="http://schemas.microsoft.com/office/drawing/2014/main" id="{DF5CD1E2-E994-4833-8587-F37C181DB93E}"/>
              </a:ext>
            </a:extLst>
          </p:cNvPr>
          <p:cNvSpPr/>
          <p:nvPr/>
        </p:nvSpPr>
        <p:spPr>
          <a:xfrm>
            <a:off x="6258384" y="5435885"/>
            <a:ext cx="936980" cy="26622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26911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wipe(up)">
                                      <p:cBhvr>
                                        <p:cTn id="11" dur="10000"/>
                                        <p:tgtEl>
                                          <p:spTgt spid="4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4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xit" presetSubtype="0" fill="hold" grpId="0" nodeType="clickEffect">
                                  <p:stCondLst>
                                    <p:cond delay="0"/>
                                  </p:stCondLst>
                                  <p:childTnLst>
                                    <p:set>
                                      <p:cBhvr>
                                        <p:cTn id="19" dur="1" fill="hold">
                                          <p:stCondLst>
                                            <p:cond delay="0"/>
                                          </p:stCondLst>
                                        </p:cTn>
                                        <p:tgtEl>
                                          <p:spTgt spid="58"/>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5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xit" presetSubtype="0" fill="hold" grpId="0" nodeType="clickEffect">
                                  <p:stCondLst>
                                    <p:cond delay="0"/>
                                  </p:stCondLst>
                                  <p:childTnLst>
                                    <p:set>
                                      <p:cBhvr>
                                        <p:cTn id="31" dur="1" fill="hold">
                                          <p:stCondLst>
                                            <p:cond delay="0"/>
                                          </p:stCondLst>
                                        </p:cTn>
                                        <p:tgtEl>
                                          <p:spTgt spid="62"/>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54"/>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grpId="0" nodeType="clickEffect">
                                  <p:stCondLst>
                                    <p:cond delay="0"/>
                                  </p:stCondLst>
                                  <p:childTnLst>
                                    <p:set>
                                      <p:cBhvr>
                                        <p:cTn id="39" dur="1" fill="hold">
                                          <p:stCondLst>
                                            <p:cond delay="0"/>
                                          </p:stCondLst>
                                        </p:cTn>
                                        <p:tgtEl>
                                          <p:spTgt spid="69"/>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56"/>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xit" presetSubtype="0" fill="hold" grpId="0" nodeType="clickEffect">
                                  <p:stCondLst>
                                    <p:cond delay="0"/>
                                  </p:stCondLst>
                                  <p:childTnLst>
                                    <p:set>
                                      <p:cBhvr>
                                        <p:cTn id="47" dur="1" fill="hold">
                                          <p:stCondLst>
                                            <p:cond delay="0"/>
                                          </p:stCondLst>
                                        </p:cTn>
                                        <p:tgtEl>
                                          <p:spTgt spid="71"/>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72"/>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xit" presetSubtype="0" fill="hold" grpId="0" nodeType="clickEffect">
                                  <p:stCondLst>
                                    <p:cond delay="0"/>
                                  </p:stCondLst>
                                  <p:childTnLst>
                                    <p:set>
                                      <p:cBhvr>
                                        <p:cTn id="55" dur="1" fill="hold">
                                          <p:stCondLst>
                                            <p:cond delay="0"/>
                                          </p:stCondLst>
                                        </p:cTn>
                                        <p:tgtEl>
                                          <p:spTgt spid="80"/>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78"/>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xit" presetSubtype="0" fill="hold" grpId="0" nodeType="clickEffect">
                                  <p:stCondLst>
                                    <p:cond delay="0"/>
                                  </p:stCondLst>
                                  <p:childTnLst>
                                    <p:set>
                                      <p:cBhvr>
                                        <p:cTn id="63" dur="1" fill="hold">
                                          <p:stCondLst>
                                            <p:cond delay="0"/>
                                          </p:stCondLst>
                                        </p:cTn>
                                        <p:tgtEl>
                                          <p:spTgt spid="94"/>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1" presetClass="exit" presetSubtype="0" fill="hold" grpId="0" nodeType="clickEffect">
                                  <p:stCondLst>
                                    <p:cond delay="0"/>
                                  </p:stCondLst>
                                  <p:childTnLst>
                                    <p:set>
                                      <p:cBhvr>
                                        <p:cTn id="67" dur="1" fill="hold">
                                          <p:stCondLst>
                                            <p:cond delay="0"/>
                                          </p:stCondLst>
                                        </p:cTn>
                                        <p:tgtEl>
                                          <p:spTgt spid="83"/>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84"/>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xit" presetSubtype="0" fill="hold" grpId="0" nodeType="clickEffect">
                                  <p:stCondLst>
                                    <p:cond delay="0"/>
                                  </p:stCondLst>
                                  <p:childTnLst>
                                    <p:set>
                                      <p:cBhvr>
                                        <p:cTn id="75" dur="1" fill="hold">
                                          <p:stCondLst>
                                            <p:cond delay="0"/>
                                          </p:stCondLst>
                                        </p:cTn>
                                        <p:tgtEl>
                                          <p:spTgt spid="95"/>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1" presetClass="exit" presetSubtype="0" fill="hold" grpId="0" nodeType="clickEffect">
                                  <p:stCondLst>
                                    <p:cond delay="0"/>
                                  </p:stCondLst>
                                  <p:childTnLst>
                                    <p:set>
                                      <p:cBhvr>
                                        <p:cTn id="79" dur="1" fill="hold">
                                          <p:stCondLst>
                                            <p:cond delay="0"/>
                                          </p:stCondLst>
                                        </p:cTn>
                                        <p:tgtEl>
                                          <p:spTgt spid="87"/>
                                        </p:tgtEl>
                                        <p:attrNameLst>
                                          <p:attrName>style.visibility</p:attrName>
                                        </p:attrNameLst>
                                      </p:cBhvr>
                                      <p:to>
                                        <p:strVal val="hidden"/>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clickEffect">
                                  <p:stCondLst>
                                    <p:cond delay="0"/>
                                  </p:stCondLst>
                                  <p:childTnLst>
                                    <p:set>
                                      <p:cBhvr>
                                        <p:cTn id="83" dur="1" fill="hold">
                                          <p:stCondLst>
                                            <p:cond delay="0"/>
                                          </p:stCondLst>
                                        </p:cTn>
                                        <p:tgtEl>
                                          <p:spTgt spid="88"/>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xit" presetSubtype="0" fill="hold" grpId="0" nodeType="clickEffect">
                                  <p:stCondLst>
                                    <p:cond delay="0"/>
                                  </p:stCondLst>
                                  <p:childTnLst>
                                    <p:set>
                                      <p:cBhvr>
                                        <p:cTn id="87" dur="1" fill="hold">
                                          <p:stCondLst>
                                            <p:cond delay="0"/>
                                          </p:stCondLst>
                                        </p:cTn>
                                        <p:tgtEl>
                                          <p:spTgt spid="99"/>
                                        </p:tgtEl>
                                        <p:attrNameLst>
                                          <p:attrName>style.visibility</p:attrName>
                                        </p:attrNameLst>
                                      </p:cBhvr>
                                      <p:to>
                                        <p:strVal val="hidden"/>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nodeType="clickEffect">
                                  <p:stCondLst>
                                    <p:cond delay="0"/>
                                  </p:stCondLst>
                                  <p:childTnLst>
                                    <p:set>
                                      <p:cBhvr>
                                        <p:cTn id="91" dur="1" fill="hold">
                                          <p:stCondLst>
                                            <p:cond delay="0"/>
                                          </p:stCondLst>
                                        </p:cTn>
                                        <p:tgtEl>
                                          <p:spTgt spid="92"/>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xit" presetSubtype="0" fill="hold" grpId="0" nodeType="clickEffect">
                                  <p:stCondLst>
                                    <p:cond delay="0"/>
                                  </p:stCondLst>
                                  <p:childTnLst>
                                    <p:set>
                                      <p:cBhvr>
                                        <p:cTn id="95" dur="1" fill="hold">
                                          <p:stCondLst>
                                            <p:cond delay="0"/>
                                          </p:stCondLst>
                                        </p:cTn>
                                        <p:tgtEl>
                                          <p:spTgt spid="97"/>
                                        </p:tgtEl>
                                        <p:attrNameLst>
                                          <p:attrName>style.visibility</p:attrName>
                                        </p:attrNameLst>
                                      </p:cBhvr>
                                      <p:to>
                                        <p:strVal val="hidden"/>
                                      </p:to>
                                    </p:set>
                                  </p:childTnLst>
                                </p:cTn>
                              </p:par>
                            </p:childTnLst>
                          </p:cTn>
                        </p:par>
                      </p:childTnLst>
                    </p:cTn>
                  </p:par>
                  <p:par>
                    <p:cTn id="96" fill="hold">
                      <p:stCondLst>
                        <p:cond delay="indefinite"/>
                      </p:stCondLst>
                      <p:childTnLst>
                        <p:par>
                          <p:cTn id="97" fill="hold">
                            <p:stCondLst>
                              <p:cond delay="0"/>
                            </p:stCondLst>
                            <p:childTnLst>
                              <p:par>
                                <p:cTn id="98" presetID="1" presetClass="exit" presetSubtype="0" fill="hold" grpId="0" nodeType="clickEffect">
                                  <p:stCondLst>
                                    <p:cond delay="0"/>
                                  </p:stCondLst>
                                  <p:childTnLst>
                                    <p:set>
                                      <p:cBhvr>
                                        <p:cTn id="99" dur="1" fill="hold">
                                          <p:stCondLst>
                                            <p:cond delay="0"/>
                                          </p:stCondLst>
                                        </p:cTn>
                                        <p:tgtEl>
                                          <p:spTgt spid="9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5" grpId="0"/>
      <p:bldP spid="46" grpId="0"/>
      <p:bldP spid="50" grpId="0"/>
      <p:bldP spid="58" grpId="0" animBg="1"/>
      <p:bldP spid="62" grpId="0" animBg="1"/>
      <p:bldP spid="69" grpId="0" animBg="1"/>
      <p:bldP spid="71" grpId="0" animBg="1"/>
      <p:bldP spid="80" grpId="0" animBg="1"/>
      <p:bldP spid="83" grpId="0" animBg="1"/>
      <p:bldP spid="87" grpId="0" animBg="1"/>
      <p:bldP spid="94" grpId="0" animBg="1"/>
      <p:bldP spid="95" grpId="0" animBg="1"/>
      <p:bldP spid="97" grpId="0" animBg="1"/>
      <p:bldP spid="98" grpId="0" animBg="1"/>
      <p:bldP spid="9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Steps of Prim's Algorithm:</a:t>
            </a:r>
            <a:endParaRPr lang="en-GB" dirty="0"/>
          </a:p>
        </p:txBody>
      </p:sp>
      <p:sp>
        <p:nvSpPr>
          <p:cNvPr id="3" name="Content Placeholder 2"/>
          <p:cNvSpPr>
            <a:spLocks noGrp="1"/>
          </p:cNvSpPr>
          <p:nvPr>
            <p:ph idx="1"/>
          </p:nvPr>
        </p:nvSpPr>
        <p:spPr/>
        <p:txBody>
          <a:bodyPr/>
          <a:lstStyle/>
          <a:p>
            <a:pPr marL="742950" lvl="0" indent="-742950">
              <a:buFont typeface="+mj-lt"/>
              <a:buAutoNum type="arabicPeriod"/>
            </a:pPr>
            <a:r>
              <a:rPr lang="en-GB" sz="2400" dirty="0"/>
              <a:t>Begin with any vertex which you think would be suitable and add it to the tree.</a:t>
            </a:r>
          </a:p>
          <a:p>
            <a:pPr marL="742950" lvl="0" indent="-742950">
              <a:buFont typeface="+mj-lt"/>
              <a:buAutoNum type="arabicPeriod"/>
            </a:pPr>
            <a:r>
              <a:rPr lang="en-GB" sz="2400" dirty="0"/>
              <a:t>Find the lowest weighted edge that connects any vertex in the tree to any vertex that is not in the tree. Note that, we should not form cycles.</a:t>
            </a:r>
          </a:p>
          <a:p>
            <a:pPr marL="742950" lvl="0" indent="-742950">
              <a:buFont typeface="+mj-lt"/>
              <a:buAutoNum type="arabicPeriod"/>
            </a:pPr>
            <a:r>
              <a:rPr lang="en-GB" sz="2400" dirty="0"/>
              <a:t>Stop when n - 1 edges have been added to the tree.</a:t>
            </a:r>
          </a:p>
          <a:p>
            <a:pPr marL="0" lvl="1" indent="0">
              <a:buNone/>
            </a:pPr>
            <a:r>
              <a:rPr lang="en-GB" sz="2800" dirty="0">
                <a:hlinkClick r:id="rId2"/>
              </a:rPr>
              <a:t>Prim's Algorithm</a:t>
            </a:r>
            <a:endParaRPr lang="en-GB" sz="2800" dirty="0"/>
          </a:p>
          <a:p>
            <a:pPr marL="0" indent="0">
              <a:buNone/>
            </a:pPr>
            <a:endParaRPr lang="en-GB" dirty="0"/>
          </a:p>
          <a:p>
            <a:endParaRPr lang="en-GB" dirty="0"/>
          </a:p>
        </p:txBody>
      </p:sp>
      <p:sp>
        <p:nvSpPr>
          <p:cNvPr id="4" name="Date Placeholder 3"/>
          <p:cNvSpPr>
            <a:spLocks noGrp="1"/>
          </p:cNvSpPr>
          <p:nvPr>
            <p:ph type="dt" sz="half" idx="10"/>
          </p:nvPr>
        </p:nvSpPr>
        <p:spPr/>
        <p:txBody>
          <a:bodyPr/>
          <a:lstStyle/>
          <a:p>
            <a:fld id="{6259E3B1-9479-41B8-8DEF-7E12DC3BEA11}" type="datetime1">
              <a:rPr lang="en-GB" altLang="en-US" smtClean="0"/>
              <a:t>22/01/2025</a:t>
            </a:fld>
            <a:endParaRPr lang="en-US" altLang="en-US"/>
          </a:p>
        </p:txBody>
      </p:sp>
    </p:spTree>
    <p:extLst>
      <p:ext uri="{BB962C8B-B14F-4D97-AF65-F5344CB8AC3E}">
        <p14:creationId xmlns:p14="http://schemas.microsoft.com/office/powerpoint/2010/main" val="9692901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06612-5499-4F7C-9827-BCD3F405231B}"/>
              </a:ext>
            </a:extLst>
          </p:cNvPr>
          <p:cNvSpPr>
            <a:spLocks noGrp="1"/>
          </p:cNvSpPr>
          <p:nvPr>
            <p:ph type="title"/>
          </p:nvPr>
        </p:nvSpPr>
        <p:spPr/>
        <p:txBody>
          <a:bodyPr/>
          <a:lstStyle/>
          <a:p>
            <a:endParaRPr lang="en-GB"/>
          </a:p>
        </p:txBody>
      </p:sp>
      <p:sp>
        <p:nvSpPr>
          <p:cNvPr id="3" name="Date Placeholder 2">
            <a:extLst>
              <a:ext uri="{FF2B5EF4-FFF2-40B4-BE49-F238E27FC236}">
                <a16:creationId xmlns:a16="http://schemas.microsoft.com/office/drawing/2014/main" id="{7159A904-792F-4B7E-8C49-09294CE4F1DF}"/>
              </a:ext>
            </a:extLst>
          </p:cNvPr>
          <p:cNvSpPr>
            <a:spLocks noGrp="1"/>
          </p:cNvSpPr>
          <p:nvPr>
            <p:ph type="dt" sz="half" idx="10"/>
          </p:nvPr>
        </p:nvSpPr>
        <p:spPr/>
        <p:txBody>
          <a:bodyPr/>
          <a:lstStyle/>
          <a:p>
            <a:fld id="{99967B26-9529-42D6-AB32-22DD92B6DABE}" type="datetime1">
              <a:rPr lang="en-GB" altLang="en-US" smtClean="0"/>
              <a:t>22/01/2025</a:t>
            </a:fld>
            <a:endParaRPr lang="en-US" altLang="en-US"/>
          </a:p>
        </p:txBody>
      </p:sp>
      <p:grpSp>
        <p:nvGrpSpPr>
          <p:cNvPr id="4" name="Group 3">
            <a:extLst>
              <a:ext uri="{FF2B5EF4-FFF2-40B4-BE49-F238E27FC236}">
                <a16:creationId xmlns:a16="http://schemas.microsoft.com/office/drawing/2014/main" id="{1A658EFE-EC36-4337-A093-166701594DAA}"/>
              </a:ext>
            </a:extLst>
          </p:cNvPr>
          <p:cNvGrpSpPr/>
          <p:nvPr/>
        </p:nvGrpSpPr>
        <p:grpSpPr>
          <a:xfrm>
            <a:off x="813750" y="1765354"/>
            <a:ext cx="8411926" cy="4673171"/>
            <a:chOff x="813750" y="1765354"/>
            <a:chExt cx="8411926" cy="4673171"/>
          </a:xfrm>
        </p:grpSpPr>
        <p:sp>
          <p:nvSpPr>
            <p:cNvPr id="5" name="TextBox 4">
              <a:extLst>
                <a:ext uri="{FF2B5EF4-FFF2-40B4-BE49-F238E27FC236}">
                  <a16:creationId xmlns:a16="http://schemas.microsoft.com/office/drawing/2014/main" id="{79A03E0C-5A9B-4952-9FB3-823E38E820CB}"/>
                </a:ext>
              </a:extLst>
            </p:cNvPr>
            <p:cNvSpPr txBox="1"/>
            <p:nvPr/>
          </p:nvSpPr>
          <p:spPr>
            <a:xfrm>
              <a:off x="2979058" y="4459090"/>
              <a:ext cx="312906" cy="369332"/>
            </a:xfrm>
            <a:prstGeom prst="rect">
              <a:avLst/>
            </a:prstGeom>
            <a:noFill/>
          </p:spPr>
          <p:txBody>
            <a:bodyPr wrap="none" rtlCol="0">
              <a:spAutoFit/>
            </a:bodyPr>
            <a:lstStyle/>
            <a:p>
              <a:r>
                <a:rPr lang="en-US" dirty="0">
                  <a:solidFill>
                    <a:schemeClr val="tx1"/>
                  </a:solidFill>
                </a:rPr>
                <a:t>7</a:t>
              </a:r>
              <a:endParaRPr lang="en-GB" dirty="0">
                <a:solidFill>
                  <a:schemeClr val="tx1"/>
                </a:solidFill>
              </a:endParaRPr>
            </a:p>
          </p:txBody>
        </p:sp>
        <p:grpSp>
          <p:nvGrpSpPr>
            <p:cNvPr id="6" name="Group 5">
              <a:extLst>
                <a:ext uri="{FF2B5EF4-FFF2-40B4-BE49-F238E27FC236}">
                  <a16:creationId xmlns:a16="http://schemas.microsoft.com/office/drawing/2014/main" id="{A8126F69-E320-4D5C-9448-CE65BEC54286}"/>
                </a:ext>
              </a:extLst>
            </p:cNvPr>
            <p:cNvGrpSpPr/>
            <p:nvPr/>
          </p:nvGrpSpPr>
          <p:grpSpPr>
            <a:xfrm>
              <a:off x="813750" y="2021277"/>
              <a:ext cx="8411926" cy="4338436"/>
              <a:chOff x="813750" y="2021277"/>
              <a:chExt cx="8411926" cy="4338436"/>
            </a:xfrm>
          </p:grpSpPr>
          <p:sp>
            <p:nvSpPr>
              <p:cNvPr id="18" name="TextBox 17">
                <a:extLst>
                  <a:ext uri="{FF2B5EF4-FFF2-40B4-BE49-F238E27FC236}">
                    <a16:creationId xmlns:a16="http://schemas.microsoft.com/office/drawing/2014/main" id="{FB7B4031-02D7-4ECD-ABD1-616BBFC70200}"/>
                  </a:ext>
                </a:extLst>
              </p:cNvPr>
              <p:cNvSpPr txBox="1"/>
              <p:nvPr/>
            </p:nvSpPr>
            <p:spPr>
              <a:xfrm>
                <a:off x="813750" y="3874335"/>
                <a:ext cx="425527" cy="369332"/>
              </a:xfrm>
              <a:prstGeom prst="rect">
                <a:avLst/>
              </a:prstGeom>
              <a:noFill/>
            </p:spPr>
            <p:txBody>
              <a:bodyPr wrap="square" rtlCol="0">
                <a:spAutoFit/>
              </a:bodyPr>
              <a:lstStyle/>
              <a:p>
                <a:r>
                  <a:rPr lang="en-US" b="1" dirty="0">
                    <a:solidFill>
                      <a:schemeClr val="tx1"/>
                    </a:solidFill>
                  </a:rPr>
                  <a:t>A</a:t>
                </a:r>
                <a:endParaRPr lang="en-GB" b="1" dirty="0">
                  <a:solidFill>
                    <a:schemeClr val="tx1"/>
                  </a:solidFill>
                </a:endParaRPr>
              </a:p>
            </p:txBody>
          </p:sp>
          <p:sp>
            <p:nvSpPr>
              <p:cNvPr id="19" name="TextBox 18">
                <a:extLst>
                  <a:ext uri="{FF2B5EF4-FFF2-40B4-BE49-F238E27FC236}">
                    <a16:creationId xmlns:a16="http://schemas.microsoft.com/office/drawing/2014/main" id="{F24F5BC7-9FF9-4F03-A9F9-7831FC14018F}"/>
                  </a:ext>
                </a:extLst>
              </p:cNvPr>
              <p:cNvSpPr txBox="1"/>
              <p:nvPr/>
            </p:nvSpPr>
            <p:spPr>
              <a:xfrm>
                <a:off x="2677572" y="2021277"/>
                <a:ext cx="351378" cy="369332"/>
              </a:xfrm>
              <a:prstGeom prst="rect">
                <a:avLst/>
              </a:prstGeom>
              <a:noFill/>
            </p:spPr>
            <p:txBody>
              <a:bodyPr wrap="none" rtlCol="0">
                <a:spAutoFit/>
              </a:bodyPr>
              <a:lstStyle/>
              <a:p>
                <a:r>
                  <a:rPr lang="en-US" b="1" dirty="0">
                    <a:solidFill>
                      <a:schemeClr val="tx1"/>
                    </a:solidFill>
                  </a:rPr>
                  <a:t>B</a:t>
                </a:r>
                <a:endParaRPr lang="en-GB" b="1" dirty="0">
                  <a:solidFill>
                    <a:schemeClr val="tx1"/>
                  </a:solidFill>
                </a:endParaRPr>
              </a:p>
            </p:txBody>
          </p:sp>
          <p:sp>
            <p:nvSpPr>
              <p:cNvPr id="20" name="TextBox 19">
                <a:extLst>
                  <a:ext uri="{FF2B5EF4-FFF2-40B4-BE49-F238E27FC236}">
                    <a16:creationId xmlns:a16="http://schemas.microsoft.com/office/drawing/2014/main" id="{1C0F74FA-0136-4EAF-8F52-54F17B510BB5}"/>
                  </a:ext>
                </a:extLst>
              </p:cNvPr>
              <p:cNvSpPr txBox="1"/>
              <p:nvPr/>
            </p:nvSpPr>
            <p:spPr>
              <a:xfrm>
                <a:off x="5044256" y="2072791"/>
                <a:ext cx="351378" cy="369332"/>
              </a:xfrm>
              <a:prstGeom prst="rect">
                <a:avLst/>
              </a:prstGeom>
              <a:noFill/>
            </p:spPr>
            <p:txBody>
              <a:bodyPr wrap="none" rtlCol="0">
                <a:spAutoFit/>
              </a:bodyPr>
              <a:lstStyle/>
              <a:p>
                <a:r>
                  <a:rPr lang="en-US" b="1" dirty="0">
                    <a:solidFill>
                      <a:schemeClr val="tx1"/>
                    </a:solidFill>
                  </a:rPr>
                  <a:t>C</a:t>
                </a:r>
                <a:endParaRPr lang="en-GB" b="1" dirty="0">
                  <a:solidFill>
                    <a:schemeClr val="tx1"/>
                  </a:solidFill>
                </a:endParaRPr>
              </a:p>
            </p:txBody>
          </p:sp>
          <p:sp>
            <p:nvSpPr>
              <p:cNvPr id="21" name="TextBox 20">
                <a:extLst>
                  <a:ext uri="{FF2B5EF4-FFF2-40B4-BE49-F238E27FC236}">
                    <a16:creationId xmlns:a16="http://schemas.microsoft.com/office/drawing/2014/main" id="{64ACFD5F-6282-4C8F-806B-41B2DE2F5935}"/>
                  </a:ext>
                </a:extLst>
              </p:cNvPr>
              <p:cNvSpPr txBox="1"/>
              <p:nvPr/>
            </p:nvSpPr>
            <p:spPr>
              <a:xfrm>
                <a:off x="7489172" y="5805715"/>
                <a:ext cx="325730" cy="369332"/>
              </a:xfrm>
              <a:prstGeom prst="rect">
                <a:avLst/>
              </a:prstGeom>
              <a:noFill/>
            </p:spPr>
            <p:txBody>
              <a:bodyPr wrap="none" rtlCol="0">
                <a:spAutoFit/>
              </a:bodyPr>
              <a:lstStyle/>
              <a:p>
                <a:r>
                  <a:rPr lang="en-US" b="1" dirty="0">
                    <a:solidFill>
                      <a:schemeClr val="tx1"/>
                    </a:solidFill>
                  </a:rPr>
                  <a:t>F</a:t>
                </a:r>
                <a:endParaRPr lang="en-GB" b="1" dirty="0">
                  <a:solidFill>
                    <a:schemeClr val="tx1"/>
                  </a:solidFill>
                </a:endParaRPr>
              </a:p>
            </p:txBody>
          </p:sp>
          <p:sp>
            <p:nvSpPr>
              <p:cNvPr id="22" name="TextBox 21">
                <a:extLst>
                  <a:ext uri="{FF2B5EF4-FFF2-40B4-BE49-F238E27FC236}">
                    <a16:creationId xmlns:a16="http://schemas.microsoft.com/office/drawing/2014/main" id="{2EEE2EDE-C5BE-4FBC-880A-59FC375D544B}"/>
                  </a:ext>
                </a:extLst>
              </p:cNvPr>
              <p:cNvSpPr txBox="1"/>
              <p:nvPr/>
            </p:nvSpPr>
            <p:spPr>
              <a:xfrm>
                <a:off x="8874298" y="3595171"/>
                <a:ext cx="351378" cy="369332"/>
              </a:xfrm>
              <a:prstGeom prst="rect">
                <a:avLst/>
              </a:prstGeom>
              <a:noFill/>
            </p:spPr>
            <p:txBody>
              <a:bodyPr wrap="none" rtlCol="0">
                <a:spAutoFit/>
              </a:bodyPr>
              <a:lstStyle/>
              <a:p>
                <a:r>
                  <a:rPr lang="en-US" b="1" dirty="0">
                    <a:solidFill>
                      <a:schemeClr val="tx1"/>
                    </a:solidFill>
                  </a:rPr>
                  <a:t>E</a:t>
                </a:r>
                <a:endParaRPr lang="en-GB" b="1" dirty="0">
                  <a:solidFill>
                    <a:schemeClr val="tx1"/>
                  </a:solidFill>
                </a:endParaRPr>
              </a:p>
            </p:txBody>
          </p:sp>
          <p:sp>
            <p:nvSpPr>
              <p:cNvPr id="23" name="TextBox 22">
                <a:extLst>
                  <a:ext uri="{FF2B5EF4-FFF2-40B4-BE49-F238E27FC236}">
                    <a16:creationId xmlns:a16="http://schemas.microsoft.com/office/drawing/2014/main" id="{3C009C46-E263-4D43-A80C-FB80A7C7A5A9}"/>
                  </a:ext>
                </a:extLst>
              </p:cNvPr>
              <p:cNvSpPr txBox="1"/>
              <p:nvPr/>
            </p:nvSpPr>
            <p:spPr>
              <a:xfrm>
                <a:off x="5345906" y="5805715"/>
                <a:ext cx="364202" cy="369332"/>
              </a:xfrm>
              <a:prstGeom prst="rect">
                <a:avLst/>
              </a:prstGeom>
              <a:noFill/>
            </p:spPr>
            <p:txBody>
              <a:bodyPr wrap="none" rtlCol="0">
                <a:spAutoFit/>
              </a:bodyPr>
              <a:lstStyle/>
              <a:p>
                <a:r>
                  <a:rPr lang="en-US" b="1" dirty="0">
                    <a:solidFill>
                      <a:schemeClr val="tx1"/>
                    </a:solidFill>
                  </a:rPr>
                  <a:t>G</a:t>
                </a:r>
                <a:endParaRPr lang="en-GB" b="1" dirty="0">
                  <a:solidFill>
                    <a:schemeClr val="tx1"/>
                  </a:solidFill>
                </a:endParaRPr>
              </a:p>
            </p:txBody>
          </p:sp>
          <p:sp>
            <p:nvSpPr>
              <p:cNvPr id="24" name="TextBox 23">
                <a:extLst>
                  <a:ext uri="{FF2B5EF4-FFF2-40B4-BE49-F238E27FC236}">
                    <a16:creationId xmlns:a16="http://schemas.microsoft.com/office/drawing/2014/main" id="{84BC35D1-779F-4395-97A8-AAF0A519B1AD}"/>
                  </a:ext>
                </a:extLst>
              </p:cNvPr>
              <p:cNvSpPr txBox="1"/>
              <p:nvPr/>
            </p:nvSpPr>
            <p:spPr>
              <a:xfrm>
                <a:off x="2011834" y="5990381"/>
                <a:ext cx="351378" cy="369332"/>
              </a:xfrm>
              <a:prstGeom prst="rect">
                <a:avLst/>
              </a:prstGeom>
              <a:noFill/>
            </p:spPr>
            <p:txBody>
              <a:bodyPr wrap="none" rtlCol="0">
                <a:spAutoFit/>
              </a:bodyPr>
              <a:lstStyle/>
              <a:p>
                <a:r>
                  <a:rPr lang="en-US" b="1" dirty="0">
                    <a:solidFill>
                      <a:schemeClr val="tx1"/>
                    </a:solidFill>
                  </a:rPr>
                  <a:t>H</a:t>
                </a:r>
                <a:endParaRPr lang="en-GB" b="1" dirty="0">
                  <a:solidFill>
                    <a:schemeClr val="tx1"/>
                  </a:solidFill>
                </a:endParaRPr>
              </a:p>
            </p:txBody>
          </p:sp>
          <p:sp>
            <p:nvSpPr>
              <p:cNvPr id="25" name="Rectangle 24">
                <a:extLst>
                  <a:ext uri="{FF2B5EF4-FFF2-40B4-BE49-F238E27FC236}">
                    <a16:creationId xmlns:a16="http://schemas.microsoft.com/office/drawing/2014/main" id="{E7D1DB98-D7CA-40F7-98AE-4B4A6F9C7A81}"/>
                  </a:ext>
                </a:extLst>
              </p:cNvPr>
              <p:cNvSpPr/>
              <p:nvPr/>
            </p:nvSpPr>
            <p:spPr>
              <a:xfrm>
                <a:off x="6748655" y="2072791"/>
                <a:ext cx="351378" cy="369332"/>
              </a:xfrm>
              <a:prstGeom prst="rect">
                <a:avLst/>
              </a:prstGeom>
            </p:spPr>
            <p:txBody>
              <a:bodyPr wrap="none">
                <a:spAutoFit/>
              </a:bodyPr>
              <a:lstStyle/>
              <a:p>
                <a:r>
                  <a:rPr lang="en-US" b="1" dirty="0">
                    <a:solidFill>
                      <a:schemeClr val="tx1"/>
                    </a:solidFill>
                  </a:rPr>
                  <a:t>D</a:t>
                </a:r>
                <a:endParaRPr lang="en-GB" b="1" dirty="0">
                  <a:solidFill>
                    <a:schemeClr val="tx1"/>
                  </a:solidFill>
                </a:endParaRPr>
              </a:p>
            </p:txBody>
          </p:sp>
          <p:sp>
            <p:nvSpPr>
              <p:cNvPr id="26" name="TextBox 25">
                <a:extLst>
                  <a:ext uri="{FF2B5EF4-FFF2-40B4-BE49-F238E27FC236}">
                    <a16:creationId xmlns:a16="http://schemas.microsoft.com/office/drawing/2014/main" id="{4DFF4F3F-1868-48EF-910E-64FF0258019B}"/>
                  </a:ext>
                </a:extLst>
              </p:cNvPr>
              <p:cNvSpPr txBox="1"/>
              <p:nvPr/>
            </p:nvSpPr>
            <p:spPr>
              <a:xfrm>
                <a:off x="3442449" y="3907063"/>
                <a:ext cx="248786" cy="369332"/>
              </a:xfrm>
              <a:prstGeom prst="rect">
                <a:avLst/>
              </a:prstGeom>
              <a:noFill/>
            </p:spPr>
            <p:txBody>
              <a:bodyPr wrap="none" rtlCol="0">
                <a:spAutoFit/>
              </a:bodyPr>
              <a:lstStyle/>
              <a:p>
                <a:r>
                  <a:rPr lang="en-US" b="1" dirty="0">
                    <a:solidFill>
                      <a:schemeClr val="tx1"/>
                    </a:solidFill>
                  </a:rPr>
                  <a:t>I</a:t>
                </a:r>
                <a:endParaRPr lang="en-GB" b="1" dirty="0">
                  <a:solidFill>
                    <a:schemeClr val="tx1"/>
                  </a:solidFill>
                </a:endParaRPr>
              </a:p>
            </p:txBody>
          </p:sp>
          <p:cxnSp>
            <p:nvCxnSpPr>
              <p:cNvPr id="27" name="Straight Connector 26">
                <a:extLst>
                  <a:ext uri="{FF2B5EF4-FFF2-40B4-BE49-F238E27FC236}">
                    <a16:creationId xmlns:a16="http://schemas.microsoft.com/office/drawing/2014/main" id="{3A07372C-D232-4B29-8E41-24A5D25E64D7}"/>
                  </a:ext>
                </a:extLst>
              </p:cNvPr>
              <p:cNvCxnSpPr/>
              <p:nvPr/>
            </p:nvCxnSpPr>
            <p:spPr>
              <a:xfrm flipV="1">
                <a:off x="1026514" y="2257457"/>
                <a:ext cx="1655096" cy="17343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6FF4EFFA-01A3-454E-8E32-BDD991085C3F}"/>
                  </a:ext>
                </a:extLst>
              </p:cNvPr>
              <p:cNvCxnSpPr>
                <a:cxnSpLocks/>
                <a:stCxn id="18" idx="2"/>
                <a:endCxn id="24" idx="0"/>
              </p:cNvCxnSpPr>
              <p:nvPr/>
            </p:nvCxnSpPr>
            <p:spPr>
              <a:xfrm>
                <a:off x="1026514" y="4243667"/>
                <a:ext cx="1161009" cy="1746714"/>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52ECA9CD-0B4D-4199-8591-D1A57993C999}"/>
                  </a:ext>
                </a:extLst>
              </p:cNvPr>
              <p:cNvCxnSpPr>
                <a:stCxn id="19" idx="3"/>
                <a:endCxn id="20" idx="1"/>
              </p:cNvCxnSpPr>
              <p:nvPr/>
            </p:nvCxnSpPr>
            <p:spPr>
              <a:xfrm>
                <a:off x="3028950" y="2205943"/>
                <a:ext cx="2015306" cy="51514"/>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2288AB88-E204-4280-8762-637B7E978DD3}"/>
                  </a:ext>
                </a:extLst>
              </p:cNvPr>
              <p:cNvCxnSpPr>
                <a:cxnSpLocks/>
                <a:stCxn id="19" idx="2"/>
              </p:cNvCxnSpPr>
              <p:nvPr/>
            </p:nvCxnSpPr>
            <p:spPr>
              <a:xfrm flipH="1">
                <a:off x="2313022" y="2390609"/>
                <a:ext cx="540239" cy="3637684"/>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C4B6E565-9208-4991-801D-8125F4F53953}"/>
                  </a:ext>
                </a:extLst>
              </p:cNvPr>
              <p:cNvCxnSpPr>
                <a:cxnSpLocks/>
              </p:cNvCxnSpPr>
              <p:nvPr/>
            </p:nvCxnSpPr>
            <p:spPr>
              <a:xfrm flipH="1">
                <a:off x="2363212" y="4325938"/>
                <a:ext cx="1203630" cy="1664443"/>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F2A1291-87FA-4D4F-9595-D2EB956A84F7}"/>
                  </a:ext>
                </a:extLst>
              </p:cNvPr>
              <p:cNvCxnSpPr>
                <a:stCxn id="20" idx="1"/>
                <a:endCxn id="26" idx="3"/>
              </p:cNvCxnSpPr>
              <p:nvPr/>
            </p:nvCxnSpPr>
            <p:spPr>
              <a:xfrm flipH="1">
                <a:off x="3691235" y="2257457"/>
                <a:ext cx="1353021" cy="1834272"/>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6F1F93AD-BEDA-46D9-B1E7-BE0588E70CF2}"/>
                  </a:ext>
                </a:extLst>
              </p:cNvPr>
              <p:cNvCxnSpPr>
                <a:endCxn id="23" idx="1"/>
              </p:cNvCxnSpPr>
              <p:nvPr/>
            </p:nvCxnSpPr>
            <p:spPr>
              <a:xfrm>
                <a:off x="2363212" y="5990381"/>
                <a:ext cx="298269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4D5AB04B-1F61-417F-AE07-C1209517A7E4}"/>
                  </a:ext>
                </a:extLst>
              </p:cNvPr>
              <p:cNvCxnSpPr>
                <a:stCxn id="20" idx="3"/>
                <a:endCxn id="25" idx="1"/>
              </p:cNvCxnSpPr>
              <p:nvPr/>
            </p:nvCxnSpPr>
            <p:spPr>
              <a:xfrm>
                <a:off x="5395634" y="2257457"/>
                <a:ext cx="135302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F5977D49-08EE-45B5-928C-BCF098316F52}"/>
                  </a:ext>
                </a:extLst>
              </p:cNvPr>
              <p:cNvCxnSpPr>
                <a:stCxn id="25" idx="3"/>
                <a:endCxn id="22" idx="1"/>
              </p:cNvCxnSpPr>
              <p:nvPr/>
            </p:nvCxnSpPr>
            <p:spPr>
              <a:xfrm>
                <a:off x="7100033" y="2257457"/>
                <a:ext cx="1774265" cy="1522380"/>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B8271FD2-96BE-4873-B4EB-A55DB8D3C7BB}"/>
                  </a:ext>
                </a:extLst>
              </p:cNvPr>
              <p:cNvCxnSpPr>
                <a:stCxn id="22" idx="2"/>
                <a:endCxn id="21" idx="3"/>
              </p:cNvCxnSpPr>
              <p:nvPr/>
            </p:nvCxnSpPr>
            <p:spPr>
              <a:xfrm flipH="1">
                <a:off x="7814902" y="3964503"/>
                <a:ext cx="1235085" cy="2025878"/>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E9EFF27-6770-4088-88E1-56C4B9857200}"/>
                  </a:ext>
                </a:extLst>
              </p:cNvPr>
              <p:cNvCxnSpPr>
                <a:stCxn id="23" idx="3"/>
              </p:cNvCxnSpPr>
              <p:nvPr/>
            </p:nvCxnSpPr>
            <p:spPr>
              <a:xfrm>
                <a:off x="5710108" y="5990381"/>
                <a:ext cx="165951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622E4374-3011-4EB0-AE28-80C033ED84ED}"/>
                  </a:ext>
                </a:extLst>
              </p:cNvPr>
              <p:cNvCxnSpPr/>
              <p:nvPr/>
            </p:nvCxnSpPr>
            <p:spPr>
              <a:xfrm>
                <a:off x="3854559" y="4243667"/>
                <a:ext cx="1491347" cy="1562048"/>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894BF2DB-AFA1-4778-8FD7-F6AA4740764E}"/>
                  </a:ext>
                </a:extLst>
              </p:cNvPr>
              <p:cNvCxnSpPr>
                <a:stCxn id="25" idx="2"/>
                <a:endCxn id="21" idx="0"/>
              </p:cNvCxnSpPr>
              <p:nvPr/>
            </p:nvCxnSpPr>
            <p:spPr>
              <a:xfrm>
                <a:off x="6924344" y="2442123"/>
                <a:ext cx="727693" cy="3363592"/>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6274A7AC-2651-471F-AC90-EE47C98E85A8}"/>
                  </a:ext>
                </a:extLst>
              </p:cNvPr>
              <p:cNvCxnSpPr>
                <a:stCxn id="20" idx="2"/>
              </p:cNvCxnSpPr>
              <p:nvPr/>
            </p:nvCxnSpPr>
            <p:spPr>
              <a:xfrm>
                <a:off x="5219945" y="2442123"/>
                <a:ext cx="2280483" cy="3363592"/>
              </a:xfrm>
              <a:prstGeom prst="line">
                <a:avLst/>
              </a:prstGeom>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E8CFF012-3BB2-4473-A0E1-AAF4FB4DC81A}"/>
                  </a:ext>
                </a:extLst>
              </p:cNvPr>
              <p:cNvSpPr txBox="1"/>
              <p:nvPr/>
            </p:nvSpPr>
            <p:spPr>
              <a:xfrm>
                <a:off x="1239277" y="2627709"/>
                <a:ext cx="312906" cy="369332"/>
              </a:xfrm>
              <a:prstGeom prst="rect">
                <a:avLst/>
              </a:prstGeom>
              <a:noFill/>
            </p:spPr>
            <p:txBody>
              <a:bodyPr wrap="none" rtlCol="0">
                <a:spAutoFit/>
              </a:bodyPr>
              <a:lstStyle/>
              <a:p>
                <a:r>
                  <a:rPr lang="en-US" dirty="0">
                    <a:solidFill>
                      <a:schemeClr val="tx1"/>
                    </a:solidFill>
                  </a:rPr>
                  <a:t>4</a:t>
                </a:r>
                <a:endParaRPr lang="en-GB" dirty="0">
                  <a:solidFill>
                    <a:schemeClr val="tx1"/>
                  </a:solidFill>
                </a:endParaRPr>
              </a:p>
            </p:txBody>
          </p:sp>
          <p:sp>
            <p:nvSpPr>
              <p:cNvPr id="42" name="TextBox 41">
                <a:extLst>
                  <a:ext uri="{FF2B5EF4-FFF2-40B4-BE49-F238E27FC236}">
                    <a16:creationId xmlns:a16="http://schemas.microsoft.com/office/drawing/2014/main" id="{19AC917B-60A0-40B9-A250-D867D58D9EAF}"/>
                  </a:ext>
                </a:extLst>
              </p:cNvPr>
              <p:cNvSpPr txBox="1"/>
              <p:nvPr/>
            </p:nvSpPr>
            <p:spPr>
              <a:xfrm>
                <a:off x="1580405" y="4747692"/>
                <a:ext cx="312906" cy="369332"/>
              </a:xfrm>
              <a:prstGeom prst="rect">
                <a:avLst/>
              </a:prstGeom>
              <a:noFill/>
            </p:spPr>
            <p:txBody>
              <a:bodyPr wrap="none" rtlCol="0">
                <a:spAutoFit/>
              </a:bodyPr>
              <a:lstStyle/>
              <a:p>
                <a:r>
                  <a:rPr lang="en-US" dirty="0">
                    <a:solidFill>
                      <a:schemeClr val="tx1"/>
                    </a:solidFill>
                  </a:rPr>
                  <a:t>8</a:t>
                </a:r>
                <a:endParaRPr lang="en-GB" dirty="0">
                  <a:solidFill>
                    <a:schemeClr val="tx1"/>
                  </a:solidFill>
                </a:endParaRPr>
              </a:p>
            </p:txBody>
          </p:sp>
        </p:grpSp>
        <p:sp>
          <p:nvSpPr>
            <p:cNvPr id="7" name="TextBox 6">
              <a:extLst>
                <a:ext uri="{FF2B5EF4-FFF2-40B4-BE49-F238E27FC236}">
                  <a16:creationId xmlns:a16="http://schemas.microsoft.com/office/drawing/2014/main" id="{3399AF15-9141-441E-85E9-87573EF60F7C}"/>
                </a:ext>
              </a:extLst>
            </p:cNvPr>
            <p:cNvSpPr txBox="1"/>
            <p:nvPr/>
          </p:nvSpPr>
          <p:spPr>
            <a:xfrm>
              <a:off x="3442449" y="6069193"/>
              <a:ext cx="312906" cy="369332"/>
            </a:xfrm>
            <a:prstGeom prst="rect">
              <a:avLst/>
            </a:prstGeom>
            <a:noFill/>
          </p:spPr>
          <p:txBody>
            <a:bodyPr wrap="none" rtlCol="0">
              <a:spAutoFit/>
            </a:bodyPr>
            <a:lstStyle/>
            <a:p>
              <a:r>
                <a:rPr lang="en-US" dirty="0">
                  <a:solidFill>
                    <a:schemeClr val="tx1"/>
                  </a:solidFill>
                </a:rPr>
                <a:t>1</a:t>
              </a:r>
              <a:endParaRPr lang="en-GB" dirty="0">
                <a:solidFill>
                  <a:schemeClr val="tx1"/>
                </a:solidFill>
              </a:endParaRPr>
            </a:p>
          </p:txBody>
        </p:sp>
        <p:sp>
          <p:nvSpPr>
            <p:cNvPr id="8" name="TextBox 7">
              <a:extLst>
                <a:ext uri="{FF2B5EF4-FFF2-40B4-BE49-F238E27FC236}">
                  <a16:creationId xmlns:a16="http://schemas.microsoft.com/office/drawing/2014/main" id="{EEB6F8CF-5EE3-46CB-8243-A67D85F9B41B}"/>
                </a:ext>
              </a:extLst>
            </p:cNvPr>
            <p:cNvSpPr txBox="1"/>
            <p:nvPr/>
          </p:nvSpPr>
          <p:spPr>
            <a:xfrm>
              <a:off x="3840679" y="1862368"/>
              <a:ext cx="312906" cy="369332"/>
            </a:xfrm>
            <a:prstGeom prst="rect">
              <a:avLst/>
            </a:prstGeom>
            <a:noFill/>
          </p:spPr>
          <p:txBody>
            <a:bodyPr wrap="none" rtlCol="0">
              <a:spAutoFit/>
            </a:bodyPr>
            <a:lstStyle/>
            <a:p>
              <a:r>
                <a:rPr lang="en-US" dirty="0">
                  <a:solidFill>
                    <a:schemeClr val="tx1"/>
                  </a:solidFill>
                </a:rPr>
                <a:t>8</a:t>
              </a:r>
              <a:endParaRPr lang="en-GB" dirty="0">
                <a:solidFill>
                  <a:schemeClr val="tx1"/>
                </a:solidFill>
              </a:endParaRPr>
            </a:p>
          </p:txBody>
        </p:sp>
        <p:sp>
          <p:nvSpPr>
            <p:cNvPr id="9" name="TextBox 8">
              <a:extLst>
                <a:ext uri="{FF2B5EF4-FFF2-40B4-BE49-F238E27FC236}">
                  <a16:creationId xmlns:a16="http://schemas.microsoft.com/office/drawing/2014/main" id="{4E174A5D-CA16-4438-95E5-F26496FF4B46}"/>
                </a:ext>
              </a:extLst>
            </p:cNvPr>
            <p:cNvSpPr txBox="1"/>
            <p:nvPr/>
          </p:nvSpPr>
          <p:spPr>
            <a:xfrm>
              <a:off x="2140464" y="3698625"/>
              <a:ext cx="424027" cy="369332"/>
            </a:xfrm>
            <a:prstGeom prst="rect">
              <a:avLst/>
            </a:prstGeom>
            <a:noFill/>
          </p:spPr>
          <p:txBody>
            <a:bodyPr wrap="none" rtlCol="0">
              <a:spAutoFit/>
            </a:bodyPr>
            <a:lstStyle/>
            <a:p>
              <a:r>
                <a:rPr lang="en-US" dirty="0">
                  <a:solidFill>
                    <a:schemeClr val="tx1"/>
                  </a:solidFill>
                </a:rPr>
                <a:t>11</a:t>
              </a:r>
              <a:endParaRPr lang="en-GB" dirty="0">
                <a:solidFill>
                  <a:schemeClr val="tx1"/>
                </a:solidFill>
              </a:endParaRPr>
            </a:p>
          </p:txBody>
        </p:sp>
        <p:sp>
          <p:nvSpPr>
            <p:cNvPr id="10" name="TextBox 9">
              <a:extLst>
                <a:ext uri="{FF2B5EF4-FFF2-40B4-BE49-F238E27FC236}">
                  <a16:creationId xmlns:a16="http://schemas.microsoft.com/office/drawing/2014/main" id="{4A35CA69-43CC-43B6-91AC-7DBA2CB64DA5}"/>
                </a:ext>
              </a:extLst>
            </p:cNvPr>
            <p:cNvSpPr txBox="1"/>
            <p:nvPr/>
          </p:nvSpPr>
          <p:spPr>
            <a:xfrm>
              <a:off x="5996882" y="1765354"/>
              <a:ext cx="312906" cy="369332"/>
            </a:xfrm>
            <a:prstGeom prst="rect">
              <a:avLst/>
            </a:prstGeom>
            <a:noFill/>
          </p:spPr>
          <p:txBody>
            <a:bodyPr wrap="none" rtlCol="0">
              <a:spAutoFit/>
            </a:bodyPr>
            <a:lstStyle/>
            <a:p>
              <a:r>
                <a:rPr lang="en-US" dirty="0">
                  <a:solidFill>
                    <a:schemeClr val="tx1"/>
                  </a:solidFill>
                </a:rPr>
                <a:t>7</a:t>
              </a:r>
              <a:endParaRPr lang="en-GB" dirty="0">
                <a:solidFill>
                  <a:schemeClr val="tx1"/>
                </a:solidFill>
              </a:endParaRPr>
            </a:p>
          </p:txBody>
        </p:sp>
        <p:sp>
          <p:nvSpPr>
            <p:cNvPr id="11" name="TextBox 10">
              <a:extLst>
                <a:ext uri="{FF2B5EF4-FFF2-40B4-BE49-F238E27FC236}">
                  <a16:creationId xmlns:a16="http://schemas.microsoft.com/office/drawing/2014/main" id="{26EE2187-44B7-4471-A274-62AFEE8E0488}"/>
                </a:ext>
              </a:extLst>
            </p:cNvPr>
            <p:cNvSpPr txBox="1"/>
            <p:nvPr/>
          </p:nvSpPr>
          <p:spPr>
            <a:xfrm>
              <a:off x="8533379" y="4828422"/>
              <a:ext cx="441146" cy="369332"/>
            </a:xfrm>
            <a:prstGeom prst="rect">
              <a:avLst/>
            </a:prstGeom>
            <a:noFill/>
          </p:spPr>
          <p:txBody>
            <a:bodyPr wrap="none" rtlCol="0">
              <a:spAutoFit/>
            </a:bodyPr>
            <a:lstStyle/>
            <a:p>
              <a:r>
                <a:rPr lang="en-US" dirty="0">
                  <a:solidFill>
                    <a:schemeClr val="tx1"/>
                  </a:solidFill>
                </a:rPr>
                <a:t>10</a:t>
              </a:r>
              <a:endParaRPr lang="en-GB" dirty="0">
                <a:solidFill>
                  <a:schemeClr val="tx1"/>
                </a:solidFill>
              </a:endParaRPr>
            </a:p>
          </p:txBody>
        </p:sp>
        <p:sp>
          <p:nvSpPr>
            <p:cNvPr id="12" name="TextBox 11">
              <a:extLst>
                <a:ext uri="{FF2B5EF4-FFF2-40B4-BE49-F238E27FC236}">
                  <a16:creationId xmlns:a16="http://schemas.microsoft.com/office/drawing/2014/main" id="{BD3E4268-0C56-427C-8F6A-DCD0482A9005}"/>
                </a:ext>
              </a:extLst>
            </p:cNvPr>
            <p:cNvSpPr txBox="1"/>
            <p:nvPr/>
          </p:nvSpPr>
          <p:spPr>
            <a:xfrm>
              <a:off x="4530013" y="4579390"/>
              <a:ext cx="312906" cy="369332"/>
            </a:xfrm>
            <a:prstGeom prst="rect">
              <a:avLst/>
            </a:prstGeom>
            <a:noFill/>
          </p:spPr>
          <p:txBody>
            <a:bodyPr wrap="none" rtlCol="0">
              <a:spAutoFit/>
            </a:bodyPr>
            <a:lstStyle/>
            <a:p>
              <a:r>
                <a:rPr lang="en-US" dirty="0">
                  <a:solidFill>
                    <a:schemeClr val="tx1"/>
                  </a:solidFill>
                </a:rPr>
                <a:t>6</a:t>
              </a:r>
              <a:endParaRPr lang="en-GB" dirty="0">
                <a:solidFill>
                  <a:schemeClr val="tx1"/>
                </a:solidFill>
              </a:endParaRPr>
            </a:p>
          </p:txBody>
        </p:sp>
        <p:sp>
          <p:nvSpPr>
            <p:cNvPr id="13" name="TextBox 12">
              <a:extLst>
                <a:ext uri="{FF2B5EF4-FFF2-40B4-BE49-F238E27FC236}">
                  <a16:creationId xmlns:a16="http://schemas.microsoft.com/office/drawing/2014/main" id="{E9ED6597-CB0D-4EF0-ABE7-0AC5FF5177E7}"/>
                </a:ext>
              </a:extLst>
            </p:cNvPr>
            <p:cNvSpPr txBox="1"/>
            <p:nvPr/>
          </p:nvSpPr>
          <p:spPr>
            <a:xfrm>
              <a:off x="6290552" y="5621048"/>
              <a:ext cx="312906" cy="369332"/>
            </a:xfrm>
            <a:prstGeom prst="rect">
              <a:avLst/>
            </a:prstGeom>
            <a:noFill/>
          </p:spPr>
          <p:txBody>
            <a:bodyPr wrap="none" rtlCol="0">
              <a:spAutoFit/>
            </a:bodyPr>
            <a:lstStyle/>
            <a:p>
              <a:r>
                <a:rPr lang="en-US" dirty="0">
                  <a:solidFill>
                    <a:schemeClr val="tx1"/>
                  </a:solidFill>
                </a:rPr>
                <a:t>2</a:t>
              </a:r>
              <a:endParaRPr lang="en-GB" dirty="0">
                <a:solidFill>
                  <a:schemeClr val="tx1"/>
                </a:solidFill>
              </a:endParaRPr>
            </a:p>
          </p:txBody>
        </p:sp>
        <p:sp>
          <p:nvSpPr>
            <p:cNvPr id="14" name="TextBox 13">
              <a:extLst>
                <a:ext uri="{FF2B5EF4-FFF2-40B4-BE49-F238E27FC236}">
                  <a16:creationId xmlns:a16="http://schemas.microsoft.com/office/drawing/2014/main" id="{4DFF1058-511A-4794-8DCC-4CD0DEB7794F}"/>
                </a:ext>
              </a:extLst>
            </p:cNvPr>
            <p:cNvSpPr txBox="1"/>
            <p:nvPr/>
          </p:nvSpPr>
          <p:spPr>
            <a:xfrm>
              <a:off x="5695856" y="3601495"/>
              <a:ext cx="312906" cy="369332"/>
            </a:xfrm>
            <a:prstGeom prst="rect">
              <a:avLst/>
            </a:prstGeom>
            <a:noFill/>
          </p:spPr>
          <p:txBody>
            <a:bodyPr wrap="none" rtlCol="0">
              <a:spAutoFit/>
            </a:bodyPr>
            <a:lstStyle/>
            <a:p>
              <a:r>
                <a:rPr lang="en-US" dirty="0">
                  <a:solidFill>
                    <a:schemeClr val="tx1"/>
                  </a:solidFill>
                </a:rPr>
                <a:t>4</a:t>
              </a:r>
              <a:endParaRPr lang="en-GB" dirty="0">
                <a:solidFill>
                  <a:schemeClr val="tx1"/>
                </a:solidFill>
              </a:endParaRPr>
            </a:p>
          </p:txBody>
        </p:sp>
        <p:sp>
          <p:nvSpPr>
            <p:cNvPr id="15" name="TextBox 14">
              <a:extLst>
                <a:ext uri="{FF2B5EF4-FFF2-40B4-BE49-F238E27FC236}">
                  <a16:creationId xmlns:a16="http://schemas.microsoft.com/office/drawing/2014/main" id="{074DAA85-8BFD-46AA-BDD9-AE62D8A68C59}"/>
                </a:ext>
              </a:extLst>
            </p:cNvPr>
            <p:cNvSpPr txBox="1"/>
            <p:nvPr/>
          </p:nvSpPr>
          <p:spPr>
            <a:xfrm>
              <a:off x="4034631" y="2939941"/>
              <a:ext cx="312906" cy="369332"/>
            </a:xfrm>
            <a:prstGeom prst="rect">
              <a:avLst/>
            </a:prstGeom>
            <a:noFill/>
          </p:spPr>
          <p:txBody>
            <a:bodyPr wrap="none" rtlCol="0">
              <a:spAutoFit/>
            </a:bodyPr>
            <a:lstStyle/>
            <a:p>
              <a:r>
                <a:rPr lang="en-US" dirty="0">
                  <a:solidFill>
                    <a:schemeClr val="tx1"/>
                  </a:solidFill>
                </a:rPr>
                <a:t>2</a:t>
              </a:r>
              <a:endParaRPr lang="en-GB" dirty="0">
                <a:solidFill>
                  <a:schemeClr val="tx1"/>
                </a:solidFill>
              </a:endParaRPr>
            </a:p>
          </p:txBody>
        </p:sp>
        <p:sp>
          <p:nvSpPr>
            <p:cNvPr id="16" name="TextBox 15">
              <a:extLst>
                <a:ext uri="{FF2B5EF4-FFF2-40B4-BE49-F238E27FC236}">
                  <a16:creationId xmlns:a16="http://schemas.microsoft.com/office/drawing/2014/main" id="{F2C20853-C26A-4701-B1CA-6F27AEA6025F}"/>
                </a:ext>
              </a:extLst>
            </p:cNvPr>
            <p:cNvSpPr txBox="1"/>
            <p:nvPr/>
          </p:nvSpPr>
          <p:spPr>
            <a:xfrm>
              <a:off x="7934451" y="2545244"/>
              <a:ext cx="312906" cy="369332"/>
            </a:xfrm>
            <a:prstGeom prst="rect">
              <a:avLst/>
            </a:prstGeom>
            <a:noFill/>
          </p:spPr>
          <p:txBody>
            <a:bodyPr wrap="none" rtlCol="0">
              <a:spAutoFit/>
            </a:bodyPr>
            <a:lstStyle/>
            <a:p>
              <a:r>
                <a:rPr lang="en-US" dirty="0">
                  <a:solidFill>
                    <a:schemeClr val="tx1"/>
                  </a:solidFill>
                </a:rPr>
                <a:t>9</a:t>
              </a:r>
              <a:endParaRPr lang="en-GB" dirty="0">
                <a:solidFill>
                  <a:schemeClr val="tx1"/>
                </a:solidFill>
              </a:endParaRPr>
            </a:p>
          </p:txBody>
        </p:sp>
        <p:sp>
          <p:nvSpPr>
            <p:cNvPr id="17" name="TextBox 16">
              <a:extLst>
                <a:ext uri="{FF2B5EF4-FFF2-40B4-BE49-F238E27FC236}">
                  <a16:creationId xmlns:a16="http://schemas.microsoft.com/office/drawing/2014/main" id="{A26059A7-8643-4EAB-BB92-AA4AE6795465}"/>
                </a:ext>
              </a:extLst>
            </p:cNvPr>
            <p:cNvSpPr txBox="1"/>
            <p:nvPr/>
          </p:nvSpPr>
          <p:spPr>
            <a:xfrm>
              <a:off x="6892469" y="3656047"/>
              <a:ext cx="441146" cy="369332"/>
            </a:xfrm>
            <a:prstGeom prst="rect">
              <a:avLst/>
            </a:prstGeom>
            <a:noFill/>
          </p:spPr>
          <p:txBody>
            <a:bodyPr wrap="none" rtlCol="0">
              <a:spAutoFit/>
            </a:bodyPr>
            <a:lstStyle/>
            <a:p>
              <a:r>
                <a:rPr lang="en-US" dirty="0">
                  <a:solidFill>
                    <a:schemeClr val="tx1"/>
                  </a:solidFill>
                </a:rPr>
                <a:t>14</a:t>
              </a:r>
              <a:endParaRPr lang="en-GB" dirty="0">
                <a:solidFill>
                  <a:schemeClr val="tx1"/>
                </a:solidFill>
              </a:endParaRPr>
            </a:p>
          </p:txBody>
        </p:sp>
      </p:grpSp>
    </p:spTree>
    <p:extLst>
      <p:ext uri="{BB962C8B-B14F-4D97-AF65-F5344CB8AC3E}">
        <p14:creationId xmlns:p14="http://schemas.microsoft.com/office/powerpoint/2010/main" val="23262375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5BF99-02C3-41BA-B6FE-9FEB2FFEF33A}"/>
              </a:ext>
            </a:extLst>
          </p:cNvPr>
          <p:cNvSpPr>
            <a:spLocks noGrp="1"/>
          </p:cNvSpPr>
          <p:nvPr>
            <p:ph type="title"/>
          </p:nvPr>
        </p:nvSpPr>
        <p:spPr/>
        <p:txBody>
          <a:bodyPr/>
          <a:lstStyle/>
          <a:p>
            <a:r>
              <a:rPr lang="en-US" dirty="0"/>
              <a:t>Find the MST using Prims method</a:t>
            </a:r>
            <a:endParaRPr lang="en-GB" dirty="0"/>
          </a:p>
        </p:txBody>
      </p:sp>
      <p:sp>
        <p:nvSpPr>
          <p:cNvPr id="3" name="Date Placeholder 2">
            <a:extLst>
              <a:ext uri="{FF2B5EF4-FFF2-40B4-BE49-F238E27FC236}">
                <a16:creationId xmlns:a16="http://schemas.microsoft.com/office/drawing/2014/main" id="{BFA27A7D-BAB4-4387-9C59-6DBF27B8BDAD}"/>
              </a:ext>
            </a:extLst>
          </p:cNvPr>
          <p:cNvSpPr>
            <a:spLocks noGrp="1"/>
          </p:cNvSpPr>
          <p:nvPr>
            <p:ph type="dt" sz="half" idx="10"/>
          </p:nvPr>
        </p:nvSpPr>
        <p:spPr/>
        <p:txBody>
          <a:bodyPr/>
          <a:lstStyle/>
          <a:p>
            <a:fld id="{99967B26-9529-42D6-AB32-22DD92B6DABE}" type="datetime1">
              <a:rPr lang="en-GB" altLang="en-US" smtClean="0"/>
              <a:t>22/01/2025</a:t>
            </a:fld>
            <a:endParaRPr lang="en-US" altLang="en-US"/>
          </a:p>
        </p:txBody>
      </p:sp>
      <p:grpSp>
        <p:nvGrpSpPr>
          <p:cNvPr id="4" name="Group 3">
            <a:extLst>
              <a:ext uri="{FF2B5EF4-FFF2-40B4-BE49-F238E27FC236}">
                <a16:creationId xmlns:a16="http://schemas.microsoft.com/office/drawing/2014/main" id="{EEBCFF64-FD6F-42C1-A5B6-067423033DE7}"/>
              </a:ext>
            </a:extLst>
          </p:cNvPr>
          <p:cNvGrpSpPr/>
          <p:nvPr/>
        </p:nvGrpSpPr>
        <p:grpSpPr>
          <a:xfrm>
            <a:off x="813750" y="1765354"/>
            <a:ext cx="5108220" cy="2878579"/>
            <a:chOff x="813750" y="1765354"/>
            <a:chExt cx="8411926" cy="4673171"/>
          </a:xfrm>
        </p:grpSpPr>
        <p:sp>
          <p:nvSpPr>
            <p:cNvPr id="5" name="TextBox 4">
              <a:extLst>
                <a:ext uri="{FF2B5EF4-FFF2-40B4-BE49-F238E27FC236}">
                  <a16:creationId xmlns:a16="http://schemas.microsoft.com/office/drawing/2014/main" id="{F9AE3984-8627-4B87-9971-644EC5B6A229}"/>
                </a:ext>
              </a:extLst>
            </p:cNvPr>
            <p:cNvSpPr txBox="1"/>
            <p:nvPr/>
          </p:nvSpPr>
          <p:spPr>
            <a:xfrm>
              <a:off x="2979058" y="4459090"/>
              <a:ext cx="312906" cy="369332"/>
            </a:xfrm>
            <a:prstGeom prst="rect">
              <a:avLst/>
            </a:prstGeom>
            <a:noFill/>
          </p:spPr>
          <p:txBody>
            <a:bodyPr wrap="none" rtlCol="0">
              <a:spAutoFit/>
            </a:bodyPr>
            <a:lstStyle/>
            <a:p>
              <a:r>
                <a:rPr lang="en-US" dirty="0">
                  <a:solidFill>
                    <a:schemeClr val="tx1"/>
                  </a:solidFill>
                </a:rPr>
                <a:t>7</a:t>
              </a:r>
              <a:endParaRPr lang="en-GB" dirty="0">
                <a:solidFill>
                  <a:schemeClr val="tx1"/>
                </a:solidFill>
              </a:endParaRPr>
            </a:p>
          </p:txBody>
        </p:sp>
        <p:grpSp>
          <p:nvGrpSpPr>
            <p:cNvPr id="6" name="Group 5">
              <a:extLst>
                <a:ext uri="{FF2B5EF4-FFF2-40B4-BE49-F238E27FC236}">
                  <a16:creationId xmlns:a16="http://schemas.microsoft.com/office/drawing/2014/main" id="{B06EF01C-AFDF-41F4-8F9A-B6254CAD448B}"/>
                </a:ext>
              </a:extLst>
            </p:cNvPr>
            <p:cNvGrpSpPr/>
            <p:nvPr/>
          </p:nvGrpSpPr>
          <p:grpSpPr>
            <a:xfrm>
              <a:off x="813750" y="2021277"/>
              <a:ext cx="8411926" cy="4338436"/>
              <a:chOff x="813750" y="2021277"/>
              <a:chExt cx="8411926" cy="4338436"/>
            </a:xfrm>
          </p:grpSpPr>
          <p:sp>
            <p:nvSpPr>
              <p:cNvPr id="18" name="TextBox 17">
                <a:extLst>
                  <a:ext uri="{FF2B5EF4-FFF2-40B4-BE49-F238E27FC236}">
                    <a16:creationId xmlns:a16="http://schemas.microsoft.com/office/drawing/2014/main" id="{B95491CE-16C0-4F45-93E7-4A807656954E}"/>
                  </a:ext>
                </a:extLst>
              </p:cNvPr>
              <p:cNvSpPr txBox="1"/>
              <p:nvPr/>
            </p:nvSpPr>
            <p:spPr>
              <a:xfrm>
                <a:off x="813750" y="3874335"/>
                <a:ext cx="425527" cy="369332"/>
              </a:xfrm>
              <a:prstGeom prst="rect">
                <a:avLst/>
              </a:prstGeom>
              <a:noFill/>
            </p:spPr>
            <p:txBody>
              <a:bodyPr wrap="square" rtlCol="0">
                <a:spAutoFit/>
              </a:bodyPr>
              <a:lstStyle/>
              <a:p>
                <a:r>
                  <a:rPr lang="en-US" b="1" dirty="0">
                    <a:solidFill>
                      <a:schemeClr val="tx1"/>
                    </a:solidFill>
                  </a:rPr>
                  <a:t>A</a:t>
                </a:r>
                <a:endParaRPr lang="en-GB" b="1" dirty="0">
                  <a:solidFill>
                    <a:schemeClr val="tx1"/>
                  </a:solidFill>
                </a:endParaRPr>
              </a:p>
            </p:txBody>
          </p:sp>
          <p:sp>
            <p:nvSpPr>
              <p:cNvPr id="19" name="TextBox 18">
                <a:extLst>
                  <a:ext uri="{FF2B5EF4-FFF2-40B4-BE49-F238E27FC236}">
                    <a16:creationId xmlns:a16="http://schemas.microsoft.com/office/drawing/2014/main" id="{41F051F3-DC48-4117-AD83-7D345D8636F9}"/>
                  </a:ext>
                </a:extLst>
              </p:cNvPr>
              <p:cNvSpPr txBox="1"/>
              <p:nvPr/>
            </p:nvSpPr>
            <p:spPr>
              <a:xfrm>
                <a:off x="2677572" y="2021277"/>
                <a:ext cx="351378" cy="369332"/>
              </a:xfrm>
              <a:prstGeom prst="rect">
                <a:avLst/>
              </a:prstGeom>
              <a:noFill/>
            </p:spPr>
            <p:txBody>
              <a:bodyPr wrap="none" rtlCol="0">
                <a:spAutoFit/>
              </a:bodyPr>
              <a:lstStyle/>
              <a:p>
                <a:r>
                  <a:rPr lang="en-US" b="1" dirty="0">
                    <a:solidFill>
                      <a:schemeClr val="tx1"/>
                    </a:solidFill>
                  </a:rPr>
                  <a:t>B</a:t>
                </a:r>
                <a:endParaRPr lang="en-GB" b="1" dirty="0">
                  <a:solidFill>
                    <a:schemeClr val="tx1"/>
                  </a:solidFill>
                </a:endParaRPr>
              </a:p>
            </p:txBody>
          </p:sp>
          <p:sp>
            <p:nvSpPr>
              <p:cNvPr id="20" name="TextBox 19">
                <a:extLst>
                  <a:ext uri="{FF2B5EF4-FFF2-40B4-BE49-F238E27FC236}">
                    <a16:creationId xmlns:a16="http://schemas.microsoft.com/office/drawing/2014/main" id="{357D4359-FF07-4EFF-AC6A-E51E804BAEB2}"/>
                  </a:ext>
                </a:extLst>
              </p:cNvPr>
              <p:cNvSpPr txBox="1"/>
              <p:nvPr/>
            </p:nvSpPr>
            <p:spPr>
              <a:xfrm>
                <a:off x="5044256" y="2072791"/>
                <a:ext cx="351378" cy="369332"/>
              </a:xfrm>
              <a:prstGeom prst="rect">
                <a:avLst/>
              </a:prstGeom>
              <a:noFill/>
            </p:spPr>
            <p:txBody>
              <a:bodyPr wrap="none" rtlCol="0">
                <a:spAutoFit/>
              </a:bodyPr>
              <a:lstStyle/>
              <a:p>
                <a:r>
                  <a:rPr lang="en-US" b="1" dirty="0">
                    <a:solidFill>
                      <a:schemeClr val="tx1"/>
                    </a:solidFill>
                  </a:rPr>
                  <a:t>C</a:t>
                </a:r>
                <a:endParaRPr lang="en-GB" b="1" dirty="0">
                  <a:solidFill>
                    <a:schemeClr val="tx1"/>
                  </a:solidFill>
                </a:endParaRPr>
              </a:p>
            </p:txBody>
          </p:sp>
          <p:sp>
            <p:nvSpPr>
              <p:cNvPr id="21" name="TextBox 20">
                <a:extLst>
                  <a:ext uri="{FF2B5EF4-FFF2-40B4-BE49-F238E27FC236}">
                    <a16:creationId xmlns:a16="http://schemas.microsoft.com/office/drawing/2014/main" id="{F6D00E9B-5DB1-4546-B652-8405F7E96B10}"/>
                  </a:ext>
                </a:extLst>
              </p:cNvPr>
              <p:cNvSpPr txBox="1"/>
              <p:nvPr/>
            </p:nvSpPr>
            <p:spPr>
              <a:xfrm>
                <a:off x="7489172" y="5805715"/>
                <a:ext cx="325730" cy="369332"/>
              </a:xfrm>
              <a:prstGeom prst="rect">
                <a:avLst/>
              </a:prstGeom>
              <a:noFill/>
            </p:spPr>
            <p:txBody>
              <a:bodyPr wrap="none" rtlCol="0">
                <a:spAutoFit/>
              </a:bodyPr>
              <a:lstStyle/>
              <a:p>
                <a:r>
                  <a:rPr lang="en-US" b="1" dirty="0">
                    <a:solidFill>
                      <a:schemeClr val="tx1"/>
                    </a:solidFill>
                  </a:rPr>
                  <a:t>F</a:t>
                </a:r>
                <a:endParaRPr lang="en-GB" b="1" dirty="0">
                  <a:solidFill>
                    <a:schemeClr val="tx1"/>
                  </a:solidFill>
                </a:endParaRPr>
              </a:p>
            </p:txBody>
          </p:sp>
          <p:sp>
            <p:nvSpPr>
              <p:cNvPr id="22" name="TextBox 21">
                <a:extLst>
                  <a:ext uri="{FF2B5EF4-FFF2-40B4-BE49-F238E27FC236}">
                    <a16:creationId xmlns:a16="http://schemas.microsoft.com/office/drawing/2014/main" id="{D7BC384A-369B-4817-ABA6-A469355CA2C7}"/>
                  </a:ext>
                </a:extLst>
              </p:cNvPr>
              <p:cNvSpPr txBox="1"/>
              <p:nvPr/>
            </p:nvSpPr>
            <p:spPr>
              <a:xfrm>
                <a:off x="8874298" y="3595171"/>
                <a:ext cx="351378" cy="369332"/>
              </a:xfrm>
              <a:prstGeom prst="rect">
                <a:avLst/>
              </a:prstGeom>
              <a:noFill/>
            </p:spPr>
            <p:txBody>
              <a:bodyPr wrap="none" rtlCol="0">
                <a:spAutoFit/>
              </a:bodyPr>
              <a:lstStyle/>
              <a:p>
                <a:r>
                  <a:rPr lang="en-US" b="1" dirty="0">
                    <a:solidFill>
                      <a:schemeClr val="tx1"/>
                    </a:solidFill>
                  </a:rPr>
                  <a:t>E</a:t>
                </a:r>
                <a:endParaRPr lang="en-GB" b="1" dirty="0">
                  <a:solidFill>
                    <a:schemeClr val="tx1"/>
                  </a:solidFill>
                </a:endParaRPr>
              </a:p>
            </p:txBody>
          </p:sp>
          <p:sp>
            <p:nvSpPr>
              <p:cNvPr id="23" name="TextBox 22">
                <a:extLst>
                  <a:ext uri="{FF2B5EF4-FFF2-40B4-BE49-F238E27FC236}">
                    <a16:creationId xmlns:a16="http://schemas.microsoft.com/office/drawing/2014/main" id="{519FF696-AF2A-40DD-9F12-B5624949B26C}"/>
                  </a:ext>
                </a:extLst>
              </p:cNvPr>
              <p:cNvSpPr txBox="1"/>
              <p:nvPr/>
            </p:nvSpPr>
            <p:spPr>
              <a:xfrm>
                <a:off x="5345906" y="5805715"/>
                <a:ext cx="364202" cy="369332"/>
              </a:xfrm>
              <a:prstGeom prst="rect">
                <a:avLst/>
              </a:prstGeom>
              <a:noFill/>
            </p:spPr>
            <p:txBody>
              <a:bodyPr wrap="none" rtlCol="0">
                <a:spAutoFit/>
              </a:bodyPr>
              <a:lstStyle/>
              <a:p>
                <a:r>
                  <a:rPr lang="en-US" b="1" dirty="0">
                    <a:solidFill>
                      <a:schemeClr val="tx1"/>
                    </a:solidFill>
                  </a:rPr>
                  <a:t>G</a:t>
                </a:r>
                <a:endParaRPr lang="en-GB" b="1" dirty="0">
                  <a:solidFill>
                    <a:schemeClr val="tx1"/>
                  </a:solidFill>
                </a:endParaRPr>
              </a:p>
            </p:txBody>
          </p:sp>
          <p:sp>
            <p:nvSpPr>
              <p:cNvPr id="24" name="TextBox 23">
                <a:extLst>
                  <a:ext uri="{FF2B5EF4-FFF2-40B4-BE49-F238E27FC236}">
                    <a16:creationId xmlns:a16="http://schemas.microsoft.com/office/drawing/2014/main" id="{D96123AA-3398-4243-B909-958C77D4B9DF}"/>
                  </a:ext>
                </a:extLst>
              </p:cNvPr>
              <p:cNvSpPr txBox="1"/>
              <p:nvPr/>
            </p:nvSpPr>
            <p:spPr>
              <a:xfrm>
                <a:off x="2011834" y="5990381"/>
                <a:ext cx="351378" cy="369332"/>
              </a:xfrm>
              <a:prstGeom prst="rect">
                <a:avLst/>
              </a:prstGeom>
              <a:noFill/>
            </p:spPr>
            <p:txBody>
              <a:bodyPr wrap="none" rtlCol="0">
                <a:spAutoFit/>
              </a:bodyPr>
              <a:lstStyle/>
              <a:p>
                <a:r>
                  <a:rPr lang="en-US" b="1" dirty="0">
                    <a:solidFill>
                      <a:schemeClr val="tx1"/>
                    </a:solidFill>
                  </a:rPr>
                  <a:t>H</a:t>
                </a:r>
                <a:endParaRPr lang="en-GB" b="1" dirty="0">
                  <a:solidFill>
                    <a:schemeClr val="tx1"/>
                  </a:solidFill>
                </a:endParaRPr>
              </a:p>
            </p:txBody>
          </p:sp>
          <p:sp>
            <p:nvSpPr>
              <p:cNvPr id="25" name="Rectangle 24">
                <a:extLst>
                  <a:ext uri="{FF2B5EF4-FFF2-40B4-BE49-F238E27FC236}">
                    <a16:creationId xmlns:a16="http://schemas.microsoft.com/office/drawing/2014/main" id="{4032A680-38CE-4565-A31F-BEF60ADF4F6D}"/>
                  </a:ext>
                </a:extLst>
              </p:cNvPr>
              <p:cNvSpPr/>
              <p:nvPr/>
            </p:nvSpPr>
            <p:spPr>
              <a:xfrm>
                <a:off x="6748655" y="2072791"/>
                <a:ext cx="351378" cy="369332"/>
              </a:xfrm>
              <a:prstGeom prst="rect">
                <a:avLst/>
              </a:prstGeom>
            </p:spPr>
            <p:txBody>
              <a:bodyPr wrap="none">
                <a:spAutoFit/>
              </a:bodyPr>
              <a:lstStyle/>
              <a:p>
                <a:r>
                  <a:rPr lang="en-US" b="1" dirty="0">
                    <a:solidFill>
                      <a:schemeClr val="tx1"/>
                    </a:solidFill>
                  </a:rPr>
                  <a:t>D</a:t>
                </a:r>
                <a:endParaRPr lang="en-GB" b="1" dirty="0">
                  <a:solidFill>
                    <a:schemeClr val="tx1"/>
                  </a:solidFill>
                </a:endParaRPr>
              </a:p>
            </p:txBody>
          </p:sp>
          <p:sp>
            <p:nvSpPr>
              <p:cNvPr id="26" name="TextBox 25">
                <a:extLst>
                  <a:ext uri="{FF2B5EF4-FFF2-40B4-BE49-F238E27FC236}">
                    <a16:creationId xmlns:a16="http://schemas.microsoft.com/office/drawing/2014/main" id="{66242351-5189-4164-AC43-A3482150E97C}"/>
                  </a:ext>
                </a:extLst>
              </p:cNvPr>
              <p:cNvSpPr txBox="1"/>
              <p:nvPr/>
            </p:nvSpPr>
            <p:spPr>
              <a:xfrm>
                <a:off x="3442449" y="3907063"/>
                <a:ext cx="248786" cy="369332"/>
              </a:xfrm>
              <a:prstGeom prst="rect">
                <a:avLst/>
              </a:prstGeom>
              <a:noFill/>
            </p:spPr>
            <p:txBody>
              <a:bodyPr wrap="none" rtlCol="0">
                <a:spAutoFit/>
              </a:bodyPr>
              <a:lstStyle/>
              <a:p>
                <a:r>
                  <a:rPr lang="en-US" b="1" dirty="0">
                    <a:solidFill>
                      <a:schemeClr val="tx1"/>
                    </a:solidFill>
                  </a:rPr>
                  <a:t>I</a:t>
                </a:r>
                <a:endParaRPr lang="en-GB" b="1" dirty="0">
                  <a:solidFill>
                    <a:schemeClr val="tx1"/>
                  </a:solidFill>
                </a:endParaRPr>
              </a:p>
            </p:txBody>
          </p:sp>
          <p:cxnSp>
            <p:nvCxnSpPr>
              <p:cNvPr id="27" name="Straight Connector 26">
                <a:extLst>
                  <a:ext uri="{FF2B5EF4-FFF2-40B4-BE49-F238E27FC236}">
                    <a16:creationId xmlns:a16="http://schemas.microsoft.com/office/drawing/2014/main" id="{485CABAF-52F1-4D1E-93C2-1FB841544E7D}"/>
                  </a:ext>
                </a:extLst>
              </p:cNvPr>
              <p:cNvCxnSpPr/>
              <p:nvPr/>
            </p:nvCxnSpPr>
            <p:spPr>
              <a:xfrm flipV="1">
                <a:off x="1026514" y="2257457"/>
                <a:ext cx="1655096" cy="17343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C4BBC74C-A640-48C6-BDAE-6698E8A32F9E}"/>
                  </a:ext>
                </a:extLst>
              </p:cNvPr>
              <p:cNvCxnSpPr>
                <a:cxnSpLocks/>
                <a:stCxn id="18" idx="2"/>
                <a:endCxn id="24" idx="0"/>
              </p:cNvCxnSpPr>
              <p:nvPr/>
            </p:nvCxnSpPr>
            <p:spPr>
              <a:xfrm>
                <a:off x="1026514" y="4243667"/>
                <a:ext cx="1161009" cy="1746714"/>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2B3FD95C-4B95-4FA3-A87C-C163C548EE36}"/>
                  </a:ext>
                </a:extLst>
              </p:cNvPr>
              <p:cNvCxnSpPr>
                <a:stCxn id="19" idx="3"/>
                <a:endCxn id="20" idx="1"/>
              </p:cNvCxnSpPr>
              <p:nvPr/>
            </p:nvCxnSpPr>
            <p:spPr>
              <a:xfrm>
                <a:off x="3028950" y="2205943"/>
                <a:ext cx="2015306" cy="51514"/>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DCABE9BA-8BF0-41CD-B6A3-5130C58ABE37}"/>
                  </a:ext>
                </a:extLst>
              </p:cNvPr>
              <p:cNvCxnSpPr>
                <a:cxnSpLocks/>
                <a:stCxn id="19" idx="2"/>
              </p:cNvCxnSpPr>
              <p:nvPr/>
            </p:nvCxnSpPr>
            <p:spPr>
              <a:xfrm flipH="1">
                <a:off x="2313022" y="2390609"/>
                <a:ext cx="540239" cy="3637684"/>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AB9A879E-E36B-4B5C-99A3-E900EAE4AB94}"/>
                  </a:ext>
                </a:extLst>
              </p:cNvPr>
              <p:cNvCxnSpPr>
                <a:cxnSpLocks/>
              </p:cNvCxnSpPr>
              <p:nvPr/>
            </p:nvCxnSpPr>
            <p:spPr>
              <a:xfrm flipH="1">
                <a:off x="2363212" y="4325938"/>
                <a:ext cx="1203630" cy="1664443"/>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3BA6B4E4-9EFB-49B3-94AE-64DF9B7DC0BC}"/>
                  </a:ext>
                </a:extLst>
              </p:cNvPr>
              <p:cNvCxnSpPr>
                <a:stCxn id="20" idx="1"/>
                <a:endCxn id="26" idx="3"/>
              </p:cNvCxnSpPr>
              <p:nvPr/>
            </p:nvCxnSpPr>
            <p:spPr>
              <a:xfrm flipH="1">
                <a:off x="3691235" y="2257457"/>
                <a:ext cx="1353021" cy="1834272"/>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456FED23-495C-4C3A-A026-DB7EF5C921BD}"/>
                  </a:ext>
                </a:extLst>
              </p:cNvPr>
              <p:cNvCxnSpPr>
                <a:endCxn id="23" idx="1"/>
              </p:cNvCxnSpPr>
              <p:nvPr/>
            </p:nvCxnSpPr>
            <p:spPr>
              <a:xfrm>
                <a:off x="2363212" y="5990381"/>
                <a:ext cx="298269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95691C4B-9E5D-440C-BA05-341898991F09}"/>
                  </a:ext>
                </a:extLst>
              </p:cNvPr>
              <p:cNvCxnSpPr>
                <a:stCxn id="20" idx="3"/>
                <a:endCxn id="25" idx="1"/>
              </p:cNvCxnSpPr>
              <p:nvPr/>
            </p:nvCxnSpPr>
            <p:spPr>
              <a:xfrm>
                <a:off x="5395634" y="2257457"/>
                <a:ext cx="1353021"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E7998BA5-AD94-4B9E-83EC-76347357D026}"/>
                  </a:ext>
                </a:extLst>
              </p:cNvPr>
              <p:cNvCxnSpPr>
                <a:stCxn id="25" idx="3"/>
                <a:endCxn id="22" idx="1"/>
              </p:cNvCxnSpPr>
              <p:nvPr/>
            </p:nvCxnSpPr>
            <p:spPr>
              <a:xfrm>
                <a:off x="7100033" y="2257457"/>
                <a:ext cx="1774265" cy="1522380"/>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D6A31DE9-7CE3-4C44-955D-A4A7D96E02AA}"/>
                  </a:ext>
                </a:extLst>
              </p:cNvPr>
              <p:cNvCxnSpPr>
                <a:stCxn id="22" idx="2"/>
                <a:endCxn id="21" idx="3"/>
              </p:cNvCxnSpPr>
              <p:nvPr/>
            </p:nvCxnSpPr>
            <p:spPr>
              <a:xfrm flipH="1">
                <a:off x="7814902" y="3964503"/>
                <a:ext cx="1235085" cy="2025878"/>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32DB66F9-9127-46C2-9DDA-E4BA4144C34E}"/>
                  </a:ext>
                </a:extLst>
              </p:cNvPr>
              <p:cNvCxnSpPr>
                <a:stCxn id="23" idx="3"/>
              </p:cNvCxnSpPr>
              <p:nvPr/>
            </p:nvCxnSpPr>
            <p:spPr>
              <a:xfrm>
                <a:off x="5710108" y="5990381"/>
                <a:ext cx="165951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C7E7FCB7-EAF5-4BDF-AB13-79CAE95206C4}"/>
                  </a:ext>
                </a:extLst>
              </p:cNvPr>
              <p:cNvCxnSpPr/>
              <p:nvPr/>
            </p:nvCxnSpPr>
            <p:spPr>
              <a:xfrm>
                <a:off x="3854559" y="4243667"/>
                <a:ext cx="1491347" cy="1562048"/>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E5610F92-1C4B-422C-AF10-6E15FA1BED6E}"/>
                  </a:ext>
                </a:extLst>
              </p:cNvPr>
              <p:cNvCxnSpPr>
                <a:stCxn id="25" idx="2"/>
                <a:endCxn id="21" idx="0"/>
              </p:cNvCxnSpPr>
              <p:nvPr/>
            </p:nvCxnSpPr>
            <p:spPr>
              <a:xfrm>
                <a:off x="6924344" y="2442123"/>
                <a:ext cx="727693" cy="3363592"/>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DE30FE47-1834-4D86-BCDE-312DE1F612F6}"/>
                  </a:ext>
                </a:extLst>
              </p:cNvPr>
              <p:cNvCxnSpPr>
                <a:stCxn id="20" idx="2"/>
              </p:cNvCxnSpPr>
              <p:nvPr/>
            </p:nvCxnSpPr>
            <p:spPr>
              <a:xfrm>
                <a:off x="5219945" y="2442123"/>
                <a:ext cx="2280483" cy="3363592"/>
              </a:xfrm>
              <a:prstGeom prst="line">
                <a:avLst/>
              </a:prstGeom>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45358217-8FC4-4205-9D05-378778CC2275}"/>
                  </a:ext>
                </a:extLst>
              </p:cNvPr>
              <p:cNvSpPr txBox="1"/>
              <p:nvPr/>
            </p:nvSpPr>
            <p:spPr>
              <a:xfrm>
                <a:off x="1239277" y="2627709"/>
                <a:ext cx="312906" cy="369332"/>
              </a:xfrm>
              <a:prstGeom prst="rect">
                <a:avLst/>
              </a:prstGeom>
              <a:noFill/>
            </p:spPr>
            <p:txBody>
              <a:bodyPr wrap="none" rtlCol="0">
                <a:spAutoFit/>
              </a:bodyPr>
              <a:lstStyle/>
              <a:p>
                <a:r>
                  <a:rPr lang="en-US" dirty="0">
                    <a:solidFill>
                      <a:schemeClr val="tx1"/>
                    </a:solidFill>
                  </a:rPr>
                  <a:t>4</a:t>
                </a:r>
                <a:endParaRPr lang="en-GB" dirty="0">
                  <a:solidFill>
                    <a:schemeClr val="tx1"/>
                  </a:solidFill>
                </a:endParaRPr>
              </a:p>
            </p:txBody>
          </p:sp>
          <p:sp>
            <p:nvSpPr>
              <p:cNvPr id="42" name="TextBox 41">
                <a:extLst>
                  <a:ext uri="{FF2B5EF4-FFF2-40B4-BE49-F238E27FC236}">
                    <a16:creationId xmlns:a16="http://schemas.microsoft.com/office/drawing/2014/main" id="{CF2FDD1C-1ABA-47C4-95A2-6F43F0226B89}"/>
                  </a:ext>
                </a:extLst>
              </p:cNvPr>
              <p:cNvSpPr txBox="1"/>
              <p:nvPr/>
            </p:nvSpPr>
            <p:spPr>
              <a:xfrm>
                <a:off x="1580405" y="4747692"/>
                <a:ext cx="312906" cy="369332"/>
              </a:xfrm>
              <a:prstGeom prst="rect">
                <a:avLst/>
              </a:prstGeom>
              <a:noFill/>
            </p:spPr>
            <p:txBody>
              <a:bodyPr wrap="none" rtlCol="0">
                <a:spAutoFit/>
              </a:bodyPr>
              <a:lstStyle/>
              <a:p>
                <a:r>
                  <a:rPr lang="en-US" dirty="0">
                    <a:solidFill>
                      <a:schemeClr val="tx1"/>
                    </a:solidFill>
                  </a:rPr>
                  <a:t>8</a:t>
                </a:r>
                <a:endParaRPr lang="en-GB" dirty="0">
                  <a:solidFill>
                    <a:schemeClr val="tx1"/>
                  </a:solidFill>
                </a:endParaRPr>
              </a:p>
            </p:txBody>
          </p:sp>
        </p:grpSp>
        <p:sp>
          <p:nvSpPr>
            <p:cNvPr id="7" name="TextBox 6">
              <a:extLst>
                <a:ext uri="{FF2B5EF4-FFF2-40B4-BE49-F238E27FC236}">
                  <a16:creationId xmlns:a16="http://schemas.microsoft.com/office/drawing/2014/main" id="{FC493591-425C-471F-B1D5-C25AB9ACA8E2}"/>
                </a:ext>
              </a:extLst>
            </p:cNvPr>
            <p:cNvSpPr txBox="1"/>
            <p:nvPr/>
          </p:nvSpPr>
          <p:spPr>
            <a:xfrm>
              <a:off x="3442449" y="6069193"/>
              <a:ext cx="312906" cy="369332"/>
            </a:xfrm>
            <a:prstGeom prst="rect">
              <a:avLst/>
            </a:prstGeom>
            <a:noFill/>
          </p:spPr>
          <p:txBody>
            <a:bodyPr wrap="none" rtlCol="0">
              <a:spAutoFit/>
            </a:bodyPr>
            <a:lstStyle/>
            <a:p>
              <a:r>
                <a:rPr lang="en-US" dirty="0">
                  <a:solidFill>
                    <a:schemeClr val="tx1"/>
                  </a:solidFill>
                </a:rPr>
                <a:t>1</a:t>
              </a:r>
              <a:endParaRPr lang="en-GB" dirty="0">
                <a:solidFill>
                  <a:schemeClr val="tx1"/>
                </a:solidFill>
              </a:endParaRPr>
            </a:p>
          </p:txBody>
        </p:sp>
        <p:sp>
          <p:nvSpPr>
            <p:cNvPr id="8" name="TextBox 7">
              <a:extLst>
                <a:ext uri="{FF2B5EF4-FFF2-40B4-BE49-F238E27FC236}">
                  <a16:creationId xmlns:a16="http://schemas.microsoft.com/office/drawing/2014/main" id="{640BD70E-72C7-4341-AC2B-07547F2B6528}"/>
                </a:ext>
              </a:extLst>
            </p:cNvPr>
            <p:cNvSpPr txBox="1"/>
            <p:nvPr/>
          </p:nvSpPr>
          <p:spPr>
            <a:xfrm>
              <a:off x="3840679" y="1862368"/>
              <a:ext cx="312906" cy="369332"/>
            </a:xfrm>
            <a:prstGeom prst="rect">
              <a:avLst/>
            </a:prstGeom>
            <a:noFill/>
          </p:spPr>
          <p:txBody>
            <a:bodyPr wrap="none" rtlCol="0">
              <a:spAutoFit/>
            </a:bodyPr>
            <a:lstStyle/>
            <a:p>
              <a:r>
                <a:rPr lang="en-US" dirty="0">
                  <a:solidFill>
                    <a:schemeClr val="tx1"/>
                  </a:solidFill>
                </a:rPr>
                <a:t>8</a:t>
              </a:r>
              <a:endParaRPr lang="en-GB" dirty="0">
                <a:solidFill>
                  <a:schemeClr val="tx1"/>
                </a:solidFill>
              </a:endParaRPr>
            </a:p>
          </p:txBody>
        </p:sp>
        <p:sp>
          <p:nvSpPr>
            <p:cNvPr id="9" name="TextBox 8">
              <a:extLst>
                <a:ext uri="{FF2B5EF4-FFF2-40B4-BE49-F238E27FC236}">
                  <a16:creationId xmlns:a16="http://schemas.microsoft.com/office/drawing/2014/main" id="{413891A4-BE80-4B64-8BD1-01085AAE6D2A}"/>
                </a:ext>
              </a:extLst>
            </p:cNvPr>
            <p:cNvSpPr txBox="1"/>
            <p:nvPr/>
          </p:nvSpPr>
          <p:spPr>
            <a:xfrm>
              <a:off x="2140464" y="3698625"/>
              <a:ext cx="424027" cy="369332"/>
            </a:xfrm>
            <a:prstGeom prst="rect">
              <a:avLst/>
            </a:prstGeom>
            <a:noFill/>
          </p:spPr>
          <p:txBody>
            <a:bodyPr wrap="none" rtlCol="0">
              <a:spAutoFit/>
            </a:bodyPr>
            <a:lstStyle/>
            <a:p>
              <a:r>
                <a:rPr lang="en-US" dirty="0">
                  <a:solidFill>
                    <a:schemeClr val="tx1"/>
                  </a:solidFill>
                </a:rPr>
                <a:t>11</a:t>
              </a:r>
              <a:endParaRPr lang="en-GB" dirty="0">
                <a:solidFill>
                  <a:schemeClr val="tx1"/>
                </a:solidFill>
              </a:endParaRPr>
            </a:p>
          </p:txBody>
        </p:sp>
        <p:sp>
          <p:nvSpPr>
            <p:cNvPr id="10" name="TextBox 9">
              <a:extLst>
                <a:ext uri="{FF2B5EF4-FFF2-40B4-BE49-F238E27FC236}">
                  <a16:creationId xmlns:a16="http://schemas.microsoft.com/office/drawing/2014/main" id="{89974129-E03E-43A2-A393-DCFA662B0BD7}"/>
                </a:ext>
              </a:extLst>
            </p:cNvPr>
            <p:cNvSpPr txBox="1"/>
            <p:nvPr/>
          </p:nvSpPr>
          <p:spPr>
            <a:xfrm>
              <a:off x="5996882" y="1765354"/>
              <a:ext cx="312906" cy="369332"/>
            </a:xfrm>
            <a:prstGeom prst="rect">
              <a:avLst/>
            </a:prstGeom>
            <a:noFill/>
          </p:spPr>
          <p:txBody>
            <a:bodyPr wrap="none" rtlCol="0">
              <a:spAutoFit/>
            </a:bodyPr>
            <a:lstStyle/>
            <a:p>
              <a:r>
                <a:rPr lang="en-US" dirty="0">
                  <a:solidFill>
                    <a:schemeClr val="tx1"/>
                  </a:solidFill>
                </a:rPr>
                <a:t>7</a:t>
              </a:r>
              <a:endParaRPr lang="en-GB" dirty="0">
                <a:solidFill>
                  <a:schemeClr val="tx1"/>
                </a:solidFill>
              </a:endParaRPr>
            </a:p>
          </p:txBody>
        </p:sp>
        <p:sp>
          <p:nvSpPr>
            <p:cNvPr id="11" name="TextBox 10">
              <a:extLst>
                <a:ext uri="{FF2B5EF4-FFF2-40B4-BE49-F238E27FC236}">
                  <a16:creationId xmlns:a16="http://schemas.microsoft.com/office/drawing/2014/main" id="{E93C3BF6-466E-4AC1-8E64-4C28A48C8AD3}"/>
                </a:ext>
              </a:extLst>
            </p:cNvPr>
            <p:cNvSpPr txBox="1"/>
            <p:nvPr/>
          </p:nvSpPr>
          <p:spPr>
            <a:xfrm>
              <a:off x="8533379" y="4828422"/>
              <a:ext cx="441146" cy="369332"/>
            </a:xfrm>
            <a:prstGeom prst="rect">
              <a:avLst/>
            </a:prstGeom>
            <a:noFill/>
          </p:spPr>
          <p:txBody>
            <a:bodyPr wrap="none" rtlCol="0">
              <a:spAutoFit/>
            </a:bodyPr>
            <a:lstStyle/>
            <a:p>
              <a:r>
                <a:rPr lang="en-US" dirty="0">
                  <a:solidFill>
                    <a:schemeClr val="tx1"/>
                  </a:solidFill>
                </a:rPr>
                <a:t>10</a:t>
              </a:r>
              <a:endParaRPr lang="en-GB" dirty="0">
                <a:solidFill>
                  <a:schemeClr val="tx1"/>
                </a:solidFill>
              </a:endParaRPr>
            </a:p>
          </p:txBody>
        </p:sp>
        <p:sp>
          <p:nvSpPr>
            <p:cNvPr id="12" name="TextBox 11">
              <a:extLst>
                <a:ext uri="{FF2B5EF4-FFF2-40B4-BE49-F238E27FC236}">
                  <a16:creationId xmlns:a16="http://schemas.microsoft.com/office/drawing/2014/main" id="{05B52DCE-14ED-46E5-BF94-ECA071DB4467}"/>
                </a:ext>
              </a:extLst>
            </p:cNvPr>
            <p:cNvSpPr txBox="1"/>
            <p:nvPr/>
          </p:nvSpPr>
          <p:spPr>
            <a:xfrm>
              <a:off x="4530013" y="4579390"/>
              <a:ext cx="312906" cy="369332"/>
            </a:xfrm>
            <a:prstGeom prst="rect">
              <a:avLst/>
            </a:prstGeom>
            <a:noFill/>
          </p:spPr>
          <p:txBody>
            <a:bodyPr wrap="none" rtlCol="0">
              <a:spAutoFit/>
            </a:bodyPr>
            <a:lstStyle/>
            <a:p>
              <a:r>
                <a:rPr lang="en-US" dirty="0">
                  <a:solidFill>
                    <a:schemeClr val="tx1"/>
                  </a:solidFill>
                </a:rPr>
                <a:t>6</a:t>
              </a:r>
              <a:endParaRPr lang="en-GB" dirty="0">
                <a:solidFill>
                  <a:schemeClr val="tx1"/>
                </a:solidFill>
              </a:endParaRPr>
            </a:p>
          </p:txBody>
        </p:sp>
        <p:sp>
          <p:nvSpPr>
            <p:cNvPr id="13" name="TextBox 12">
              <a:extLst>
                <a:ext uri="{FF2B5EF4-FFF2-40B4-BE49-F238E27FC236}">
                  <a16:creationId xmlns:a16="http://schemas.microsoft.com/office/drawing/2014/main" id="{59A54AF1-D819-4D31-A01B-A806A1017B18}"/>
                </a:ext>
              </a:extLst>
            </p:cNvPr>
            <p:cNvSpPr txBox="1"/>
            <p:nvPr/>
          </p:nvSpPr>
          <p:spPr>
            <a:xfrm>
              <a:off x="6290552" y="5621048"/>
              <a:ext cx="312906" cy="369332"/>
            </a:xfrm>
            <a:prstGeom prst="rect">
              <a:avLst/>
            </a:prstGeom>
            <a:noFill/>
          </p:spPr>
          <p:txBody>
            <a:bodyPr wrap="none" rtlCol="0">
              <a:spAutoFit/>
            </a:bodyPr>
            <a:lstStyle/>
            <a:p>
              <a:r>
                <a:rPr lang="en-US" dirty="0">
                  <a:solidFill>
                    <a:schemeClr val="tx1"/>
                  </a:solidFill>
                </a:rPr>
                <a:t>2</a:t>
              </a:r>
              <a:endParaRPr lang="en-GB" dirty="0">
                <a:solidFill>
                  <a:schemeClr val="tx1"/>
                </a:solidFill>
              </a:endParaRPr>
            </a:p>
          </p:txBody>
        </p:sp>
        <p:sp>
          <p:nvSpPr>
            <p:cNvPr id="14" name="TextBox 13">
              <a:extLst>
                <a:ext uri="{FF2B5EF4-FFF2-40B4-BE49-F238E27FC236}">
                  <a16:creationId xmlns:a16="http://schemas.microsoft.com/office/drawing/2014/main" id="{F8D8811D-B491-43C7-AEA0-7230A34198EC}"/>
                </a:ext>
              </a:extLst>
            </p:cNvPr>
            <p:cNvSpPr txBox="1"/>
            <p:nvPr/>
          </p:nvSpPr>
          <p:spPr>
            <a:xfrm>
              <a:off x="5695856" y="3601495"/>
              <a:ext cx="312906" cy="369332"/>
            </a:xfrm>
            <a:prstGeom prst="rect">
              <a:avLst/>
            </a:prstGeom>
            <a:noFill/>
          </p:spPr>
          <p:txBody>
            <a:bodyPr wrap="none" rtlCol="0">
              <a:spAutoFit/>
            </a:bodyPr>
            <a:lstStyle/>
            <a:p>
              <a:r>
                <a:rPr lang="en-US" dirty="0">
                  <a:solidFill>
                    <a:schemeClr val="tx1"/>
                  </a:solidFill>
                </a:rPr>
                <a:t>4</a:t>
              </a:r>
              <a:endParaRPr lang="en-GB" dirty="0">
                <a:solidFill>
                  <a:schemeClr val="tx1"/>
                </a:solidFill>
              </a:endParaRPr>
            </a:p>
          </p:txBody>
        </p:sp>
        <p:sp>
          <p:nvSpPr>
            <p:cNvPr id="15" name="TextBox 14">
              <a:extLst>
                <a:ext uri="{FF2B5EF4-FFF2-40B4-BE49-F238E27FC236}">
                  <a16:creationId xmlns:a16="http://schemas.microsoft.com/office/drawing/2014/main" id="{64724291-BF14-4E71-AC98-6E4594DB233C}"/>
                </a:ext>
              </a:extLst>
            </p:cNvPr>
            <p:cNvSpPr txBox="1"/>
            <p:nvPr/>
          </p:nvSpPr>
          <p:spPr>
            <a:xfrm>
              <a:off x="4034631" y="2939941"/>
              <a:ext cx="312906" cy="369332"/>
            </a:xfrm>
            <a:prstGeom prst="rect">
              <a:avLst/>
            </a:prstGeom>
            <a:noFill/>
          </p:spPr>
          <p:txBody>
            <a:bodyPr wrap="none" rtlCol="0">
              <a:spAutoFit/>
            </a:bodyPr>
            <a:lstStyle/>
            <a:p>
              <a:r>
                <a:rPr lang="en-US" dirty="0">
                  <a:solidFill>
                    <a:schemeClr val="tx1"/>
                  </a:solidFill>
                </a:rPr>
                <a:t>2</a:t>
              </a:r>
              <a:endParaRPr lang="en-GB" dirty="0">
                <a:solidFill>
                  <a:schemeClr val="tx1"/>
                </a:solidFill>
              </a:endParaRPr>
            </a:p>
          </p:txBody>
        </p:sp>
        <p:sp>
          <p:nvSpPr>
            <p:cNvPr id="16" name="TextBox 15">
              <a:extLst>
                <a:ext uri="{FF2B5EF4-FFF2-40B4-BE49-F238E27FC236}">
                  <a16:creationId xmlns:a16="http://schemas.microsoft.com/office/drawing/2014/main" id="{21F0BF5F-075E-4F28-8ED7-CD8BF9F7ED98}"/>
                </a:ext>
              </a:extLst>
            </p:cNvPr>
            <p:cNvSpPr txBox="1"/>
            <p:nvPr/>
          </p:nvSpPr>
          <p:spPr>
            <a:xfrm>
              <a:off x="7934451" y="2545244"/>
              <a:ext cx="312906" cy="369332"/>
            </a:xfrm>
            <a:prstGeom prst="rect">
              <a:avLst/>
            </a:prstGeom>
            <a:noFill/>
          </p:spPr>
          <p:txBody>
            <a:bodyPr wrap="none" rtlCol="0">
              <a:spAutoFit/>
            </a:bodyPr>
            <a:lstStyle/>
            <a:p>
              <a:r>
                <a:rPr lang="en-US" dirty="0">
                  <a:solidFill>
                    <a:schemeClr val="tx1"/>
                  </a:solidFill>
                </a:rPr>
                <a:t>9</a:t>
              </a:r>
              <a:endParaRPr lang="en-GB" dirty="0">
                <a:solidFill>
                  <a:schemeClr val="tx1"/>
                </a:solidFill>
              </a:endParaRPr>
            </a:p>
          </p:txBody>
        </p:sp>
        <p:sp>
          <p:nvSpPr>
            <p:cNvPr id="17" name="TextBox 16">
              <a:extLst>
                <a:ext uri="{FF2B5EF4-FFF2-40B4-BE49-F238E27FC236}">
                  <a16:creationId xmlns:a16="http://schemas.microsoft.com/office/drawing/2014/main" id="{BD9C0E43-D783-4753-A316-E8834449B172}"/>
                </a:ext>
              </a:extLst>
            </p:cNvPr>
            <p:cNvSpPr txBox="1"/>
            <p:nvPr/>
          </p:nvSpPr>
          <p:spPr>
            <a:xfrm>
              <a:off x="6892469" y="3656047"/>
              <a:ext cx="441146" cy="369332"/>
            </a:xfrm>
            <a:prstGeom prst="rect">
              <a:avLst/>
            </a:prstGeom>
            <a:noFill/>
          </p:spPr>
          <p:txBody>
            <a:bodyPr wrap="none" rtlCol="0">
              <a:spAutoFit/>
            </a:bodyPr>
            <a:lstStyle/>
            <a:p>
              <a:r>
                <a:rPr lang="en-US" dirty="0">
                  <a:solidFill>
                    <a:schemeClr val="tx1"/>
                  </a:solidFill>
                </a:rPr>
                <a:t>14</a:t>
              </a:r>
              <a:endParaRPr lang="en-GB" dirty="0">
                <a:solidFill>
                  <a:schemeClr val="tx1"/>
                </a:solidFill>
              </a:endParaRPr>
            </a:p>
          </p:txBody>
        </p:sp>
      </p:grpSp>
      <p:sp>
        <p:nvSpPr>
          <p:cNvPr id="43" name="TextBox 42">
            <a:extLst>
              <a:ext uri="{FF2B5EF4-FFF2-40B4-BE49-F238E27FC236}">
                <a16:creationId xmlns:a16="http://schemas.microsoft.com/office/drawing/2014/main" id="{B11B7064-5BEE-4D8E-B5DB-22B936B9381A}"/>
              </a:ext>
            </a:extLst>
          </p:cNvPr>
          <p:cNvSpPr txBox="1"/>
          <p:nvPr/>
        </p:nvSpPr>
        <p:spPr>
          <a:xfrm>
            <a:off x="6484417" y="3270868"/>
            <a:ext cx="3672408" cy="923330"/>
          </a:xfrm>
          <a:prstGeom prst="rect">
            <a:avLst/>
          </a:prstGeom>
          <a:noFill/>
        </p:spPr>
        <p:txBody>
          <a:bodyPr wrap="square" rtlCol="0">
            <a:spAutoFit/>
          </a:bodyPr>
          <a:lstStyle/>
          <a:p>
            <a:r>
              <a:rPr lang="en-US" dirty="0">
                <a:solidFill>
                  <a:schemeClr val="tx1"/>
                </a:solidFill>
              </a:rPr>
              <a:t>We have selected  the CD as the initial one.  We repeat step 2 until every node is reached</a:t>
            </a:r>
            <a:endParaRPr lang="en-GB" dirty="0">
              <a:solidFill>
                <a:schemeClr val="tx1"/>
              </a:solidFill>
            </a:endParaRPr>
          </a:p>
        </p:txBody>
      </p:sp>
      <p:sp>
        <p:nvSpPr>
          <p:cNvPr id="46" name="TextBox 45">
            <a:extLst>
              <a:ext uri="{FF2B5EF4-FFF2-40B4-BE49-F238E27FC236}">
                <a16:creationId xmlns:a16="http://schemas.microsoft.com/office/drawing/2014/main" id="{8B9FDEEC-1726-49DC-B316-A8C5284054B1}"/>
              </a:ext>
            </a:extLst>
          </p:cNvPr>
          <p:cNvSpPr txBox="1"/>
          <p:nvPr/>
        </p:nvSpPr>
        <p:spPr>
          <a:xfrm>
            <a:off x="6145619" y="1825113"/>
            <a:ext cx="4312856" cy="1277273"/>
          </a:xfrm>
          <a:prstGeom prst="rect">
            <a:avLst/>
          </a:prstGeom>
          <a:noFill/>
        </p:spPr>
        <p:txBody>
          <a:bodyPr wrap="square" rtlCol="0">
            <a:spAutoFit/>
          </a:bodyPr>
          <a:lstStyle/>
          <a:p>
            <a:pPr marL="742950" lvl="0" indent="-742950">
              <a:buFont typeface="+mj-lt"/>
              <a:buAutoNum type="arabicPeriod"/>
            </a:pPr>
            <a:r>
              <a:rPr lang="en-GB" sz="1100" dirty="0">
                <a:solidFill>
                  <a:schemeClr val="tx1"/>
                </a:solidFill>
              </a:rPr>
              <a:t>Begin with any vertex which you think would be suitable and add it to the tree.</a:t>
            </a:r>
          </a:p>
          <a:p>
            <a:pPr marL="742950" lvl="0" indent="-742950">
              <a:buFont typeface="+mj-lt"/>
              <a:buAutoNum type="arabicPeriod"/>
            </a:pPr>
            <a:r>
              <a:rPr lang="en-GB" sz="1100" dirty="0">
                <a:solidFill>
                  <a:schemeClr val="tx1"/>
                </a:solidFill>
              </a:rPr>
              <a:t>Find the lowest weighted edge that connects any vertex in the tree to any vertex that is not in the tree. Note that, we should not form cycles.</a:t>
            </a:r>
          </a:p>
          <a:p>
            <a:pPr marL="742950" lvl="0" indent="-742950">
              <a:buFont typeface="+mj-lt"/>
              <a:buAutoNum type="arabicPeriod"/>
            </a:pPr>
            <a:r>
              <a:rPr lang="en-GB" sz="1100" dirty="0">
                <a:solidFill>
                  <a:schemeClr val="tx1"/>
                </a:solidFill>
              </a:rPr>
              <a:t>Stop when n - 1 edges have been added to the tree.</a:t>
            </a:r>
          </a:p>
          <a:p>
            <a:endParaRPr lang="en-GB" sz="1100" dirty="0">
              <a:solidFill>
                <a:schemeClr val="tx1"/>
              </a:solidFill>
            </a:endParaRPr>
          </a:p>
        </p:txBody>
      </p:sp>
      <p:cxnSp>
        <p:nvCxnSpPr>
          <p:cNvPr id="48" name="Straight Connector 47">
            <a:extLst>
              <a:ext uri="{FF2B5EF4-FFF2-40B4-BE49-F238E27FC236}">
                <a16:creationId xmlns:a16="http://schemas.microsoft.com/office/drawing/2014/main" id="{C45195D9-F991-41D7-927F-63AABED2AA4A}"/>
              </a:ext>
            </a:extLst>
          </p:cNvPr>
          <p:cNvCxnSpPr/>
          <p:nvPr/>
        </p:nvCxnSpPr>
        <p:spPr>
          <a:xfrm flipH="1">
            <a:off x="3439407" y="1831933"/>
            <a:ext cx="978369"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1" name="TextBox 60">
            <a:extLst>
              <a:ext uri="{FF2B5EF4-FFF2-40B4-BE49-F238E27FC236}">
                <a16:creationId xmlns:a16="http://schemas.microsoft.com/office/drawing/2014/main" id="{0B49C834-F93A-4C8E-AB1D-99503A4C605F}"/>
              </a:ext>
            </a:extLst>
          </p:cNvPr>
          <p:cNvSpPr txBox="1"/>
          <p:nvPr/>
        </p:nvSpPr>
        <p:spPr>
          <a:xfrm>
            <a:off x="2269865" y="4931965"/>
            <a:ext cx="2503133" cy="923330"/>
          </a:xfrm>
          <a:prstGeom prst="rect">
            <a:avLst/>
          </a:prstGeom>
          <a:noFill/>
        </p:spPr>
        <p:txBody>
          <a:bodyPr wrap="square" rtlCol="0">
            <a:spAutoFit/>
          </a:bodyPr>
          <a:lstStyle/>
          <a:p>
            <a:r>
              <a:rPr lang="en-US" dirty="0">
                <a:solidFill>
                  <a:schemeClr val="tx1"/>
                </a:solidFill>
              </a:rPr>
              <a:t>We could at this point select either BC or AH.  I have chosen BC.</a:t>
            </a:r>
            <a:endParaRPr lang="en-GB" dirty="0">
              <a:solidFill>
                <a:schemeClr val="tx1"/>
              </a:solidFill>
            </a:endParaRPr>
          </a:p>
        </p:txBody>
      </p:sp>
      <p:sp>
        <p:nvSpPr>
          <p:cNvPr id="56" name="TextBox 55">
            <a:extLst>
              <a:ext uri="{FF2B5EF4-FFF2-40B4-BE49-F238E27FC236}">
                <a16:creationId xmlns:a16="http://schemas.microsoft.com/office/drawing/2014/main" id="{1534B0C2-2A4F-4B05-AE29-874C2FB81640}"/>
              </a:ext>
            </a:extLst>
          </p:cNvPr>
          <p:cNvSpPr txBox="1"/>
          <p:nvPr/>
        </p:nvSpPr>
        <p:spPr>
          <a:xfrm>
            <a:off x="7434138" y="4254134"/>
            <a:ext cx="780983" cy="369332"/>
          </a:xfrm>
          <a:prstGeom prst="rect">
            <a:avLst/>
          </a:prstGeom>
          <a:noFill/>
        </p:spPr>
        <p:txBody>
          <a:bodyPr wrap="none" rtlCol="0">
            <a:spAutoFit/>
          </a:bodyPr>
          <a:lstStyle/>
          <a:p>
            <a:r>
              <a:rPr lang="en-GB" dirty="0">
                <a:solidFill>
                  <a:schemeClr val="tx1"/>
                </a:solidFill>
              </a:rPr>
              <a:t>CD=7</a:t>
            </a:r>
          </a:p>
        </p:txBody>
      </p:sp>
      <p:cxnSp>
        <p:nvCxnSpPr>
          <p:cNvPr id="59" name="Straight Connector 58">
            <a:extLst>
              <a:ext uri="{FF2B5EF4-FFF2-40B4-BE49-F238E27FC236}">
                <a16:creationId xmlns:a16="http://schemas.microsoft.com/office/drawing/2014/main" id="{61A2EF72-F8B3-463A-93A3-E88893687CA4}"/>
              </a:ext>
            </a:extLst>
          </p:cNvPr>
          <p:cNvCxnSpPr>
            <a:cxnSpLocks/>
            <a:endCxn id="26" idx="0"/>
          </p:cNvCxnSpPr>
          <p:nvPr/>
        </p:nvCxnSpPr>
        <p:spPr>
          <a:xfrm flipH="1">
            <a:off x="2485591" y="2119922"/>
            <a:ext cx="769644" cy="964681"/>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62" name="TextBox 61">
            <a:extLst>
              <a:ext uri="{FF2B5EF4-FFF2-40B4-BE49-F238E27FC236}">
                <a16:creationId xmlns:a16="http://schemas.microsoft.com/office/drawing/2014/main" id="{D567DC50-DF45-4D40-9465-5BD0A6F1F8F6}"/>
              </a:ext>
            </a:extLst>
          </p:cNvPr>
          <p:cNvSpPr txBox="1"/>
          <p:nvPr/>
        </p:nvSpPr>
        <p:spPr>
          <a:xfrm>
            <a:off x="7506146" y="4643933"/>
            <a:ext cx="678391" cy="369332"/>
          </a:xfrm>
          <a:prstGeom prst="rect">
            <a:avLst/>
          </a:prstGeom>
          <a:noFill/>
        </p:spPr>
        <p:txBody>
          <a:bodyPr wrap="none" rtlCol="0">
            <a:spAutoFit/>
          </a:bodyPr>
          <a:lstStyle/>
          <a:p>
            <a:r>
              <a:rPr lang="en-GB" dirty="0">
                <a:solidFill>
                  <a:schemeClr val="tx1"/>
                </a:solidFill>
              </a:rPr>
              <a:t>CI=2</a:t>
            </a:r>
          </a:p>
        </p:txBody>
      </p:sp>
      <p:cxnSp>
        <p:nvCxnSpPr>
          <p:cNvPr id="64" name="Straight Connector 63">
            <a:extLst>
              <a:ext uri="{FF2B5EF4-FFF2-40B4-BE49-F238E27FC236}">
                <a16:creationId xmlns:a16="http://schemas.microsoft.com/office/drawing/2014/main" id="{F93ACB1E-F5F8-426B-A7D7-1BCD1605493E}"/>
              </a:ext>
            </a:extLst>
          </p:cNvPr>
          <p:cNvCxnSpPr>
            <a:cxnSpLocks/>
          </p:cNvCxnSpPr>
          <p:nvPr/>
        </p:nvCxnSpPr>
        <p:spPr>
          <a:xfrm>
            <a:off x="3634482" y="2182230"/>
            <a:ext cx="1239815" cy="1958154"/>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cxnSp>
        <p:nvCxnSpPr>
          <p:cNvPr id="65" name="Straight Connector 64">
            <a:extLst>
              <a:ext uri="{FF2B5EF4-FFF2-40B4-BE49-F238E27FC236}">
                <a16:creationId xmlns:a16="http://schemas.microsoft.com/office/drawing/2014/main" id="{09E55AD8-4585-4EBA-804F-4C044DD14E5A}"/>
              </a:ext>
            </a:extLst>
          </p:cNvPr>
          <p:cNvCxnSpPr>
            <a:cxnSpLocks/>
          </p:cNvCxnSpPr>
          <p:nvPr/>
        </p:nvCxnSpPr>
        <p:spPr>
          <a:xfrm>
            <a:off x="3787109" y="4530182"/>
            <a:ext cx="1080353" cy="0"/>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cxnSp>
        <p:nvCxnSpPr>
          <p:cNvPr id="66" name="Straight Connector 65">
            <a:extLst>
              <a:ext uri="{FF2B5EF4-FFF2-40B4-BE49-F238E27FC236}">
                <a16:creationId xmlns:a16="http://schemas.microsoft.com/office/drawing/2014/main" id="{8482AAFF-96A6-419A-B893-B36115693E1B}"/>
              </a:ext>
            </a:extLst>
          </p:cNvPr>
          <p:cNvCxnSpPr>
            <a:cxnSpLocks/>
          </p:cNvCxnSpPr>
          <p:nvPr/>
        </p:nvCxnSpPr>
        <p:spPr>
          <a:xfrm>
            <a:off x="1876903" y="4481635"/>
            <a:ext cx="1719239" cy="15377"/>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cxnSp>
        <p:nvCxnSpPr>
          <p:cNvPr id="67" name="Straight Connector 66">
            <a:extLst>
              <a:ext uri="{FF2B5EF4-FFF2-40B4-BE49-F238E27FC236}">
                <a16:creationId xmlns:a16="http://schemas.microsoft.com/office/drawing/2014/main" id="{061FE1A3-5305-4FF1-8AF6-4E5C02568B73}"/>
              </a:ext>
            </a:extLst>
          </p:cNvPr>
          <p:cNvCxnSpPr>
            <a:cxnSpLocks/>
          </p:cNvCxnSpPr>
          <p:nvPr/>
        </p:nvCxnSpPr>
        <p:spPr>
          <a:xfrm>
            <a:off x="2158951" y="1831933"/>
            <a:ext cx="1103434" cy="31590"/>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cxnSp>
        <p:nvCxnSpPr>
          <p:cNvPr id="68" name="Straight Connector 67">
            <a:extLst>
              <a:ext uri="{FF2B5EF4-FFF2-40B4-BE49-F238E27FC236}">
                <a16:creationId xmlns:a16="http://schemas.microsoft.com/office/drawing/2014/main" id="{7699B452-88B0-4DD2-8F98-7A52B2730280}"/>
              </a:ext>
            </a:extLst>
          </p:cNvPr>
          <p:cNvCxnSpPr>
            <a:cxnSpLocks/>
          </p:cNvCxnSpPr>
          <p:nvPr/>
        </p:nvCxnSpPr>
        <p:spPr>
          <a:xfrm flipV="1">
            <a:off x="813750" y="1938863"/>
            <a:ext cx="1131823" cy="1104870"/>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cxnSp>
        <p:nvCxnSpPr>
          <p:cNvPr id="69" name="Straight Connector 68">
            <a:extLst>
              <a:ext uri="{FF2B5EF4-FFF2-40B4-BE49-F238E27FC236}">
                <a16:creationId xmlns:a16="http://schemas.microsoft.com/office/drawing/2014/main" id="{9480C076-AFF4-4CF4-ABF3-4A6950BE55C5}"/>
              </a:ext>
            </a:extLst>
          </p:cNvPr>
          <p:cNvCxnSpPr>
            <a:cxnSpLocks/>
            <a:endCxn id="22" idx="3"/>
          </p:cNvCxnSpPr>
          <p:nvPr/>
        </p:nvCxnSpPr>
        <p:spPr>
          <a:xfrm>
            <a:off x="4624216" y="2008232"/>
            <a:ext cx="1297754" cy="998003"/>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73" name="TextBox 72">
            <a:extLst>
              <a:ext uri="{FF2B5EF4-FFF2-40B4-BE49-F238E27FC236}">
                <a16:creationId xmlns:a16="http://schemas.microsoft.com/office/drawing/2014/main" id="{252ACCC6-B618-4DE2-8A4E-2D2A31CAF9B9}"/>
              </a:ext>
            </a:extLst>
          </p:cNvPr>
          <p:cNvSpPr txBox="1"/>
          <p:nvPr/>
        </p:nvSpPr>
        <p:spPr>
          <a:xfrm>
            <a:off x="7451213" y="4904799"/>
            <a:ext cx="755335" cy="369332"/>
          </a:xfrm>
          <a:prstGeom prst="rect">
            <a:avLst/>
          </a:prstGeom>
          <a:noFill/>
        </p:spPr>
        <p:txBody>
          <a:bodyPr wrap="none" rtlCol="0">
            <a:spAutoFit/>
          </a:bodyPr>
          <a:lstStyle/>
          <a:p>
            <a:r>
              <a:rPr lang="en-GB" dirty="0">
                <a:solidFill>
                  <a:schemeClr val="tx1"/>
                </a:solidFill>
              </a:rPr>
              <a:t>CF=4</a:t>
            </a:r>
          </a:p>
        </p:txBody>
      </p:sp>
      <p:sp>
        <p:nvSpPr>
          <p:cNvPr id="76" name="TextBox 75">
            <a:extLst>
              <a:ext uri="{FF2B5EF4-FFF2-40B4-BE49-F238E27FC236}">
                <a16:creationId xmlns:a16="http://schemas.microsoft.com/office/drawing/2014/main" id="{3024A132-1288-4CE2-9DE2-4315506FFB1B}"/>
              </a:ext>
            </a:extLst>
          </p:cNvPr>
          <p:cNvSpPr txBox="1"/>
          <p:nvPr/>
        </p:nvSpPr>
        <p:spPr>
          <a:xfrm>
            <a:off x="7474466" y="5159961"/>
            <a:ext cx="768159" cy="369332"/>
          </a:xfrm>
          <a:prstGeom prst="rect">
            <a:avLst/>
          </a:prstGeom>
          <a:noFill/>
        </p:spPr>
        <p:txBody>
          <a:bodyPr wrap="none" rtlCol="0">
            <a:spAutoFit/>
          </a:bodyPr>
          <a:lstStyle/>
          <a:p>
            <a:r>
              <a:rPr lang="en-GB" dirty="0">
                <a:solidFill>
                  <a:schemeClr val="tx1"/>
                </a:solidFill>
              </a:rPr>
              <a:t>GF=2</a:t>
            </a:r>
          </a:p>
        </p:txBody>
      </p:sp>
      <p:sp>
        <p:nvSpPr>
          <p:cNvPr id="78" name="TextBox 77">
            <a:extLst>
              <a:ext uri="{FF2B5EF4-FFF2-40B4-BE49-F238E27FC236}">
                <a16:creationId xmlns:a16="http://schemas.microsoft.com/office/drawing/2014/main" id="{C7E32FF2-0846-4117-9C47-F7C02F67DCD7}"/>
              </a:ext>
            </a:extLst>
          </p:cNvPr>
          <p:cNvSpPr txBox="1"/>
          <p:nvPr/>
        </p:nvSpPr>
        <p:spPr>
          <a:xfrm>
            <a:off x="7491107" y="5410150"/>
            <a:ext cx="793807" cy="369332"/>
          </a:xfrm>
          <a:prstGeom prst="rect">
            <a:avLst/>
          </a:prstGeom>
          <a:noFill/>
        </p:spPr>
        <p:txBody>
          <a:bodyPr wrap="none" rtlCol="0">
            <a:spAutoFit/>
          </a:bodyPr>
          <a:lstStyle/>
          <a:p>
            <a:r>
              <a:rPr lang="en-GB" dirty="0">
                <a:solidFill>
                  <a:schemeClr val="tx1"/>
                </a:solidFill>
              </a:rPr>
              <a:t>HG=1</a:t>
            </a:r>
          </a:p>
        </p:txBody>
      </p:sp>
      <p:sp>
        <p:nvSpPr>
          <p:cNvPr id="80" name="TextBox 79">
            <a:extLst>
              <a:ext uri="{FF2B5EF4-FFF2-40B4-BE49-F238E27FC236}">
                <a16:creationId xmlns:a16="http://schemas.microsoft.com/office/drawing/2014/main" id="{70D980AD-357D-4850-9E53-C326BE7C23BC}"/>
              </a:ext>
            </a:extLst>
          </p:cNvPr>
          <p:cNvSpPr txBox="1"/>
          <p:nvPr/>
        </p:nvSpPr>
        <p:spPr>
          <a:xfrm>
            <a:off x="7533396" y="5632325"/>
            <a:ext cx="768159" cy="369332"/>
          </a:xfrm>
          <a:prstGeom prst="rect">
            <a:avLst/>
          </a:prstGeom>
          <a:noFill/>
        </p:spPr>
        <p:txBody>
          <a:bodyPr wrap="none" rtlCol="0">
            <a:spAutoFit/>
          </a:bodyPr>
          <a:lstStyle/>
          <a:p>
            <a:r>
              <a:rPr lang="en-GB" dirty="0">
                <a:solidFill>
                  <a:schemeClr val="tx1"/>
                </a:solidFill>
              </a:rPr>
              <a:t>BC=8</a:t>
            </a:r>
          </a:p>
        </p:txBody>
      </p:sp>
      <p:sp>
        <p:nvSpPr>
          <p:cNvPr id="82" name="TextBox 81">
            <a:extLst>
              <a:ext uri="{FF2B5EF4-FFF2-40B4-BE49-F238E27FC236}">
                <a16:creationId xmlns:a16="http://schemas.microsoft.com/office/drawing/2014/main" id="{8E2B4DB7-2C2C-466A-8A63-4623857C9859}"/>
              </a:ext>
            </a:extLst>
          </p:cNvPr>
          <p:cNvSpPr txBox="1"/>
          <p:nvPr/>
        </p:nvSpPr>
        <p:spPr>
          <a:xfrm>
            <a:off x="7497512" y="5910176"/>
            <a:ext cx="755335" cy="369332"/>
          </a:xfrm>
          <a:prstGeom prst="rect">
            <a:avLst/>
          </a:prstGeom>
          <a:noFill/>
        </p:spPr>
        <p:txBody>
          <a:bodyPr wrap="none" rtlCol="0">
            <a:spAutoFit/>
          </a:bodyPr>
          <a:lstStyle/>
          <a:p>
            <a:r>
              <a:rPr lang="en-GB" dirty="0">
                <a:solidFill>
                  <a:schemeClr val="tx1"/>
                </a:solidFill>
              </a:rPr>
              <a:t>AB=4</a:t>
            </a:r>
          </a:p>
        </p:txBody>
      </p:sp>
      <p:sp>
        <p:nvSpPr>
          <p:cNvPr id="84" name="TextBox 83">
            <a:extLst>
              <a:ext uri="{FF2B5EF4-FFF2-40B4-BE49-F238E27FC236}">
                <a16:creationId xmlns:a16="http://schemas.microsoft.com/office/drawing/2014/main" id="{D8E2DE72-2A31-4054-90D6-C122EBF1C486}"/>
              </a:ext>
            </a:extLst>
          </p:cNvPr>
          <p:cNvSpPr txBox="1"/>
          <p:nvPr/>
        </p:nvSpPr>
        <p:spPr>
          <a:xfrm>
            <a:off x="7533395" y="6132351"/>
            <a:ext cx="768159" cy="369332"/>
          </a:xfrm>
          <a:prstGeom prst="rect">
            <a:avLst/>
          </a:prstGeom>
          <a:noFill/>
        </p:spPr>
        <p:txBody>
          <a:bodyPr wrap="none" rtlCol="0">
            <a:spAutoFit/>
          </a:bodyPr>
          <a:lstStyle/>
          <a:p>
            <a:r>
              <a:rPr lang="en-GB" dirty="0">
                <a:solidFill>
                  <a:schemeClr val="tx1"/>
                </a:solidFill>
              </a:rPr>
              <a:t>DE=9</a:t>
            </a:r>
          </a:p>
        </p:txBody>
      </p:sp>
      <p:sp>
        <p:nvSpPr>
          <p:cNvPr id="85" name="TextBox 84">
            <a:extLst>
              <a:ext uri="{FF2B5EF4-FFF2-40B4-BE49-F238E27FC236}">
                <a16:creationId xmlns:a16="http://schemas.microsoft.com/office/drawing/2014/main" id="{19FEAA8A-64DD-4EA3-B6E6-472F7A7471AA}"/>
              </a:ext>
            </a:extLst>
          </p:cNvPr>
          <p:cNvSpPr txBox="1"/>
          <p:nvPr/>
        </p:nvSpPr>
        <p:spPr>
          <a:xfrm>
            <a:off x="2318668" y="6665973"/>
            <a:ext cx="4989699" cy="369332"/>
          </a:xfrm>
          <a:prstGeom prst="rect">
            <a:avLst/>
          </a:prstGeom>
          <a:noFill/>
        </p:spPr>
        <p:txBody>
          <a:bodyPr wrap="none" rtlCol="0">
            <a:spAutoFit/>
          </a:bodyPr>
          <a:lstStyle/>
          <a:p>
            <a:r>
              <a:rPr lang="en-GB" dirty="0">
                <a:solidFill>
                  <a:schemeClr val="tx1"/>
                </a:solidFill>
              </a:rPr>
              <a:t>MST = {CD, CI, CF, GF, HG, BC, AB, DE} = 37 </a:t>
            </a:r>
          </a:p>
        </p:txBody>
      </p:sp>
    </p:spTree>
    <p:extLst>
      <p:ext uri="{BB962C8B-B14F-4D97-AF65-F5344CB8AC3E}">
        <p14:creationId xmlns:p14="http://schemas.microsoft.com/office/powerpoint/2010/main" val="146435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8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56" grpId="0"/>
      <p:bldP spid="62" grpId="0"/>
      <p:bldP spid="73" grpId="0"/>
      <p:bldP spid="76" grpId="0"/>
      <p:bldP spid="78" grpId="0"/>
      <p:bldP spid="80" grpId="0"/>
      <p:bldP spid="82" grpId="0"/>
      <p:bldP spid="8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3" name="Rectangle 3"/>
          <p:cNvSpPr>
            <a:spLocks noGrp="1" noChangeArrowheads="1"/>
          </p:cNvSpPr>
          <p:nvPr>
            <p:ph type="title"/>
          </p:nvPr>
        </p:nvSpPr>
        <p:spPr>
          <a:xfrm>
            <a:off x="368300" y="917575"/>
            <a:ext cx="9891713" cy="1062038"/>
          </a:xfrm>
        </p:spPr>
        <p:txBody>
          <a:bodyPr lIns="89827" tIns="44021" rIns="89827" bIns="44021"/>
          <a:lstStyle/>
          <a:p>
            <a:pPr eaLnBrk="1" hangingPunct="1">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 pos="9353550" algn="l"/>
              </a:tabLst>
            </a:pPr>
            <a:r>
              <a:rPr lang="en-GB" altLang="en-US" sz="4400" b="1">
                <a:solidFill>
                  <a:srgbClr val="000000"/>
                </a:solidFill>
                <a:latin typeface="Arial" pitchFamily="34" charset="0"/>
                <a:ea typeface="DejaVu Sans"/>
                <a:cs typeface="DejaVu Sans"/>
              </a:rPr>
              <a:t>Summary</a:t>
            </a:r>
          </a:p>
        </p:txBody>
      </p:sp>
      <p:sp>
        <p:nvSpPr>
          <p:cNvPr id="199686" name="Rectangle 4"/>
          <p:cNvSpPr>
            <a:spLocks noGrp="1" noChangeArrowheads="1"/>
          </p:cNvSpPr>
          <p:nvPr>
            <p:ph idx="1"/>
          </p:nvPr>
        </p:nvSpPr>
        <p:spPr>
          <a:xfrm>
            <a:off x="979488" y="2100263"/>
            <a:ext cx="9088437" cy="4535487"/>
          </a:xfrm>
        </p:spPr>
        <p:txBody>
          <a:bodyPr lIns="89827" tIns="68009" rIns="89827" bIns="44021" rtlCol="0">
            <a:normAutofit lnSpcReduction="10000"/>
          </a:bodyPr>
          <a:lstStyle/>
          <a:p>
            <a:pPr marL="328252" indent="-328252" defTabSz="521245" eaLnBrk="1" fontAlgn="auto" hangingPunct="1">
              <a:lnSpc>
                <a:spcPct val="94000"/>
              </a:lnSpc>
              <a:spcAft>
                <a:spcPts val="0"/>
              </a:spcAft>
              <a:buFont typeface="Times New Roman" charset="0"/>
              <a:buChar char="•"/>
              <a:tabLst>
                <a:tab pos="328252" algn="l"/>
                <a:tab pos="432400" algn="l"/>
                <a:tab pos="878994" algn="l"/>
                <a:tab pos="1325610" algn="l"/>
                <a:tab pos="1772225" algn="l"/>
                <a:tab pos="2218806" algn="l"/>
                <a:tab pos="2665415" algn="l"/>
                <a:tab pos="3112021" algn="l"/>
                <a:tab pos="3558629" algn="l"/>
                <a:tab pos="4005240" algn="l"/>
                <a:tab pos="4451833" algn="l"/>
                <a:tab pos="4898438" algn="l"/>
                <a:tab pos="5345040" algn="l"/>
                <a:tab pos="5791647" algn="l"/>
                <a:tab pos="6238251" algn="l"/>
                <a:tab pos="6684856" algn="l"/>
                <a:tab pos="7131458" algn="l"/>
                <a:tab pos="7578065" algn="l"/>
                <a:tab pos="8024664" algn="l"/>
                <a:tab pos="8471266" algn="l"/>
                <a:tab pos="8917880" algn="l"/>
              </a:tabLst>
              <a:defRPr/>
            </a:pPr>
            <a:r>
              <a:rPr lang="en-GB" dirty="0">
                <a:latin typeface="Arial" charset="0"/>
                <a:ea typeface="DejaVu Sans" charset="0"/>
                <a:cs typeface="DejaVu Sans" charset="0"/>
              </a:rPr>
              <a:t>Design will depend on traffic, costs, and other desirable parameters such </a:t>
            </a:r>
            <a:r>
              <a:rPr lang="en-GB">
                <a:latin typeface="Arial" charset="0"/>
                <a:ea typeface="DejaVu Sans" charset="0"/>
                <a:cs typeface="DejaVu Sans" charset="0"/>
              </a:rPr>
              <a:t>as utilisation</a:t>
            </a:r>
            <a:endParaRPr lang="en-GB" dirty="0">
              <a:latin typeface="Arial" charset="0"/>
              <a:ea typeface="DejaVu Sans" charset="0"/>
              <a:cs typeface="DejaVu Sans" charset="0"/>
            </a:endParaRPr>
          </a:p>
          <a:p>
            <a:pPr marL="328252" indent="-328252" defTabSz="521245" eaLnBrk="1" fontAlgn="auto" hangingPunct="1">
              <a:lnSpc>
                <a:spcPct val="94000"/>
              </a:lnSpc>
              <a:spcAft>
                <a:spcPts val="0"/>
              </a:spcAft>
              <a:buFont typeface="Times New Roman" charset="0"/>
              <a:buChar char="•"/>
              <a:tabLst>
                <a:tab pos="328252" algn="l"/>
                <a:tab pos="432400" algn="l"/>
                <a:tab pos="878994" algn="l"/>
                <a:tab pos="1325610" algn="l"/>
                <a:tab pos="1772225" algn="l"/>
                <a:tab pos="2218806" algn="l"/>
                <a:tab pos="2665415" algn="l"/>
                <a:tab pos="3112021" algn="l"/>
                <a:tab pos="3558629" algn="l"/>
                <a:tab pos="4005240" algn="l"/>
                <a:tab pos="4451833" algn="l"/>
                <a:tab pos="4898438" algn="l"/>
                <a:tab pos="5345040" algn="l"/>
                <a:tab pos="5791647" algn="l"/>
                <a:tab pos="6238251" algn="l"/>
                <a:tab pos="6684856" algn="l"/>
                <a:tab pos="7131458" algn="l"/>
                <a:tab pos="7578065" algn="l"/>
                <a:tab pos="8024664" algn="l"/>
                <a:tab pos="8471266" algn="l"/>
                <a:tab pos="8917880" algn="l"/>
              </a:tabLst>
              <a:defRPr/>
            </a:pPr>
            <a:r>
              <a:rPr lang="en-GB" dirty="0">
                <a:latin typeface="Arial" charset="0"/>
                <a:ea typeface="DejaVu Sans" charset="0"/>
                <a:cs typeface="DejaVu Sans" charset="0"/>
              </a:rPr>
              <a:t>Design methods for Access and backbone are different</a:t>
            </a:r>
          </a:p>
          <a:p>
            <a:pPr marL="328252" indent="-328252" defTabSz="521245" eaLnBrk="1" fontAlgn="auto" hangingPunct="1">
              <a:lnSpc>
                <a:spcPct val="94000"/>
              </a:lnSpc>
              <a:spcAft>
                <a:spcPts val="0"/>
              </a:spcAft>
              <a:buFont typeface="Times New Roman" charset="0"/>
              <a:buChar char="•"/>
              <a:tabLst>
                <a:tab pos="328252" algn="l"/>
                <a:tab pos="432400" algn="l"/>
                <a:tab pos="878994" algn="l"/>
                <a:tab pos="1325610" algn="l"/>
                <a:tab pos="1772225" algn="l"/>
                <a:tab pos="2218806" algn="l"/>
                <a:tab pos="2665415" algn="l"/>
                <a:tab pos="3112021" algn="l"/>
                <a:tab pos="3558629" algn="l"/>
                <a:tab pos="4005240" algn="l"/>
                <a:tab pos="4451833" algn="l"/>
                <a:tab pos="4898438" algn="l"/>
                <a:tab pos="5345040" algn="l"/>
                <a:tab pos="5791647" algn="l"/>
                <a:tab pos="6238251" algn="l"/>
                <a:tab pos="6684856" algn="l"/>
                <a:tab pos="7131458" algn="l"/>
                <a:tab pos="7578065" algn="l"/>
                <a:tab pos="8024664" algn="l"/>
                <a:tab pos="8471266" algn="l"/>
                <a:tab pos="8917880" algn="l"/>
              </a:tabLst>
              <a:defRPr/>
            </a:pPr>
            <a:r>
              <a:rPr lang="en-GB" dirty="0">
                <a:latin typeface="Arial" charset="0"/>
                <a:ea typeface="DejaVu Sans" charset="0"/>
                <a:cs typeface="DejaVu Sans" charset="0"/>
              </a:rPr>
              <a:t>Many algorithms are available</a:t>
            </a:r>
          </a:p>
          <a:p>
            <a:pPr marL="328252" indent="-328252" defTabSz="521245" eaLnBrk="1" fontAlgn="auto" hangingPunct="1">
              <a:lnSpc>
                <a:spcPct val="94000"/>
              </a:lnSpc>
              <a:spcAft>
                <a:spcPts val="0"/>
              </a:spcAft>
              <a:buFont typeface="Times New Roman" charset="0"/>
              <a:buChar char="•"/>
              <a:tabLst>
                <a:tab pos="328252" algn="l"/>
                <a:tab pos="432400" algn="l"/>
                <a:tab pos="878994" algn="l"/>
                <a:tab pos="1325610" algn="l"/>
                <a:tab pos="1772225" algn="l"/>
                <a:tab pos="2218806" algn="l"/>
                <a:tab pos="2665415" algn="l"/>
                <a:tab pos="3112021" algn="l"/>
                <a:tab pos="3558629" algn="l"/>
                <a:tab pos="4005240" algn="l"/>
                <a:tab pos="4451833" algn="l"/>
                <a:tab pos="4898438" algn="l"/>
                <a:tab pos="5345040" algn="l"/>
                <a:tab pos="5791647" algn="l"/>
                <a:tab pos="6238251" algn="l"/>
                <a:tab pos="6684856" algn="l"/>
                <a:tab pos="7131458" algn="l"/>
                <a:tab pos="7578065" algn="l"/>
                <a:tab pos="8024664" algn="l"/>
                <a:tab pos="8471266" algn="l"/>
                <a:tab pos="8917880" algn="l"/>
              </a:tabLst>
              <a:defRPr/>
            </a:pPr>
            <a:r>
              <a:rPr lang="en-GB" dirty="0">
                <a:latin typeface="Arial" charset="0"/>
                <a:ea typeface="DejaVu Sans" charset="0"/>
                <a:cs typeface="DejaVu Sans" charset="0"/>
              </a:rPr>
              <a:t>Real networks will require careful cost minimisation</a:t>
            </a:r>
          </a:p>
        </p:txBody>
      </p:sp>
      <p:sp>
        <p:nvSpPr>
          <p:cNvPr id="202755" name="Rectangle 1"/>
          <p:cNvSpPr>
            <a:spLocks noChangeArrowheads="1"/>
          </p:cNvSpPr>
          <p:nvPr/>
        </p:nvSpPr>
        <p:spPr bwMode="auto">
          <a:xfrm>
            <a:off x="801688" y="6888163"/>
            <a:ext cx="222726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894" tIns="45447" rIns="90894" bIns="45447"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800"/>
          </a:p>
        </p:txBody>
      </p:sp>
      <p:sp>
        <p:nvSpPr>
          <p:cNvPr id="202756" name="Rectangle 2"/>
          <p:cNvSpPr>
            <a:spLocks noChangeArrowheads="1"/>
          </p:cNvSpPr>
          <p:nvPr/>
        </p:nvSpPr>
        <p:spPr bwMode="auto">
          <a:xfrm>
            <a:off x="3652838" y="6888163"/>
            <a:ext cx="3386137"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894" tIns="45447" rIns="90894" bIns="45447" anchor="ctr"/>
          <a:lstStyle>
            <a:lvl1pPr eaLnBrk="0" hangingPunct="0">
              <a:defRPr sz="2400">
                <a:solidFill>
                  <a:schemeClr val="bg1"/>
                </a:solidFill>
                <a:latin typeface="Arial" pitchFamily="34" charset="0"/>
                <a:ea typeface="DejaVu Sans"/>
                <a:cs typeface="DejaVu Sans"/>
              </a:defRPr>
            </a:lvl1pPr>
            <a:lvl2pPr marL="742950" indent="-285750" eaLnBrk="0" hangingPunct="0">
              <a:defRPr sz="2400">
                <a:solidFill>
                  <a:schemeClr val="bg1"/>
                </a:solidFill>
                <a:latin typeface="Arial" pitchFamily="34" charset="0"/>
                <a:ea typeface="DejaVu Sans"/>
                <a:cs typeface="DejaVu Sans"/>
              </a:defRPr>
            </a:lvl2pPr>
            <a:lvl3pPr marL="1143000" indent="-228600" eaLnBrk="0" hangingPunct="0">
              <a:defRPr sz="2400">
                <a:solidFill>
                  <a:schemeClr val="bg1"/>
                </a:solidFill>
                <a:latin typeface="Arial" pitchFamily="34" charset="0"/>
                <a:ea typeface="DejaVu Sans"/>
                <a:cs typeface="DejaVu Sans"/>
              </a:defRPr>
            </a:lvl3pPr>
            <a:lvl4pPr marL="1600200" indent="-228600" eaLnBrk="0" hangingPunct="0">
              <a:defRPr sz="2400">
                <a:solidFill>
                  <a:schemeClr val="bg1"/>
                </a:solidFill>
                <a:latin typeface="Arial" pitchFamily="34" charset="0"/>
                <a:ea typeface="DejaVu Sans"/>
                <a:cs typeface="DejaVu Sans"/>
              </a:defRPr>
            </a:lvl4pPr>
            <a:lvl5pPr marL="2057400" indent="-228600" eaLnBrk="0" hangingPunct="0">
              <a:defRPr sz="2400">
                <a:solidFill>
                  <a:schemeClr val="bg1"/>
                </a:solidFill>
                <a:latin typeface="Arial" pitchFamily="34" charset="0"/>
                <a:ea typeface="DejaVu Sans"/>
                <a:cs typeface="DejaVu Sans"/>
              </a:defRPr>
            </a:lvl5pPr>
            <a:lvl6pPr marL="25146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6pPr>
            <a:lvl7pPr marL="29718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7pPr>
            <a:lvl8pPr marL="34290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8pPr>
            <a:lvl9pPr marL="3886200" indent="-228600" defTabSz="446088" eaLnBrk="0" fontAlgn="base" hangingPunct="0">
              <a:spcBef>
                <a:spcPct val="0"/>
              </a:spcBef>
              <a:spcAft>
                <a:spcPct val="0"/>
              </a:spcAft>
              <a:buClr>
                <a:srgbClr val="000000"/>
              </a:buClr>
              <a:buSzPct val="100000"/>
              <a:buFont typeface="Times New Roman" pitchFamily="18" charset="0"/>
              <a:defRPr sz="2400">
                <a:solidFill>
                  <a:schemeClr val="bg1"/>
                </a:solidFill>
                <a:latin typeface="Arial" pitchFamily="34" charset="0"/>
                <a:ea typeface="DejaVu Sans"/>
                <a:cs typeface="DejaVu Sans"/>
              </a:defRPr>
            </a:lvl9pPr>
          </a:lstStyle>
          <a:p>
            <a:pPr eaLnBrk="1" hangingPunct="1"/>
            <a:endParaRPr lang="en-US" altLang="en-US" sz="1800"/>
          </a:p>
        </p:txBody>
      </p:sp>
      <p:sp>
        <p:nvSpPr>
          <p:cNvPr id="2" name="Date Placeholder 1">
            <a:extLst>
              <a:ext uri="{FF2B5EF4-FFF2-40B4-BE49-F238E27FC236}">
                <a16:creationId xmlns:a16="http://schemas.microsoft.com/office/drawing/2014/main" id="{A05FAE6B-AA4A-4B86-A5DA-4CAEAAB6610D}"/>
              </a:ext>
            </a:extLst>
          </p:cNvPr>
          <p:cNvSpPr>
            <a:spLocks noGrp="1"/>
          </p:cNvSpPr>
          <p:nvPr>
            <p:ph type="dt" sz="half" idx="10"/>
          </p:nvPr>
        </p:nvSpPr>
        <p:spPr/>
        <p:txBody>
          <a:bodyPr/>
          <a:lstStyle/>
          <a:p>
            <a:fld id="{4DDD6CA0-12CC-4D15-89D6-CC8EE4BC1708}" type="datetime1">
              <a:rPr lang="en-GB" altLang="en-US" smtClean="0"/>
              <a:t>22/01/2025</a:t>
            </a:fld>
            <a:endParaRPr lang="en-US" altLang="en-US"/>
          </a:p>
        </p:txBody>
      </p:sp>
    </p:spTree>
  </p:cSld>
  <p:clrMapOvr>
    <a:masterClrMapping/>
  </p:clrMapOvr>
  <p:transition spd="slow"/>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1" name="Rectangle 1"/>
          <p:cNvSpPr>
            <a:spLocks noGrp="1" noChangeArrowheads="1"/>
          </p:cNvSpPr>
          <p:nvPr>
            <p:ph type="title"/>
          </p:nvPr>
        </p:nvSpPr>
        <p:spPr>
          <a:xfrm>
            <a:off x="1243013" y="1658938"/>
            <a:ext cx="8366125" cy="946150"/>
          </a:xfrm>
        </p:spPr>
        <p:txBody>
          <a:bodyPr lIns="0" tIns="0" rIns="0" bIns="0"/>
          <a:lstStyle/>
          <a:p>
            <a:pPr eaLnBrk="1" hangingPunct="1">
              <a:tabLst>
                <a:tab pos="0" algn="l"/>
                <a:tab pos="444500" algn="l"/>
                <a:tab pos="890588" algn="l"/>
                <a:tab pos="1336675" algn="l"/>
                <a:tab pos="1784350" algn="l"/>
                <a:tab pos="2230438" algn="l"/>
                <a:tab pos="2676525" algn="l"/>
                <a:tab pos="3124200" algn="l"/>
                <a:tab pos="3570288" algn="l"/>
                <a:tab pos="4016375" algn="l"/>
                <a:tab pos="4464050" algn="l"/>
                <a:tab pos="4910138" algn="l"/>
                <a:tab pos="5356225" algn="l"/>
                <a:tab pos="5803900" algn="l"/>
                <a:tab pos="6249988" algn="l"/>
                <a:tab pos="6696075" algn="l"/>
                <a:tab pos="7143750" algn="l"/>
                <a:tab pos="7589838" algn="l"/>
                <a:tab pos="8035925" algn="l"/>
                <a:tab pos="8483600" algn="l"/>
                <a:tab pos="8929688" algn="l"/>
              </a:tabLst>
            </a:pPr>
            <a:r>
              <a:rPr lang="en-US" altLang="en-US" b="1">
                <a:latin typeface="Arial" pitchFamily="34" charset="0"/>
                <a:ea typeface="DejaVu Sans"/>
                <a:cs typeface="DejaVu Sans"/>
              </a:rPr>
              <a:t>Questions and Answers</a:t>
            </a:r>
          </a:p>
        </p:txBody>
      </p:sp>
      <p:pic>
        <p:nvPicPr>
          <p:cNvPr id="20480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0500" y="3290888"/>
            <a:ext cx="2906713" cy="257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2" name="Date Placeholder 1">
            <a:extLst>
              <a:ext uri="{FF2B5EF4-FFF2-40B4-BE49-F238E27FC236}">
                <a16:creationId xmlns:a16="http://schemas.microsoft.com/office/drawing/2014/main" id="{0E144AD4-97F9-4521-9F37-32126C971B94}"/>
              </a:ext>
            </a:extLst>
          </p:cNvPr>
          <p:cNvSpPr>
            <a:spLocks noGrp="1"/>
          </p:cNvSpPr>
          <p:nvPr>
            <p:ph type="dt" sz="half" idx="10"/>
          </p:nvPr>
        </p:nvSpPr>
        <p:spPr/>
        <p:txBody>
          <a:bodyPr/>
          <a:lstStyle/>
          <a:p>
            <a:fld id="{C65B895D-45FB-456D-9B15-75D09C71AD30}" type="datetime1">
              <a:rPr lang="en-GB" altLang="en-US" smtClean="0"/>
              <a:t>22/01/2025</a:t>
            </a:fld>
            <a:endParaRPr lang="en-US" altLang="en-US"/>
          </a:p>
        </p:txBody>
      </p:sp>
    </p:spTree>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BCB4B5EF9EC1443BBD11178D3A81321" ma:contentTypeVersion="11" ma:contentTypeDescription="Create a new document." ma:contentTypeScope="" ma:versionID="562d99561d184d1aa5b3165247906551">
  <xsd:schema xmlns:xsd="http://www.w3.org/2001/XMLSchema" xmlns:xs="http://www.w3.org/2001/XMLSchema" xmlns:p="http://schemas.microsoft.com/office/2006/metadata/properties" xmlns:ns3="73359ea5-8d45-4b4e-9013-40b21d8f1bc6" xmlns:ns4="bab74523-0c83-4d07-b447-e3a609c8ba1e" targetNamespace="http://schemas.microsoft.com/office/2006/metadata/properties" ma:root="true" ma:fieldsID="2c59a9102f2072808d891b81cf20adea" ns3:_="" ns4:_="">
    <xsd:import namespace="73359ea5-8d45-4b4e-9013-40b21d8f1bc6"/>
    <xsd:import namespace="bab74523-0c83-4d07-b447-e3a609c8ba1e"/>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AutoTags" minOccurs="0"/>
                <xsd:element ref="ns3:MediaServiceGenerationTime" minOccurs="0"/>
                <xsd:element ref="ns3:MediaServiceEventHashCode"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359ea5-8d45-4b4e-9013-40b21d8f1b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ab74523-0c83-4d07-b447-e3a609c8ba1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3581DCC-A9A9-4C32-8593-9ED4556795EC}">
  <ds:schemaRefs>
    <ds:schemaRef ds:uri="http://schemas.microsoft.com/office/infopath/2007/PartnerControls"/>
    <ds:schemaRef ds:uri="http://schemas.microsoft.com/office/2006/documentManagement/types"/>
    <ds:schemaRef ds:uri="http://schemas.openxmlformats.org/package/2006/metadata/core-properties"/>
    <ds:schemaRef ds:uri="http://www.w3.org/XML/1998/namespace"/>
    <ds:schemaRef ds:uri="bab74523-0c83-4d07-b447-e3a609c8ba1e"/>
    <ds:schemaRef ds:uri="http://purl.org/dc/terms/"/>
    <ds:schemaRef ds:uri="73359ea5-8d45-4b4e-9013-40b21d8f1bc6"/>
    <ds:schemaRef ds:uri="http://schemas.microsoft.com/office/2006/metadata/properties"/>
    <ds:schemaRef ds:uri="http://purl.org/dc/dcmitype/"/>
    <ds:schemaRef ds:uri="http://purl.org/dc/elements/1.1/"/>
  </ds:schemaRefs>
</ds:datastoreItem>
</file>

<file path=customXml/itemProps2.xml><?xml version="1.0" encoding="utf-8"?>
<ds:datastoreItem xmlns:ds="http://schemas.openxmlformats.org/officeDocument/2006/customXml" ds:itemID="{0FE62339-3F97-4C09-9C46-C840A82954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3359ea5-8d45-4b4e-9013-40b21d8f1bc6"/>
    <ds:schemaRef ds:uri="bab74523-0c83-4d07-b447-e3a609c8ba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2CB86BE-16FB-4439-A82B-7F39DFAD2E3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24214</TotalTime>
  <Words>2040</Words>
  <Application>Microsoft Office PowerPoint</Application>
  <PresentationFormat>Custom</PresentationFormat>
  <Paragraphs>414</Paragraphs>
  <Slides>29</Slides>
  <Notes>17</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29</vt:i4>
      </vt:variant>
    </vt:vector>
  </HeadingPairs>
  <TitlesOfParts>
    <vt:vector size="36" baseType="lpstr">
      <vt:lpstr>ＭＳ Ｐゴシック</vt:lpstr>
      <vt:lpstr>Arial</vt:lpstr>
      <vt:lpstr>Calibri</vt:lpstr>
      <vt:lpstr>PT Sans</vt:lpstr>
      <vt:lpstr>Times New Roman</vt:lpstr>
      <vt:lpstr>1_Office Theme</vt:lpstr>
      <vt:lpstr>Office Theme</vt:lpstr>
      <vt:lpstr>6CS029 – Advanced Networks  Lecture 1  Routing and WAN Design (Principles and Practice)</vt:lpstr>
      <vt:lpstr>Introduction to module</vt:lpstr>
      <vt:lpstr>PowerPoint Presentation</vt:lpstr>
      <vt:lpstr>PowerPoint Presentation</vt:lpstr>
      <vt:lpstr>PowerPoint Presentation</vt:lpstr>
      <vt:lpstr>Backbone and Access Networks</vt:lpstr>
      <vt:lpstr>WAN Design</vt:lpstr>
      <vt:lpstr>Some Definitions</vt:lpstr>
      <vt:lpstr>Trees</vt:lpstr>
      <vt:lpstr>Star</vt:lpstr>
      <vt:lpstr>Chains</vt:lpstr>
      <vt:lpstr>PowerPoint Presentation</vt:lpstr>
      <vt:lpstr>Some Routing Algorithms</vt:lpstr>
      <vt:lpstr>PowerPoint Presentation</vt:lpstr>
      <vt:lpstr>Dijkstra’s method</vt:lpstr>
      <vt:lpstr>PowerPoint Presentation</vt:lpstr>
      <vt:lpstr>MST</vt:lpstr>
      <vt:lpstr>Spanning tree protocol</vt:lpstr>
      <vt:lpstr>Spanning tree protocol</vt:lpstr>
      <vt:lpstr>MST applications</vt:lpstr>
      <vt:lpstr>PowerPoint Presentation</vt:lpstr>
      <vt:lpstr>Finding the MST</vt:lpstr>
      <vt:lpstr>PowerPoint Presentation</vt:lpstr>
      <vt:lpstr>Solution using Kruskal’s method</vt:lpstr>
      <vt:lpstr>Steps of Prim's Algorithm:</vt:lpstr>
      <vt:lpstr>PowerPoint Presentation</vt:lpstr>
      <vt:lpstr>Find the MST using Prims method</vt:lpstr>
      <vt:lpstr>Summary</vt:lpstr>
      <vt:lpstr>Questions and Answers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ITIL</dc:title>
  <dc:creator>Riordan, Brendan</dc:creator>
  <cp:lastModifiedBy>Coulson, Ian M. (Dr)</cp:lastModifiedBy>
  <cp:revision>89</cp:revision>
  <cp:lastPrinted>2022-01-26T15:45:29Z</cp:lastPrinted>
  <dcterms:modified xsi:type="dcterms:W3CDTF">2025-01-22T16:27:29Z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0x0101004BCB4B5EF9EC1443BBD11178D3A81321</vt:lpwstr>
  </property>
</Properties>
</file>