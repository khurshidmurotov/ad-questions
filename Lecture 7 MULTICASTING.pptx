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50" r:id="rId4"/>
  </p:sldMasterIdLst>
  <p:notesMasterIdLst>
    <p:notesMasterId r:id="rId38"/>
  </p:notesMasterIdLst>
  <p:handoutMasterIdLst>
    <p:handoutMasterId r:id="rId39"/>
  </p:handoutMasterIdLst>
  <p:sldIdLst>
    <p:sldId id="256" r:id="rId5"/>
    <p:sldId id="266" r:id="rId6"/>
    <p:sldId id="313" r:id="rId7"/>
    <p:sldId id="393" r:id="rId8"/>
    <p:sldId id="326" r:id="rId9"/>
    <p:sldId id="327" r:id="rId10"/>
    <p:sldId id="315" r:id="rId11"/>
    <p:sldId id="407" r:id="rId12"/>
    <p:sldId id="408" r:id="rId13"/>
    <p:sldId id="409" r:id="rId14"/>
    <p:sldId id="317" r:id="rId15"/>
    <p:sldId id="314" r:id="rId16"/>
    <p:sldId id="316" r:id="rId17"/>
    <p:sldId id="318" r:id="rId18"/>
    <p:sldId id="319" r:id="rId19"/>
    <p:sldId id="394" r:id="rId20"/>
    <p:sldId id="410" r:id="rId21"/>
    <p:sldId id="398" r:id="rId22"/>
    <p:sldId id="321" r:id="rId23"/>
    <p:sldId id="324" r:id="rId24"/>
    <p:sldId id="323" r:id="rId25"/>
    <p:sldId id="328" r:id="rId26"/>
    <p:sldId id="366" r:id="rId27"/>
    <p:sldId id="367" r:id="rId28"/>
    <p:sldId id="368" r:id="rId29"/>
    <p:sldId id="379" r:id="rId30"/>
    <p:sldId id="400" r:id="rId31"/>
    <p:sldId id="404" r:id="rId32"/>
    <p:sldId id="405" r:id="rId33"/>
    <p:sldId id="401" r:id="rId34"/>
    <p:sldId id="406" r:id="rId35"/>
    <p:sldId id="403" r:id="rId36"/>
    <p:sldId id="370" r:id="rId37"/>
  </p:sldIdLst>
  <p:sldSz cx="9144000" cy="6858000" type="overhead"/>
  <p:notesSz cx="6858000" cy="9296400"/>
  <p:embeddedFontLst>
    <p:embeddedFont>
      <p:font typeface="open sans" panose="020B0606030504020204" pitchFamily="34" charset="0"/>
      <p:regular r:id="rId40"/>
      <p:bold r:id="rId41"/>
      <p:italic r:id="rId42"/>
      <p:boldItalic r:id="rId43"/>
    </p:embeddedFont>
  </p:embeddedFontLst>
  <p:defaultTextStyle>
    <a:defPPr>
      <a:defRPr lang="en-US"/>
    </a:defPPr>
    <a:lvl1pPr algn="l" rtl="0" eaLnBrk="0" fontAlgn="base" hangingPunct="0">
      <a:spcBef>
        <a:spcPct val="0"/>
      </a:spcBef>
      <a:spcAft>
        <a:spcPct val="0"/>
      </a:spcAft>
      <a:defRPr sz="2400" kern="1200">
        <a:solidFill>
          <a:schemeClr val="tx1"/>
        </a:solidFill>
        <a:latin typeface="Courier New" panose="02070309020205020404" pitchFamily="49" charset="0"/>
        <a:ea typeface="+mn-ea"/>
        <a:cs typeface="+mn-cs"/>
      </a:defRPr>
    </a:lvl1pPr>
    <a:lvl2pPr marL="457200" algn="l" rtl="0" eaLnBrk="0" fontAlgn="base" hangingPunct="0">
      <a:spcBef>
        <a:spcPct val="0"/>
      </a:spcBef>
      <a:spcAft>
        <a:spcPct val="0"/>
      </a:spcAft>
      <a:defRPr sz="2400" kern="1200">
        <a:solidFill>
          <a:schemeClr val="tx1"/>
        </a:solidFill>
        <a:latin typeface="Courier New" panose="02070309020205020404" pitchFamily="49" charset="0"/>
        <a:ea typeface="+mn-ea"/>
        <a:cs typeface="+mn-cs"/>
      </a:defRPr>
    </a:lvl2pPr>
    <a:lvl3pPr marL="914400" algn="l" rtl="0" eaLnBrk="0" fontAlgn="base" hangingPunct="0">
      <a:spcBef>
        <a:spcPct val="0"/>
      </a:spcBef>
      <a:spcAft>
        <a:spcPct val="0"/>
      </a:spcAft>
      <a:defRPr sz="2400" kern="1200">
        <a:solidFill>
          <a:schemeClr val="tx1"/>
        </a:solidFill>
        <a:latin typeface="Courier New" panose="02070309020205020404" pitchFamily="49" charset="0"/>
        <a:ea typeface="+mn-ea"/>
        <a:cs typeface="+mn-cs"/>
      </a:defRPr>
    </a:lvl3pPr>
    <a:lvl4pPr marL="1371600" algn="l" rtl="0" eaLnBrk="0" fontAlgn="base" hangingPunct="0">
      <a:spcBef>
        <a:spcPct val="0"/>
      </a:spcBef>
      <a:spcAft>
        <a:spcPct val="0"/>
      </a:spcAft>
      <a:defRPr sz="2400" kern="1200">
        <a:solidFill>
          <a:schemeClr val="tx1"/>
        </a:solidFill>
        <a:latin typeface="Courier New" panose="02070309020205020404" pitchFamily="49" charset="0"/>
        <a:ea typeface="+mn-ea"/>
        <a:cs typeface="+mn-cs"/>
      </a:defRPr>
    </a:lvl4pPr>
    <a:lvl5pPr marL="1828800" algn="l" rtl="0" eaLnBrk="0" fontAlgn="base" hangingPunct="0">
      <a:spcBef>
        <a:spcPct val="0"/>
      </a:spcBef>
      <a:spcAft>
        <a:spcPct val="0"/>
      </a:spcAft>
      <a:defRPr sz="2400" kern="1200">
        <a:solidFill>
          <a:schemeClr val="tx1"/>
        </a:solidFill>
        <a:latin typeface="Courier New" panose="02070309020205020404" pitchFamily="49" charset="0"/>
        <a:ea typeface="+mn-ea"/>
        <a:cs typeface="+mn-cs"/>
      </a:defRPr>
    </a:lvl5pPr>
    <a:lvl6pPr marL="2286000" algn="l" defTabSz="914400" rtl="0" eaLnBrk="1" latinLnBrk="0" hangingPunct="1">
      <a:defRPr sz="2400" kern="1200">
        <a:solidFill>
          <a:schemeClr val="tx1"/>
        </a:solidFill>
        <a:latin typeface="Courier New" panose="02070309020205020404" pitchFamily="49" charset="0"/>
        <a:ea typeface="+mn-ea"/>
        <a:cs typeface="+mn-cs"/>
      </a:defRPr>
    </a:lvl6pPr>
    <a:lvl7pPr marL="2743200" algn="l" defTabSz="914400" rtl="0" eaLnBrk="1" latinLnBrk="0" hangingPunct="1">
      <a:defRPr sz="2400" kern="1200">
        <a:solidFill>
          <a:schemeClr val="tx1"/>
        </a:solidFill>
        <a:latin typeface="Courier New" panose="02070309020205020404" pitchFamily="49" charset="0"/>
        <a:ea typeface="+mn-ea"/>
        <a:cs typeface="+mn-cs"/>
      </a:defRPr>
    </a:lvl7pPr>
    <a:lvl8pPr marL="3200400" algn="l" defTabSz="914400" rtl="0" eaLnBrk="1" latinLnBrk="0" hangingPunct="1">
      <a:defRPr sz="2400" kern="1200">
        <a:solidFill>
          <a:schemeClr val="tx1"/>
        </a:solidFill>
        <a:latin typeface="Courier New" panose="02070309020205020404" pitchFamily="49" charset="0"/>
        <a:ea typeface="+mn-ea"/>
        <a:cs typeface="+mn-cs"/>
      </a:defRPr>
    </a:lvl8pPr>
    <a:lvl9pPr marL="3657600" algn="l" defTabSz="914400" rtl="0" eaLnBrk="1" latinLnBrk="0" hangingPunct="1">
      <a:defRPr sz="2400" kern="1200">
        <a:solidFill>
          <a:schemeClr val="tx1"/>
        </a:solidFill>
        <a:latin typeface="Courier New" panose="02070309020205020404" pitchFamily="49"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FF6699"/>
    <a:srgbClr val="00FFCC"/>
    <a:srgbClr val="009900"/>
    <a:srgbClr val="66FF33"/>
    <a:srgbClr val="FF0000"/>
    <a:srgbClr val="CCECFF"/>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79041B-4404-4295-AC2D-AF6B2A8A257F}" v="496" dt="2020-03-31T14:54:51.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82609" autoAdjust="0"/>
  </p:normalViewPr>
  <p:slideViewPr>
    <p:cSldViewPr>
      <p:cViewPr varScale="1">
        <p:scale>
          <a:sx n="68" d="100"/>
          <a:sy n="68" d="100"/>
        </p:scale>
        <p:origin x="189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9" d="100"/>
          <a:sy n="79" d="100"/>
        </p:scale>
        <p:origin x="-2004" y="-84"/>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B8FC969-37BD-4B6A-AF6A-72D916014B28}"/>
              </a:ext>
            </a:extLst>
          </p:cNvPr>
          <p:cNvSpPr>
            <a:spLocks noGrp="1" noChangeArrowheads="1"/>
          </p:cNvSpPr>
          <p:nvPr>
            <p:ph type="hdr" sz="quarter"/>
          </p:nvPr>
        </p:nvSpPr>
        <p:spPr bwMode="auto">
          <a:xfrm>
            <a:off x="1" y="0"/>
            <a:ext cx="3010488" cy="458453"/>
          </a:xfrm>
          <a:prstGeom prst="rect">
            <a:avLst/>
          </a:prstGeom>
          <a:noFill/>
          <a:ln w="9525">
            <a:noFill/>
            <a:miter lim="800000"/>
            <a:headEnd/>
            <a:tailEnd/>
          </a:ln>
          <a:effectLst/>
        </p:spPr>
        <p:txBody>
          <a:bodyPr vert="horz" wrap="square" lIns="91908" tIns="45954" rIns="91908" bIns="45954" numCol="1" anchor="t" anchorCtr="0" compatLnSpc="1">
            <a:prstTxWarp prst="textNoShape">
              <a:avLst/>
            </a:prstTxWarp>
          </a:bodyPr>
          <a:lstStyle>
            <a:lvl1pPr defTabSz="919163">
              <a:defRPr sz="1200" smtClean="0">
                <a:latin typeface="Times New Roman" pitchFamily="18" charset="0"/>
              </a:defRPr>
            </a:lvl1pPr>
          </a:lstStyle>
          <a:p>
            <a:pPr>
              <a:defRPr/>
            </a:pPr>
            <a:endParaRPr lang="en-US"/>
          </a:p>
        </p:txBody>
      </p:sp>
      <p:sp>
        <p:nvSpPr>
          <p:cNvPr id="7171" name="Rectangle 3">
            <a:extLst>
              <a:ext uri="{FF2B5EF4-FFF2-40B4-BE49-F238E27FC236}">
                <a16:creationId xmlns:a16="http://schemas.microsoft.com/office/drawing/2014/main" id="{B956E1F6-C51D-4F58-AC76-D400DD086E77}"/>
              </a:ext>
            </a:extLst>
          </p:cNvPr>
          <p:cNvSpPr>
            <a:spLocks noGrp="1" noChangeArrowheads="1"/>
          </p:cNvSpPr>
          <p:nvPr>
            <p:ph type="dt" sz="quarter" idx="1"/>
          </p:nvPr>
        </p:nvSpPr>
        <p:spPr bwMode="auto">
          <a:xfrm>
            <a:off x="3911301" y="0"/>
            <a:ext cx="2934253" cy="458453"/>
          </a:xfrm>
          <a:prstGeom prst="rect">
            <a:avLst/>
          </a:prstGeom>
          <a:noFill/>
          <a:ln w="9525">
            <a:noFill/>
            <a:miter lim="800000"/>
            <a:headEnd/>
            <a:tailEnd/>
          </a:ln>
          <a:effectLst/>
        </p:spPr>
        <p:txBody>
          <a:bodyPr vert="horz" wrap="square" lIns="91908" tIns="45954" rIns="91908" bIns="45954" numCol="1" anchor="t" anchorCtr="0" compatLnSpc="1">
            <a:prstTxWarp prst="textNoShape">
              <a:avLst/>
            </a:prstTxWarp>
          </a:bodyPr>
          <a:lstStyle>
            <a:lvl1pPr algn="r" defTabSz="919163">
              <a:defRPr sz="1200" smtClean="0">
                <a:latin typeface="Times New Roman" pitchFamily="18" charset="0"/>
              </a:defRPr>
            </a:lvl1pPr>
          </a:lstStyle>
          <a:p>
            <a:pPr>
              <a:defRPr/>
            </a:pPr>
            <a:endParaRPr lang="en-US"/>
          </a:p>
        </p:txBody>
      </p:sp>
      <p:sp>
        <p:nvSpPr>
          <p:cNvPr id="7172" name="Rectangle 4">
            <a:extLst>
              <a:ext uri="{FF2B5EF4-FFF2-40B4-BE49-F238E27FC236}">
                <a16:creationId xmlns:a16="http://schemas.microsoft.com/office/drawing/2014/main" id="{42215AE7-6C2C-4100-8A17-17CC2412E1FF}"/>
              </a:ext>
            </a:extLst>
          </p:cNvPr>
          <p:cNvSpPr>
            <a:spLocks noGrp="1" noChangeArrowheads="1"/>
          </p:cNvSpPr>
          <p:nvPr>
            <p:ph type="ftr" sz="quarter" idx="2"/>
          </p:nvPr>
        </p:nvSpPr>
        <p:spPr bwMode="auto">
          <a:xfrm>
            <a:off x="1" y="8825212"/>
            <a:ext cx="3010488" cy="458453"/>
          </a:xfrm>
          <a:prstGeom prst="rect">
            <a:avLst/>
          </a:prstGeom>
          <a:noFill/>
          <a:ln w="9525">
            <a:noFill/>
            <a:miter lim="800000"/>
            <a:headEnd/>
            <a:tailEnd/>
          </a:ln>
          <a:effectLst/>
        </p:spPr>
        <p:txBody>
          <a:bodyPr vert="horz" wrap="square" lIns="91908" tIns="45954" rIns="91908" bIns="45954" numCol="1" anchor="b" anchorCtr="0" compatLnSpc="1">
            <a:prstTxWarp prst="textNoShape">
              <a:avLst/>
            </a:prstTxWarp>
          </a:bodyPr>
          <a:lstStyle>
            <a:lvl1pPr defTabSz="919163">
              <a:defRPr sz="1200" smtClean="0">
                <a:latin typeface="Times New Roman" pitchFamily="18" charset="0"/>
              </a:defRPr>
            </a:lvl1pPr>
          </a:lstStyle>
          <a:p>
            <a:pPr>
              <a:defRPr/>
            </a:pPr>
            <a:endParaRPr lang="en-US"/>
          </a:p>
        </p:txBody>
      </p:sp>
      <p:sp>
        <p:nvSpPr>
          <p:cNvPr id="7173" name="Rectangle 5">
            <a:extLst>
              <a:ext uri="{FF2B5EF4-FFF2-40B4-BE49-F238E27FC236}">
                <a16:creationId xmlns:a16="http://schemas.microsoft.com/office/drawing/2014/main" id="{F075DFE2-3C12-4DE0-AF6A-31EFCB793F6F}"/>
              </a:ext>
            </a:extLst>
          </p:cNvPr>
          <p:cNvSpPr>
            <a:spLocks noGrp="1" noChangeArrowheads="1"/>
          </p:cNvSpPr>
          <p:nvPr>
            <p:ph type="sldNum" sz="quarter" idx="3"/>
          </p:nvPr>
        </p:nvSpPr>
        <p:spPr bwMode="auto">
          <a:xfrm>
            <a:off x="3911301" y="8825212"/>
            <a:ext cx="2934253" cy="458453"/>
          </a:xfrm>
          <a:prstGeom prst="rect">
            <a:avLst/>
          </a:prstGeom>
          <a:noFill/>
          <a:ln w="9525">
            <a:noFill/>
            <a:miter lim="800000"/>
            <a:headEnd/>
            <a:tailEnd/>
          </a:ln>
          <a:effectLst/>
        </p:spPr>
        <p:txBody>
          <a:bodyPr vert="horz" wrap="square" lIns="91908" tIns="45954" rIns="91908" bIns="45954" numCol="1" anchor="b" anchorCtr="0" compatLnSpc="1">
            <a:prstTxWarp prst="textNoShape">
              <a:avLst/>
            </a:prstTxWarp>
          </a:bodyPr>
          <a:lstStyle>
            <a:lvl1pPr algn="r" defTabSz="919163">
              <a:defRPr sz="1200">
                <a:latin typeface="Times New Roman" panose="02020603050405020304" pitchFamily="18" charset="0"/>
              </a:defRPr>
            </a:lvl1pPr>
          </a:lstStyle>
          <a:p>
            <a:fld id="{C681E280-F160-4105-954E-4F8119975DA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13:58:23.883"/>
    </inkml:context>
    <inkml:brush xml:id="br0">
      <inkml:brushProperty name="width" value="0.1" units="cm"/>
      <inkml:brushProperty name="height" value="0.1" units="cm"/>
      <inkml:brushProperty name="color" value="#E71224"/>
    </inkml:brush>
  </inkml:definitions>
  <inkml:trace contextRef="#ctx0" brushRef="#br0">377 3075 24575,'0'-7'0,"-1"1"0,0-1 0,0 1 0,-1 0 0,0 0 0,0 0 0,0 0 0,-1 0 0,0 0 0,-3-5 0,-43-57 0,19 28 0,5 3 0,2-2 0,1-1 0,2 0 0,2-2 0,-15-50 0,10 14 0,-24-159 0,33 150 0,6 43 0,-2-48 0,-5-26 0,8 80 0,-3-54 0,11-277 0,1 348 0,1-1 0,1 1 0,0 0 0,2 0 0,0 0 0,18-36 0,10-35 0,-18 46 0,2 0 0,2 1 0,30-46 0,18-14 0,-20 36 0,-18 21 0,-13 18 0,2 1 0,43-51 0,62-42 0,-99 101 0,1 0 0,1 2 0,37-20 0,-44 29 0,15-10 0,2 1 0,1 2 0,78-24 0,-2 17 0,1 5 0,136-4 0,-72 11 0,259-7 0,-419 19 0,486-12 0,-381 1 0,613-29 0,-603 42 0,298-5 0,-256-11 0,84-3 0,-223 15 0,65-11 0,15-1 0,405 11 0,-267 5 0,-111 0 0,158-5 0,-187-12 0,-75 8 0,53-2 0,-18 9-1365,-42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13:58:27.221"/>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13:59:23.901"/>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08T14:06:33.448"/>
    </inkml:context>
    <inkml:brush xml:id="br0">
      <inkml:brushProperty name="width" value="0.1" units="cm"/>
      <inkml:brushProperty name="height" value="0.1" units="cm"/>
      <inkml:brushProperty name="color" value="#004F8B"/>
    </inkml:brush>
  </inkml:definitions>
  <inkml:trace contextRef="#ctx0" brushRef="#br0">0 603 24575,'5'-1'0,"0"1"0,0-1 0,0-1 0,0 1 0,0-1 0,6-2 0,11-5 0,211-73 0,-109 35 0,102-49 0,-147 60 0,-24 11 0,91-38 0,-124 53 0,1-1 0,35-24 0,-37 22 0,0 0 0,41-18 0,-31 19 0,-12 4 0,1 1 0,0 0 0,-1 2 0,42-7 0,-2 9 0,-38 3 0,1-1 0,-1-1 0,0-1 0,0-1 0,0 0 0,24-10 0,-21 6 0,0 0 0,0 2 0,1 0 0,0 2 0,1 1 0,-1 1 0,0 1 0,1 1 0,-1 1 0,1 1 0,24 6 0,33 11 0,154 55 0,-212-65 0,66 25 0,79 25 0,-41-11 0,-67-23 0,-50-19 0,0 0 0,0 0 0,12 10 0,28 16 0,16 1 0,-49-22 0,0-1 0,1-1 0,0-1 0,0-1 0,1 0 0,-1-2 0,2 0 0,24 2 0,-11-4 0,37 9 0,-37-6 0,42 3 0,308-9 0,-66-43 0,-206 24 0,127-29 0,-12 2 0,-54 4 0,-120 26 0,103-15 0,-91 23 0,253-23 0,-272 27 0,0-2 0,0-3 0,-1-1 0,86-32 0,-115 37 0,0 0 0,0 1 0,36-3 0,-30 4 0,36-9 0,-2-2 0,2 1 0,0 4 0,0 2 0,97 0 0,703 9 0,-679-16 0,-13 0 0,-125 17-1365,-8 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10BDA79-74AD-4A1F-9E45-08EF98FDCEDE}"/>
              </a:ext>
            </a:extLst>
          </p:cNvPr>
          <p:cNvSpPr>
            <a:spLocks noGrp="1" noChangeArrowheads="1"/>
          </p:cNvSpPr>
          <p:nvPr>
            <p:ph type="hdr" sz="quarter"/>
          </p:nvPr>
        </p:nvSpPr>
        <p:spPr bwMode="auto">
          <a:xfrm>
            <a:off x="1" y="0"/>
            <a:ext cx="3010488" cy="458453"/>
          </a:xfrm>
          <a:prstGeom prst="rect">
            <a:avLst/>
          </a:prstGeom>
          <a:noFill/>
          <a:ln w="9525">
            <a:noFill/>
            <a:miter lim="800000"/>
            <a:headEnd/>
            <a:tailEnd/>
          </a:ln>
          <a:effectLst/>
        </p:spPr>
        <p:txBody>
          <a:bodyPr vert="horz" wrap="square" lIns="91908" tIns="45954" rIns="91908" bIns="45954" numCol="1" anchor="t" anchorCtr="0" compatLnSpc="1">
            <a:prstTxWarp prst="textNoShape">
              <a:avLst/>
            </a:prstTxWarp>
          </a:bodyPr>
          <a:lstStyle>
            <a:lvl1pPr defTabSz="919163">
              <a:defRPr sz="1200" smtClean="0">
                <a:latin typeface="Times New Roman" pitchFamily="18" charset="0"/>
              </a:defRPr>
            </a:lvl1pPr>
          </a:lstStyle>
          <a:p>
            <a:pPr>
              <a:defRPr/>
            </a:pPr>
            <a:endParaRPr lang="en-US"/>
          </a:p>
        </p:txBody>
      </p:sp>
      <p:sp>
        <p:nvSpPr>
          <p:cNvPr id="5123" name="Rectangle 3">
            <a:extLst>
              <a:ext uri="{FF2B5EF4-FFF2-40B4-BE49-F238E27FC236}">
                <a16:creationId xmlns:a16="http://schemas.microsoft.com/office/drawing/2014/main" id="{C0E80782-CB87-4EE1-B6FB-5162806FB9CD}"/>
              </a:ext>
            </a:extLst>
          </p:cNvPr>
          <p:cNvSpPr>
            <a:spLocks noGrp="1" noChangeArrowheads="1"/>
          </p:cNvSpPr>
          <p:nvPr>
            <p:ph type="dt" idx="1"/>
          </p:nvPr>
        </p:nvSpPr>
        <p:spPr bwMode="auto">
          <a:xfrm>
            <a:off x="3911301" y="0"/>
            <a:ext cx="2934253" cy="458453"/>
          </a:xfrm>
          <a:prstGeom prst="rect">
            <a:avLst/>
          </a:prstGeom>
          <a:noFill/>
          <a:ln w="9525">
            <a:noFill/>
            <a:miter lim="800000"/>
            <a:headEnd/>
            <a:tailEnd/>
          </a:ln>
          <a:effectLst/>
        </p:spPr>
        <p:txBody>
          <a:bodyPr vert="horz" wrap="square" lIns="91908" tIns="45954" rIns="91908" bIns="45954" numCol="1" anchor="t" anchorCtr="0" compatLnSpc="1">
            <a:prstTxWarp prst="textNoShape">
              <a:avLst/>
            </a:prstTxWarp>
          </a:bodyPr>
          <a:lstStyle>
            <a:lvl1pPr algn="r" defTabSz="919163">
              <a:defRPr sz="1200" smtClean="0">
                <a:latin typeface="Times New Roman" pitchFamily="18" charset="0"/>
              </a:defRPr>
            </a:lvl1pPr>
          </a:lstStyle>
          <a:p>
            <a:pPr>
              <a:defRPr/>
            </a:pPr>
            <a:endParaRPr lang="en-US"/>
          </a:p>
        </p:txBody>
      </p:sp>
      <p:sp>
        <p:nvSpPr>
          <p:cNvPr id="31748" name="Rectangle 4">
            <a:extLst>
              <a:ext uri="{FF2B5EF4-FFF2-40B4-BE49-F238E27FC236}">
                <a16:creationId xmlns:a16="http://schemas.microsoft.com/office/drawing/2014/main" id="{405536D5-434E-4B2C-B64A-1E90670D3482}"/>
              </a:ext>
            </a:extLst>
          </p:cNvPr>
          <p:cNvSpPr>
            <a:spLocks noGrp="1" noRot="1" noChangeAspect="1" noChangeArrowheads="1" noTextEdit="1"/>
          </p:cNvSpPr>
          <p:nvPr>
            <p:ph type="sldImg" idx="2"/>
          </p:nvPr>
        </p:nvSpPr>
        <p:spPr bwMode="auto">
          <a:xfrm>
            <a:off x="1071563" y="690563"/>
            <a:ext cx="4705350" cy="3530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F4E39BB4-8BA2-4CCF-AC34-ADA843F593E2}"/>
              </a:ext>
            </a:extLst>
          </p:cNvPr>
          <p:cNvSpPr>
            <a:spLocks noGrp="1" noChangeArrowheads="1"/>
          </p:cNvSpPr>
          <p:nvPr>
            <p:ph type="body" sz="quarter" idx="3"/>
          </p:nvPr>
        </p:nvSpPr>
        <p:spPr bwMode="auto">
          <a:xfrm>
            <a:off x="903925" y="4449219"/>
            <a:ext cx="5037705" cy="4143583"/>
          </a:xfrm>
          <a:prstGeom prst="rect">
            <a:avLst/>
          </a:prstGeom>
          <a:noFill/>
          <a:ln w="9525">
            <a:noFill/>
            <a:miter lim="800000"/>
            <a:headEnd/>
            <a:tailEnd/>
          </a:ln>
          <a:effectLst/>
        </p:spPr>
        <p:txBody>
          <a:bodyPr vert="horz" wrap="square" lIns="91908" tIns="45954" rIns="91908" bIns="45954"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5126" name="Rectangle 6">
            <a:extLst>
              <a:ext uri="{FF2B5EF4-FFF2-40B4-BE49-F238E27FC236}">
                <a16:creationId xmlns:a16="http://schemas.microsoft.com/office/drawing/2014/main" id="{BEE92C77-3445-4FD5-9937-033C973344EA}"/>
              </a:ext>
            </a:extLst>
          </p:cNvPr>
          <p:cNvSpPr>
            <a:spLocks noGrp="1" noChangeArrowheads="1"/>
          </p:cNvSpPr>
          <p:nvPr>
            <p:ph type="ftr" sz="quarter" idx="4"/>
          </p:nvPr>
        </p:nvSpPr>
        <p:spPr bwMode="auto">
          <a:xfrm>
            <a:off x="1" y="8825212"/>
            <a:ext cx="3010488" cy="458453"/>
          </a:xfrm>
          <a:prstGeom prst="rect">
            <a:avLst/>
          </a:prstGeom>
          <a:noFill/>
          <a:ln w="9525">
            <a:noFill/>
            <a:miter lim="800000"/>
            <a:headEnd/>
            <a:tailEnd/>
          </a:ln>
          <a:effectLst/>
        </p:spPr>
        <p:txBody>
          <a:bodyPr vert="horz" wrap="square" lIns="91908" tIns="45954" rIns="91908" bIns="45954" numCol="1" anchor="b" anchorCtr="0" compatLnSpc="1">
            <a:prstTxWarp prst="textNoShape">
              <a:avLst/>
            </a:prstTxWarp>
          </a:bodyPr>
          <a:lstStyle>
            <a:lvl1pPr defTabSz="919163">
              <a:defRPr sz="1200" smtClean="0">
                <a:latin typeface="Times New Roman" pitchFamily="18" charset="0"/>
              </a:defRPr>
            </a:lvl1pPr>
          </a:lstStyle>
          <a:p>
            <a:pPr>
              <a:defRPr/>
            </a:pPr>
            <a:endParaRPr lang="en-US"/>
          </a:p>
        </p:txBody>
      </p:sp>
      <p:sp>
        <p:nvSpPr>
          <p:cNvPr id="5127" name="Rectangle 7">
            <a:extLst>
              <a:ext uri="{FF2B5EF4-FFF2-40B4-BE49-F238E27FC236}">
                <a16:creationId xmlns:a16="http://schemas.microsoft.com/office/drawing/2014/main" id="{7D01869C-7F20-453B-9591-AD7C507C70C7}"/>
              </a:ext>
            </a:extLst>
          </p:cNvPr>
          <p:cNvSpPr>
            <a:spLocks noGrp="1" noChangeArrowheads="1"/>
          </p:cNvSpPr>
          <p:nvPr>
            <p:ph type="sldNum" sz="quarter" idx="5"/>
          </p:nvPr>
        </p:nvSpPr>
        <p:spPr bwMode="auto">
          <a:xfrm>
            <a:off x="3911301" y="8825212"/>
            <a:ext cx="2934253" cy="458453"/>
          </a:xfrm>
          <a:prstGeom prst="rect">
            <a:avLst/>
          </a:prstGeom>
          <a:noFill/>
          <a:ln w="9525">
            <a:noFill/>
            <a:miter lim="800000"/>
            <a:headEnd/>
            <a:tailEnd/>
          </a:ln>
          <a:effectLst/>
        </p:spPr>
        <p:txBody>
          <a:bodyPr vert="horz" wrap="square" lIns="91908" tIns="45954" rIns="91908" bIns="45954" numCol="1" anchor="b" anchorCtr="0" compatLnSpc="1">
            <a:prstTxWarp prst="textNoShape">
              <a:avLst/>
            </a:prstTxWarp>
          </a:bodyPr>
          <a:lstStyle>
            <a:lvl1pPr algn="r" defTabSz="919163">
              <a:defRPr sz="1200">
                <a:latin typeface="Times New Roman" panose="02020603050405020304" pitchFamily="18" charset="0"/>
              </a:defRPr>
            </a:lvl1pPr>
          </a:lstStyle>
          <a:p>
            <a:fld id="{27D59D2F-E9E9-4DD3-B4FF-3CDE654A973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B38BC6E0-9DE4-4DC3-A461-E4FA129C91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7D011808-40EF-4755-A06F-A38EF797DC9A}"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32771" name="Rectangle 2">
            <a:extLst>
              <a:ext uri="{FF2B5EF4-FFF2-40B4-BE49-F238E27FC236}">
                <a16:creationId xmlns:a16="http://schemas.microsoft.com/office/drawing/2014/main" id="{F61087A2-EDBD-41F1-B381-D32104845E9E}"/>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90DAF974-6CA2-486D-825B-27A65F1A2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F4FC184D-B44C-4785-82EF-D36014E312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A1B331E9-5704-46C4-9753-5B9E0E6794CE}"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33795" name="Rectangle 2">
            <a:extLst>
              <a:ext uri="{FF2B5EF4-FFF2-40B4-BE49-F238E27FC236}">
                <a16:creationId xmlns:a16="http://schemas.microsoft.com/office/drawing/2014/main" id="{EC1F17D6-4360-47AC-B8EC-28F58F85F394}"/>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59843EFD-A8AF-4C9A-A6A9-5D86ACD35E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80B1741-4C57-43A3-B159-0611C91F68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79244820-2636-4D8E-B920-06BC370F6732}"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34819" name="Rectangle 2">
            <a:extLst>
              <a:ext uri="{FF2B5EF4-FFF2-40B4-BE49-F238E27FC236}">
                <a16:creationId xmlns:a16="http://schemas.microsoft.com/office/drawing/2014/main" id="{7DA8768C-7362-4360-86DE-20D9DDD09707}"/>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800E094E-4055-4381-BA2B-433CF86F67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57D0EB4-004C-4141-AF11-978043975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8FC96F00-A5FC-4F50-A23A-73EDD902EEF7}"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
        <p:nvSpPr>
          <p:cNvPr id="35843" name="Rectangle 2">
            <a:extLst>
              <a:ext uri="{FF2B5EF4-FFF2-40B4-BE49-F238E27FC236}">
                <a16:creationId xmlns:a16="http://schemas.microsoft.com/office/drawing/2014/main" id="{F970DD44-4147-47DA-8475-ECD8B2A65CFC}"/>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F4DEFC6D-08F8-4321-BB4D-0CD22B8AF6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415BD550-9377-4231-A4E0-4D689B64AC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82B01064-683C-445A-A3F0-79955B7A87DE}" type="slidenum">
              <a:rPr lang="en-US" altLang="en-US" sz="1200">
                <a:latin typeface="Times New Roman" panose="02020603050405020304" pitchFamily="18" charset="0"/>
              </a:rPr>
              <a:pPr/>
              <a:t>5</a:t>
            </a:fld>
            <a:endParaRPr lang="en-US" altLang="en-US" sz="1200">
              <a:latin typeface="Times New Roman" panose="02020603050405020304" pitchFamily="18" charset="0"/>
            </a:endParaRPr>
          </a:p>
        </p:txBody>
      </p:sp>
      <p:sp>
        <p:nvSpPr>
          <p:cNvPr id="36867" name="Rectangle 2">
            <a:extLst>
              <a:ext uri="{FF2B5EF4-FFF2-40B4-BE49-F238E27FC236}">
                <a16:creationId xmlns:a16="http://schemas.microsoft.com/office/drawing/2014/main" id="{BFC06FED-5346-41D5-829A-7C6B3BB8AC64}"/>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1E8F6537-1843-45AB-A71F-6BFBA8931C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C4315B6E-4584-42C3-9DCF-86DA0A71AA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E268972C-7BFD-476B-883F-C8E69931093B}" type="slidenum">
              <a:rPr lang="en-US" altLang="en-US" sz="1200">
                <a:latin typeface="Times New Roman" panose="02020603050405020304" pitchFamily="18" charset="0"/>
              </a:rPr>
              <a:pPr/>
              <a:t>6</a:t>
            </a:fld>
            <a:endParaRPr lang="en-US" altLang="en-US" sz="1200">
              <a:latin typeface="Times New Roman" panose="02020603050405020304" pitchFamily="18" charset="0"/>
            </a:endParaRPr>
          </a:p>
        </p:txBody>
      </p:sp>
      <p:sp>
        <p:nvSpPr>
          <p:cNvPr id="37891" name="Rectangle 2">
            <a:extLst>
              <a:ext uri="{FF2B5EF4-FFF2-40B4-BE49-F238E27FC236}">
                <a16:creationId xmlns:a16="http://schemas.microsoft.com/office/drawing/2014/main" id="{6B2CF756-1294-430A-B0F6-53996F928044}"/>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C5B56D37-DF41-4E71-9FBB-4ACBAEDF8A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E2FF1E2E-0B14-40D8-B143-9A9E4ED4BA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C7B3A77E-5B03-45C7-AAE6-613D535A2A82}" type="slidenum">
              <a:rPr lang="en-US" altLang="en-US" sz="1200">
                <a:latin typeface="Times New Roman" panose="02020603050405020304" pitchFamily="18" charset="0"/>
              </a:rPr>
              <a:pPr/>
              <a:t>7</a:t>
            </a:fld>
            <a:endParaRPr lang="en-US" altLang="en-US" sz="1200">
              <a:latin typeface="Times New Roman" panose="02020603050405020304" pitchFamily="18" charset="0"/>
            </a:endParaRPr>
          </a:p>
        </p:txBody>
      </p:sp>
      <p:sp>
        <p:nvSpPr>
          <p:cNvPr id="40963" name="Rectangle 2">
            <a:extLst>
              <a:ext uri="{FF2B5EF4-FFF2-40B4-BE49-F238E27FC236}">
                <a16:creationId xmlns:a16="http://schemas.microsoft.com/office/drawing/2014/main" id="{352D8255-FC34-4DA9-8AC8-7F168F7B34AB}"/>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4F5F7508-A918-4B09-B0BA-8BF2D53128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474CA7C-FF11-4B44-83FE-D9D3057379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2C39BCDA-DE98-48ED-9BAE-97363A5FB8E1}"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38915" name="Rectangle 2">
            <a:extLst>
              <a:ext uri="{FF2B5EF4-FFF2-40B4-BE49-F238E27FC236}">
                <a16:creationId xmlns:a16="http://schemas.microsoft.com/office/drawing/2014/main" id="{FEEF40AD-76B4-480C-9245-F859E0CEF9E3}"/>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9F4073D-0A23-4D5E-9FD9-8BB94F9BE7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7609AE66-3A48-446A-A5D3-F1FAB56516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6EC907BF-B40E-40DF-8C1B-748D035F1220}"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39939" name="Rectangle 2">
            <a:extLst>
              <a:ext uri="{FF2B5EF4-FFF2-40B4-BE49-F238E27FC236}">
                <a16:creationId xmlns:a16="http://schemas.microsoft.com/office/drawing/2014/main" id="{3AA1BD46-6AB1-4567-A5DA-17DFE47C4FF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13F15B77-E363-40A4-A822-96CD597D58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C87C97F-F4AF-4A63-9392-2B7AB14B2C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1C202E42-ED47-4CE7-8CEA-0ED657CFD1A8}"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41987" name="Rectangle 2">
            <a:extLst>
              <a:ext uri="{FF2B5EF4-FFF2-40B4-BE49-F238E27FC236}">
                <a16:creationId xmlns:a16="http://schemas.microsoft.com/office/drawing/2014/main" id="{98837880-CE8D-48BC-9FE4-10101A8A5C5F}"/>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FD7FB66D-0E52-456D-B317-5E8482D83B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5F4F7BB6-CCB0-4AED-A6A7-529315E5C8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09438CB7-17DC-48F6-BC68-1C5F31C0CA7B}"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43011" name="Rectangle 2">
            <a:extLst>
              <a:ext uri="{FF2B5EF4-FFF2-40B4-BE49-F238E27FC236}">
                <a16:creationId xmlns:a16="http://schemas.microsoft.com/office/drawing/2014/main" id="{BF48A9E9-E2B1-4836-AD0F-C0D72991E81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BDE13C1E-1B13-42C2-99C9-68B143E10F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BB6E8EF-D8F3-4866-8EC7-9D1EB603FC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236DD3D9-A838-4B40-8C34-985EC6B890DC}"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44035" name="Rectangle 2">
            <a:extLst>
              <a:ext uri="{FF2B5EF4-FFF2-40B4-BE49-F238E27FC236}">
                <a16:creationId xmlns:a16="http://schemas.microsoft.com/office/drawing/2014/main" id="{C4C9BDCA-E32B-4DD5-88C5-4A708B122C3E}"/>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A9A2AF7-684B-4684-B267-8BDFCB03A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0611A120-668B-4EA4-BA02-664DE06DB8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3FA1CE5B-1437-4C22-90EF-CE7891A0F34D}"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46083" name="Rectangle 2">
            <a:extLst>
              <a:ext uri="{FF2B5EF4-FFF2-40B4-BE49-F238E27FC236}">
                <a16:creationId xmlns:a16="http://schemas.microsoft.com/office/drawing/2014/main" id="{D1B03283-C151-476C-AF80-CDF3F5D02CF9}"/>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5E34F070-4661-4DE5-845F-02F4A00F17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 </a:t>
            </a:r>
            <a:r>
              <a:rPr lang="en-GB" altLang="en-US" b="1"/>
              <a:t>Multicast Group Membership Discovery</a:t>
            </a:r>
            <a:r>
              <a:rPr lang="en-GB" altLang="en-US"/>
              <a:t> protocol is used by receiving hosts to advertise their group membership to a local multicast router, enabling them to join and leave multicast groups. The main Multicast Group Membership Discovery protocols are Internet Group Management Protocol (IGMP) for IPv4 and Multicast Listener Discovery (MLD) for IPv6.</a:t>
            </a:r>
          </a:p>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EBF718A-C1D5-48DA-81C7-80504F74B9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F768A06D-1E3E-47E1-9867-89C1505EB978}"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47107" name="Rectangle 2">
            <a:extLst>
              <a:ext uri="{FF2B5EF4-FFF2-40B4-BE49-F238E27FC236}">
                <a16:creationId xmlns:a16="http://schemas.microsoft.com/office/drawing/2014/main" id="{1E1515C6-04A8-41B8-95D0-D760B052B761}"/>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BC156B3F-9785-4485-B4AB-24DAE01F1A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97CDEF8-DED4-493F-9959-55BBD82309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6574D253-614E-4E6F-B561-703E214AFD04}"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49155" name="Rectangle 2">
            <a:extLst>
              <a:ext uri="{FF2B5EF4-FFF2-40B4-BE49-F238E27FC236}">
                <a16:creationId xmlns:a16="http://schemas.microsoft.com/office/drawing/2014/main" id="{F5DFA87D-A0F9-40C0-96AF-18791E23D08D}"/>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0CDA8E44-F5F5-4D8B-AACB-A00C6F1FFC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3AFB5880-7ABF-46C0-B337-0AC66C7F34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CF08C16A-E10F-4204-9154-8520164891DF}"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51203" name="Rectangle 2">
            <a:extLst>
              <a:ext uri="{FF2B5EF4-FFF2-40B4-BE49-F238E27FC236}">
                <a16:creationId xmlns:a16="http://schemas.microsoft.com/office/drawing/2014/main" id="{0334B92F-06A1-44BF-9DB0-A328D62E2C2D}"/>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E3A4B13D-87D2-403A-961D-8FCCBE1EA2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t>A </a:t>
            </a:r>
            <a:r>
              <a:rPr lang="en-GB" altLang="en-US" b="1"/>
              <a:t>Multicast Routing Protocol</a:t>
            </a:r>
            <a:r>
              <a:rPr lang="en-GB" altLang="en-US"/>
              <a:t> is used to communicate between multicast routers and enables them to calculate the multicast distribution tree of receiving hosts. Protocol Independent Multicast (PIM) is the most important Multicast Routing Protocol.</a:t>
            </a:r>
          </a:p>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22E3C31-3EE1-4EFA-9A44-F5905DE6D6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A99C9B65-D6DE-4A1D-A8AE-23721D39B02F}"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52227" name="Rectangle 2">
            <a:extLst>
              <a:ext uri="{FF2B5EF4-FFF2-40B4-BE49-F238E27FC236}">
                <a16:creationId xmlns:a16="http://schemas.microsoft.com/office/drawing/2014/main" id="{DC15548F-9498-408E-877A-913DA2B6173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A6320081-CDC4-4BEF-AB28-82B249CE3E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38F4DB7-4A9F-4D53-9E57-D7E60CA1C0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0A1950EA-FF05-419D-8660-36E2E492F235}"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53251" name="Rectangle 2">
            <a:extLst>
              <a:ext uri="{FF2B5EF4-FFF2-40B4-BE49-F238E27FC236}">
                <a16:creationId xmlns:a16="http://schemas.microsoft.com/office/drawing/2014/main" id="{8565E4E2-06D4-483D-8277-4FB091E4D50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EDD1F3C7-7F96-47C4-B39C-21B9B1BC3A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726B71F1-73DB-47F6-BFFE-7936D4716B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5489D590-D014-4E3C-9D57-850B6898F3AF}"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54275" name="Rectangle 2">
            <a:extLst>
              <a:ext uri="{FF2B5EF4-FFF2-40B4-BE49-F238E27FC236}">
                <a16:creationId xmlns:a16="http://schemas.microsoft.com/office/drawing/2014/main" id="{DA63F88E-5B3E-4236-A6A2-FA0806398846}"/>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F765528B-9E01-4915-A8E1-B5189C8919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1899C954-E6B7-4617-9208-7CAA97626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9C0A076E-AE80-481D-AB0E-6B3DDCB2A69B}"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60419" name="Rectangle 2">
            <a:extLst>
              <a:ext uri="{FF2B5EF4-FFF2-40B4-BE49-F238E27FC236}">
                <a16:creationId xmlns:a16="http://schemas.microsoft.com/office/drawing/2014/main" id="{C80EF31C-E5CD-45E8-B081-82F2BFD80406}"/>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7385E187-4FC6-4E81-A952-525FA4BD43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30859357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7D59D2F-E9E9-4DD3-B4FF-3CDE654A9735}" type="slidenum">
              <a:rPr lang="en-US" altLang="en-US" smtClean="0"/>
              <a:pPr/>
              <a:t>31</a:t>
            </a:fld>
            <a:endParaRPr lang="en-US" altLang="en-US"/>
          </a:p>
        </p:txBody>
      </p:sp>
    </p:spTree>
    <p:extLst>
      <p:ext uri="{BB962C8B-B14F-4D97-AF65-F5344CB8AC3E}">
        <p14:creationId xmlns:p14="http://schemas.microsoft.com/office/powerpoint/2010/main" val="3129783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07FA83C3-880C-4A41-B12A-8AA9F679C3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9163">
              <a:defRPr sz="2400">
                <a:solidFill>
                  <a:schemeClr val="tx1"/>
                </a:solidFill>
                <a:latin typeface="Courier New" panose="02070309020205020404" pitchFamily="49" charset="0"/>
              </a:defRPr>
            </a:lvl1pPr>
            <a:lvl2pPr marL="742950" indent="-285750" defTabSz="919163">
              <a:defRPr sz="2400">
                <a:solidFill>
                  <a:schemeClr val="tx1"/>
                </a:solidFill>
                <a:latin typeface="Courier New" panose="02070309020205020404" pitchFamily="49" charset="0"/>
              </a:defRPr>
            </a:lvl2pPr>
            <a:lvl3pPr marL="1143000" indent="-228600" defTabSz="919163">
              <a:defRPr sz="2400">
                <a:solidFill>
                  <a:schemeClr val="tx1"/>
                </a:solidFill>
                <a:latin typeface="Courier New" panose="02070309020205020404" pitchFamily="49" charset="0"/>
              </a:defRPr>
            </a:lvl3pPr>
            <a:lvl4pPr marL="1600200" indent="-228600" defTabSz="919163">
              <a:defRPr sz="2400">
                <a:solidFill>
                  <a:schemeClr val="tx1"/>
                </a:solidFill>
                <a:latin typeface="Courier New" panose="02070309020205020404" pitchFamily="49" charset="0"/>
              </a:defRPr>
            </a:lvl4pPr>
            <a:lvl5pPr marL="2057400" indent="-228600" defTabSz="919163">
              <a:defRPr sz="2400">
                <a:solidFill>
                  <a:schemeClr val="tx1"/>
                </a:solidFill>
                <a:latin typeface="Courier New" panose="02070309020205020404" pitchFamily="49" charset="0"/>
              </a:defRPr>
            </a:lvl5pPr>
            <a:lvl6pPr marL="2514600" indent="-228600" defTabSz="919163" eaLnBrk="0" fontAlgn="base" hangingPunct="0">
              <a:spcBef>
                <a:spcPct val="0"/>
              </a:spcBef>
              <a:spcAft>
                <a:spcPct val="0"/>
              </a:spcAft>
              <a:defRPr sz="2400">
                <a:solidFill>
                  <a:schemeClr val="tx1"/>
                </a:solidFill>
                <a:latin typeface="Courier New" panose="02070309020205020404" pitchFamily="49" charset="0"/>
              </a:defRPr>
            </a:lvl6pPr>
            <a:lvl7pPr marL="2971800" indent="-228600" defTabSz="919163" eaLnBrk="0" fontAlgn="base" hangingPunct="0">
              <a:spcBef>
                <a:spcPct val="0"/>
              </a:spcBef>
              <a:spcAft>
                <a:spcPct val="0"/>
              </a:spcAft>
              <a:defRPr sz="2400">
                <a:solidFill>
                  <a:schemeClr val="tx1"/>
                </a:solidFill>
                <a:latin typeface="Courier New" panose="02070309020205020404" pitchFamily="49" charset="0"/>
              </a:defRPr>
            </a:lvl7pPr>
            <a:lvl8pPr marL="3429000" indent="-228600" defTabSz="919163" eaLnBrk="0" fontAlgn="base" hangingPunct="0">
              <a:spcBef>
                <a:spcPct val="0"/>
              </a:spcBef>
              <a:spcAft>
                <a:spcPct val="0"/>
              </a:spcAft>
              <a:defRPr sz="2400">
                <a:solidFill>
                  <a:schemeClr val="tx1"/>
                </a:solidFill>
                <a:latin typeface="Courier New" panose="02070309020205020404" pitchFamily="49" charset="0"/>
              </a:defRPr>
            </a:lvl8pPr>
            <a:lvl9pPr marL="3886200" indent="-228600" defTabSz="919163" eaLnBrk="0" fontAlgn="base" hangingPunct="0">
              <a:spcBef>
                <a:spcPct val="0"/>
              </a:spcBef>
              <a:spcAft>
                <a:spcPct val="0"/>
              </a:spcAft>
              <a:defRPr sz="2400">
                <a:solidFill>
                  <a:schemeClr val="tx1"/>
                </a:solidFill>
                <a:latin typeface="Courier New" panose="02070309020205020404" pitchFamily="49" charset="0"/>
              </a:defRPr>
            </a:lvl9pPr>
          </a:lstStyle>
          <a:p>
            <a:fld id="{2206F215-142A-4C4D-9F7D-457AA85414D2}"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57347" name="Rectangle 2">
            <a:extLst>
              <a:ext uri="{FF2B5EF4-FFF2-40B4-BE49-F238E27FC236}">
                <a16:creationId xmlns:a16="http://schemas.microsoft.com/office/drawing/2014/main" id="{EE797760-FC5E-4E1C-9F11-5A9D675F645D}"/>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721B1B26-B1A0-497D-88C7-A7CAF8C4D9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385E5290-826D-4751-BDDB-B87AC43A78FD}"/>
              </a:ext>
            </a:extLst>
          </p:cNvPr>
          <p:cNvSpPr>
            <a:spLocks noChangeArrowheads="1"/>
          </p:cNvSpPr>
          <p:nvPr/>
        </p:nvSpPr>
        <p:spPr bwMode="auto">
          <a:xfrm>
            <a:off x="0" y="3582988"/>
            <a:ext cx="9144000" cy="74612"/>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noFill/>
            <a:miter lim="800000"/>
            <a:headEnd/>
            <a:tailEnd/>
          </a:ln>
          <a:effectLst/>
        </p:spPr>
        <p:txBody>
          <a:bodyPr wrap="none" anchor="ctr"/>
          <a:lstStyle/>
          <a:p>
            <a:pPr>
              <a:defRPr/>
            </a:pPr>
            <a:endParaRPr lang="en-GB"/>
          </a:p>
        </p:txBody>
      </p:sp>
      <p:sp>
        <p:nvSpPr>
          <p:cNvPr id="5" name="Rectangle 10">
            <a:extLst>
              <a:ext uri="{FF2B5EF4-FFF2-40B4-BE49-F238E27FC236}">
                <a16:creationId xmlns:a16="http://schemas.microsoft.com/office/drawing/2014/main" id="{1BFF0C1C-C31E-440F-95CD-3C0C182E7B62}"/>
              </a:ext>
            </a:extLst>
          </p:cNvPr>
          <p:cNvSpPr>
            <a:spLocks noChangeArrowheads="1"/>
          </p:cNvSpPr>
          <p:nvPr/>
        </p:nvSpPr>
        <p:spPr bwMode="auto">
          <a:xfrm>
            <a:off x="376238" y="6397625"/>
            <a:ext cx="2895600" cy="476250"/>
          </a:xfrm>
          <a:prstGeom prst="rect">
            <a:avLst/>
          </a:prstGeom>
          <a:noFill/>
          <a:ln w="9525">
            <a:noFill/>
            <a:miter lim="800000"/>
            <a:headEnd/>
            <a:tailEnd/>
          </a:ln>
          <a:effectLst/>
        </p:spPr>
        <p:txBody>
          <a:bodyPr/>
          <a:lstStyle/>
          <a:p>
            <a:pPr>
              <a:defRPr/>
            </a:pPr>
            <a:r>
              <a:rPr lang="en-US" sz="1400">
                <a:latin typeface="Times New Roman" pitchFamily="18" charset="0"/>
                <a:cs typeface="Times New Roman" pitchFamily="18" charset="0"/>
              </a:rPr>
              <a:t>© </a:t>
            </a:r>
            <a:r>
              <a:rPr lang="en-US" sz="1400">
                <a:latin typeface="Times New Roman" pitchFamily="18" charset="0"/>
              </a:rPr>
              <a:t>J. Liebeherr, All rights reserved</a:t>
            </a:r>
          </a:p>
        </p:txBody>
      </p:sp>
      <p:sp>
        <p:nvSpPr>
          <p:cNvPr id="6" name="Rectangle 11">
            <a:extLst>
              <a:ext uri="{FF2B5EF4-FFF2-40B4-BE49-F238E27FC236}">
                <a16:creationId xmlns:a16="http://schemas.microsoft.com/office/drawing/2014/main" id="{6427F5AC-0250-4363-90BC-579430A36C70}"/>
              </a:ext>
            </a:extLst>
          </p:cNvPr>
          <p:cNvSpPr>
            <a:spLocks noChangeArrowheads="1"/>
          </p:cNvSpPr>
          <p:nvPr/>
        </p:nvSpPr>
        <p:spPr bwMode="auto">
          <a:xfrm>
            <a:off x="3752850" y="6369050"/>
            <a:ext cx="2133600" cy="476250"/>
          </a:xfrm>
          <a:prstGeom prst="rect">
            <a:avLst/>
          </a:prstGeom>
          <a:noFill/>
          <a:ln w="9525">
            <a:noFill/>
            <a:miter lim="800000"/>
            <a:headEnd/>
            <a:tailEnd/>
          </a:ln>
          <a:effectLst/>
        </p:spPr>
        <p:txBody>
          <a:bodyPr/>
          <a:lstStyle/>
          <a:p>
            <a:pPr algn="ctr">
              <a:defRPr/>
            </a:pPr>
            <a:endParaRPr lang="en-GB" sz="1400">
              <a:latin typeface="Times New Roman" pitchFamily="18" charset="0"/>
            </a:endParaRPr>
          </a:p>
        </p:txBody>
      </p:sp>
      <p:sp>
        <p:nvSpPr>
          <p:cNvPr id="178178"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17817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7" name="Slide Number Placeholder 6">
            <a:extLst>
              <a:ext uri="{FF2B5EF4-FFF2-40B4-BE49-F238E27FC236}">
                <a16:creationId xmlns:a16="http://schemas.microsoft.com/office/drawing/2014/main" id="{AF6ED20B-B249-4244-8337-C883451653EC}"/>
              </a:ext>
            </a:extLst>
          </p:cNvPr>
          <p:cNvSpPr>
            <a:spLocks noGrp="1" noChangeArrowheads="1"/>
          </p:cNvSpPr>
          <p:nvPr>
            <p:ph type="sldNum" sz="quarter" idx="10"/>
          </p:nvPr>
        </p:nvSpPr>
        <p:spPr>
          <a:xfrm>
            <a:off x="6553200" y="6248400"/>
            <a:ext cx="1905000" cy="457200"/>
          </a:xfrm>
        </p:spPr>
        <p:txBody>
          <a:bodyPr/>
          <a:lstStyle>
            <a:lvl1pPr>
              <a:defRPr/>
            </a:lvl1pPr>
          </a:lstStyle>
          <a:p>
            <a:fld id="{D9960153-7ECE-4F09-A134-84AF8635B9FF}" type="slidenum">
              <a:rPr lang="en-US" altLang="en-US"/>
              <a:pPr/>
              <a:t>‹#›</a:t>
            </a:fld>
            <a:endParaRPr lang="en-US" altLang="en-US"/>
          </a:p>
        </p:txBody>
      </p:sp>
    </p:spTree>
    <p:extLst>
      <p:ext uri="{BB962C8B-B14F-4D97-AF65-F5344CB8AC3E}">
        <p14:creationId xmlns:p14="http://schemas.microsoft.com/office/powerpoint/2010/main" val="1599055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54F64F4F-A389-4E4E-BE57-07508DD2658A}"/>
              </a:ext>
            </a:extLst>
          </p:cNvPr>
          <p:cNvSpPr>
            <a:spLocks noGrp="1" noChangeArrowheads="1"/>
          </p:cNvSpPr>
          <p:nvPr>
            <p:ph type="sldNum" sz="quarter" idx="10"/>
          </p:nvPr>
        </p:nvSpPr>
        <p:spPr>
          <a:ln/>
        </p:spPr>
        <p:txBody>
          <a:bodyPr/>
          <a:lstStyle>
            <a:lvl1pPr>
              <a:defRPr/>
            </a:lvl1pPr>
          </a:lstStyle>
          <a:p>
            <a:fld id="{D1F379FA-D8C7-43B9-8189-65FB6C4F1922}" type="slidenum">
              <a:rPr lang="en-US" altLang="en-US"/>
              <a:pPr/>
              <a:t>‹#›</a:t>
            </a:fld>
            <a:endParaRPr lang="en-US" altLang="en-US"/>
          </a:p>
        </p:txBody>
      </p:sp>
    </p:spTree>
    <p:extLst>
      <p:ext uri="{BB962C8B-B14F-4D97-AF65-F5344CB8AC3E}">
        <p14:creationId xmlns:p14="http://schemas.microsoft.com/office/powerpoint/2010/main" val="535965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72DCB5B5-49F6-41F5-8564-99853C442B05}"/>
              </a:ext>
            </a:extLst>
          </p:cNvPr>
          <p:cNvSpPr>
            <a:spLocks noGrp="1" noChangeArrowheads="1"/>
          </p:cNvSpPr>
          <p:nvPr>
            <p:ph type="sldNum" sz="quarter" idx="10"/>
          </p:nvPr>
        </p:nvSpPr>
        <p:spPr>
          <a:ln/>
        </p:spPr>
        <p:txBody>
          <a:bodyPr/>
          <a:lstStyle>
            <a:lvl1pPr>
              <a:defRPr/>
            </a:lvl1pPr>
          </a:lstStyle>
          <a:p>
            <a:fld id="{5B010C19-811A-484C-AA89-AAD6A134A28B}" type="slidenum">
              <a:rPr lang="en-US" altLang="en-US"/>
              <a:pPr/>
              <a:t>‹#›</a:t>
            </a:fld>
            <a:endParaRPr lang="en-US" altLang="en-US"/>
          </a:p>
        </p:txBody>
      </p:sp>
    </p:spTree>
    <p:extLst>
      <p:ext uri="{BB962C8B-B14F-4D97-AF65-F5344CB8AC3E}">
        <p14:creationId xmlns:p14="http://schemas.microsoft.com/office/powerpoint/2010/main" val="890233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52400" y="1371600"/>
            <a:ext cx="4381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86300" y="1371600"/>
            <a:ext cx="43815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F6A9D569-4638-4824-97E0-BD34B2EE63DA}"/>
              </a:ext>
            </a:extLst>
          </p:cNvPr>
          <p:cNvSpPr>
            <a:spLocks noGrp="1" noChangeArrowheads="1"/>
          </p:cNvSpPr>
          <p:nvPr>
            <p:ph type="sldNum" sz="quarter" idx="10"/>
          </p:nvPr>
        </p:nvSpPr>
        <p:spPr>
          <a:ln/>
        </p:spPr>
        <p:txBody>
          <a:bodyPr/>
          <a:lstStyle>
            <a:lvl1pPr>
              <a:defRPr/>
            </a:lvl1pPr>
          </a:lstStyle>
          <a:p>
            <a:fld id="{4F6EB8C2-9804-4877-88F3-50C2207F5218}" type="slidenum">
              <a:rPr lang="en-US" altLang="en-US"/>
              <a:pPr/>
              <a:t>‹#›</a:t>
            </a:fld>
            <a:endParaRPr lang="en-US" altLang="en-US"/>
          </a:p>
        </p:txBody>
      </p:sp>
    </p:spTree>
    <p:extLst>
      <p:ext uri="{BB962C8B-B14F-4D97-AF65-F5344CB8AC3E}">
        <p14:creationId xmlns:p14="http://schemas.microsoft.com/office/powerpoint/2010/main" val="3805325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AFDEFD48-821B-4B6D-96FB-F6666005F3CB}"/>
              </a:ext>
            </a:extLst>
          </p:cNvPr>
          <p:cNvSpPr>
            <a:spLocks noGrp="1" noChangeArrowheads="1"/>
          </p:cNvSpPr>
          <p:nvPr>
            <p:ph type="sldNum" sz="quarter" idx="10"/>
          </p:nvPr>
        </p:nvSpPr>
        <p:spPr>
          <a:ln/>
        </p:spPr>
        <p:txBody>
          <a:bodyPr/>
          <a:lstStyle>
            <a:lvl1pPr>
              <a:defRPr/>
            </a:lvl1pPr>
          </a:lstStyle>
          <a:p>
            <a:fld id="{F2B9C7D3-3C99-4401-B277-C8BA7CFA7091}" type="slidenum">
              <a:rPr lang="en-US" altLang="en-US"/>
              <a:pPr/>
              <a:t>‹#›</a:t>
            </a:fld>
            <a:endParaRPr lang="en-US" altLang="en-US"/>
          </a:p>
        </p:txBody>
      </p:sp>
    </p:spTree>
    <p:extLst>
      <p:ext uri="{BB962C8B-B14F-4D97-AF65-F5344CB8AC3E}">
        <p14:creationId xmlns:p14="http://schemas.microsoft.com/office/powerpoint/2010/main" val="4129713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AE90608D-6F89-4636-92F4-DEF1179274EB}"/>
              </a:ext>
            </a:extLst>
          </p:cNvPr>
          <p:cNvSpPr>
            <a:spLocks noGrp="1" noChangeArrowheads="1"/>
          </p:cNvSpPr>
          <p:nvPr>
            <p:ph type="sldNum" sz="quarter" idx="10"/>
          </p:nvPr>
        </p:nvSpPr>
        <p:spPr>
          <a:ln/>
        </p:spPr>
        <p:txBody>
          <a:bodyPr/>
          <a:lstStyle>
            <a:lvl1pPr>
              <a:defRPr/>
            </a:lvl1pPr>
          </a:lstStyle>
          <a:p>
            <a:fld id="{EA194C43-A5B1-4A2E-A3D1-D22B21D3C3C6}" type="slidenum">
              <a:rPr lang="en-US" altLang="en-US"/>
              <a:pPr/>
              <a:t>‹#›</a:t>
            </a:fld>
            <a:endParaRPr lang="en-US" altLang="en-US"/>
          </a:p>
        </p:txBody>
      </p:sp>
    </p:spTree>
    <p:extLst>
      <p:ext uri="{BB962C8B-B14F-4D97-AF65-F5344CB8AC3E}">
        <p14:creationId xmlns:p14="http://schemas.microsoft.com/office/powerpoint/2010/main" val="254704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9CF0060-47D2-4552-AAAB-B7DC4ED031D0}"/>
              </a:ext>
            </a:extLst>
          </p:cNvPr>
          <p:cNvSpPr>
            <a:spLocks noGrp="1" noChangeArrowheads="1"/>
          </p:cNvSpPr>
          <p:nvPr>
            <p:ph type="sldNum" sz="quarter" idx="10"/>
          </p:nvPr>
        </p:nvSpPr>
        <p:spPr>
          <a:ln/>
        </p:spPr>
        <p:txBody>
          <a:bodyPr/>
          <a:lstStyle>
            <a:lvl1pPr>
              <a:defRPr/>
            </a:lvl1pPr>
          </a:lstStyle>
          <a:p>
            <a:fld id="{BB3FE9F8-DC14-41C1-80D8-750F61FAB9AB}" type="slidenum">
              <a:rPr lang="en-US" altLang="en-US"/>
              <a:pPr/>
              <a:t>‹#›</a:t>
            </a:fld>
            <a:endParaRPr lang="en-US" altLang="en-US"/>
          </a:p>
        </p:txBody>
      </p:sp>
    </p:spTree>
    <p:extLst>
      <p:ext uri="{BB962C8B-B14F-4D97-AF65-F5344CB8AC3E}">
        <p14:creationId xmlns:p14="http://schemas.microsoft.com/office/powerpoint/2010/main" val="1212364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5531A3-F6FF-4F6E-901A-4AF5C6E68853}"/>
              </a:ext>
            </a:extLst>
          </p:cNvPr>
          <p:cNvSpPr>
            <a:spLocks noGrp="1" noChangeArrowheads="1"/>
          </p:cNvSpPr>
          <p:nvPr>
            <p:ph type="sldNum" sz="quarter" idx="10"/>
          </p:nvPr>
        </p:nvSpPr>
        <p:spPr>
          <a:ln/>
        </p:spPr>
        <p:txBody>
          <a:bodyPr/>
          <a:lstStyle>
            <a:lvl1pPr>
              <a:defRPr/>
            </a:lvl1pPr>
          </a:lstStyle>
          <a:p>
            <a:fld id="{B6945B04-6674-45C9-A637-07EC25E7324F}" type="slidenum">
              <a:rPr lang="en-US" altLang="en-US"/>
              <a:pPr/>
              <a:t>‹#›</a:t>
            </a:fld>
            <a:endParaRPr lang="en-US" altLang="en-US"/>
          </a:p>
        </p:txBody>
      </p:sp>
    </p:spTree>
    <p:extLst>
      <p:ext uri="{BB962C8B-B14F-4D97-AF65-F5344CB8AC3E}">
        <p14:creationId xmlns:p14="http://schemas.microsoft.com/office/powerpoint/2010/main" val="1593974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8B7D97B-6BF7-480B-B904-FE18952B6517}"/>
              </a:ext>
            </a:extLst>
          </p:cNvPr>
          <p:cNvSpPr>
            <a:spLocks noGrp="1" noChangeArrowheads="1"/>
          </p:cNvSpPr>
          <p:nvPr>
            <p:ph type="sldNum" sz="quarter" idx="10"/>
          </p:nvPr>
        </p:nvSpPr>
        <p:spPr>
          <a:ln/>
        </p:spPr>
        <p:txBody>
          <a:bodyPr/>
          <a:lstStyle>
            <a:lvl1pPr>
              <a:defRPr/>
            </a:lvl1pPr>
          </a:lstStyle>
          <a:p>
            <a:fld id="{23C44C84-3915-4B35-9C74-5CCD9B4AA78A}" type="slidenum">
              <a:rPr lang="en-US" altLang="en-US"/>
              <a:pPr/>
              <a:t>‹#›</a:t>
            </a:fld>
            <a:endParaRPr lang="en-US" altLang="en-US"/>
          </a:p>
        </p:txBody>
      </p:sp>
    </p:spTree>
    <p:extLst>
      <p:ext uri="{BB962C8B-B14F-4D97-AF65-F5344CB8AC3E}">
        <p14:creationId xmlns:p14="http://schemas.microsoft.com/office/powerpoint/2010/main" val="3859696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6E76BEAF-BABD-45F0-9659-95C997E22A94}"/>
              </a:ext>
            </a:extLst>
          </p:cNvPr>
          <p:cNvSpPr>
            <a:spLocks noGrp="1" noChangeArrowheads="1"/>
          </p:cNvSpPr>
          <p:nvPr>
            <p:ph type="sldNum" sz="quarter" idx="10"/>
          </p:nvPr>
        </p:nvSpPr>
        <p:spPr>
          <a:ln/>
        </p:spPr>
        <p:txBody>
          <a:bodyPr/>
          <a:lstStyle>
            <a:lvl1pPr>
              <a:defRPr/>
            </a:lvl1pPr>
          </a:lstStyle>
          <a:p>
            <a:fld id="{C156731B-9793-4108-9423-0DC511951B9D}" type="slidenum">
              <a:rPr lang="en-US" altLang="en-US"/>
              <a:pPr/>
              <a:t>‹#›</a:t>
            </a:fld>
            <a:endParaRPr lang="en-US" altLang="en-US"/>
          </a:p>
        </p:txBody>
      </p:sp>
    </p:spTree>
    <p:extLst>
      <p:ext uri="{BB962C8B-B14F-4D97-AF65-F5344CB8AC3E}">
        <p14:creationId xmlns:p14="http://schemas.microsoft.com/office/powerpoint/2010/main" val="1274811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9900" y="152400"/>
            <a:ext cx="2247900" cy="60960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76200" y="152400"/>
            <a:ext cx="65913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2524F7E4-26CD-4C23-B806-3B5D2D78D19E}"/>
              </a:ext>
            </a:extLst>
          </p:cNvPr>
          <p:cNvSpPr>
            <a:spLocks noGrp="1" noChangeArrowheads="1"/>
          </p:cNvSpPr>
          <p:nvPr>
            <p:ph type="sldNum" sz="quarter" idx="10"/>
          </p:nvPr>
        </p:nvSpPr>
        <p:spPr>
          <a:ln/>
        </p:spPr>
        <p:txBody>
          <a:bodyPr/>
          <a:lstStyle>
            <a:lvl1pPr>
              <a:defRPr/>
            </a:lvl1pPr>
          </a:lstStyle>
          <a:p>
            <a:fld id="{F1BB4847-E067-46D1-8BEF-91233A988724}" type="slidenum">
              <a:rPr lang="en-US" altLang="en-US"/>
              <a:pPr/>
              <a:t>‹#›</a:t>
            </a:fld>
            <a:endParaRPr lang="en-US" altLang="en-US"/>
          </a:p>
        </p:txBody>
      </p:sp>
    </p:spTree>
    <p:extLst>
      <p:ext uri="{BB962C8B-B14F-4D97-AF65-F5344CB8AC3E}">
        <p14:creationId xmlns:p14="http://schemas.microsoft.com/office/powerpoint/2010/main" val="2830030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8991600" cy="9144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152400" y="1371600"/>
            <a:ext cx="43815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86300" y="1371600"/>
            <a:ext cx="43815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8888355C-5EA0-41E7-B7CF-D743BC9F2691}"/>
              </a:ext>
            </a:extLst>
          </p:cNvPr>
          <p:cNvSpPr>
            <a:spLocks noGrp="1" noChangeArrowheads="1"/>
          </p:cNvSpPr>
          <p:nvPr>
            <p:ph type="sldNum" sz="quarter" idx="10"/>
          </p:nvPr>
        </p:nvSpPr>
        <p:spPr>
          <a:ln/>
        </p:spPr>
        <p:txBody>
          <a:bodyPr/>
          <a:lstStyle>
            <a:lvl1pPr>
              <a:defRPr/>
            </a:lvl1pPr>
          </a:lstStyle>
          <a:p>
            <a:fld id="{C0163B6D-0E6E-4895-8021-E8B7946A6DA2}" type="slidenum">
              <a:rPr lang="en-US" altLang="en-US"/>
              <a:pPr/>
              <a:t>‹#›</a:t>
            </a:fld>
            <a:endParaRPr lang="en-US" altLang="en-US"/>
          </a:p>
        </p:txBody>
      </p:sp>
    </p:spTree>
    <p:extLst>
      <p:ext uri="{BB962C8B-B14F-4D97-AF65-F5344CB8AC3E}">
        <p14:creationId xmlns:p14="http://schemas.microsoft.com/office/powerpoint/2010/main" val="283581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0CC44CB-1B83-4FDA-85EC-85CAE896AC4C}"/>
              </a:ext>
            </a:extLst>
          </p:cNvPr>
          <p:cNvSpPr>
            <a:spLocks noGrp="1" noChangeArrowheads="1"/>
          </p:cNvSpPr>
          <p:nvPr>
            <p:ph type="title"/>
          </p:nvPr>
        </p:nvSpPr>
        <p:spPr bwMode="auto">
          <a:xfrm>
            <a:off x="76200" y="152400"/>
            <a:ext cx="8991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3" tIns="45717" rIns="91433" bIns="45717" numCol="1" anchor="ctr" anchorCtr="0" compatLnSpc="1">
            <a:prstTxWarp prst="textNoShape">
              <a:avLst/>
            </a:prstTxWarp>
          </a:bodyPr>
          <a:lstStyle/>
          <a:p>
            <a:pPr lvl="0"/>
            <a:r>
              <a:rPr lang="en-US" altLang="en-US"/>
              <a:t>   Click to edit Master title style</a:t>
            </a:r>
          </a:p>
        </p:txBody>
      </p:sp>
      <p:sp>
        <p:nvSpPr>
          <p:cNvPr id="12291" name="Rectangle 3">
            <a:extLst>
              <a:ext uri="{FF2B5EF4-FFF2-40B4-BE49-F238E27FC236}">
                <a16:creationId xmlns:a16="http://schemas.microsoft.com/office/drawing/2014/main" id="{BBA956BE-BE78-4E8C-A101-878D08A008EE}"/>
              </a:ext>
            </a:extLst>
          </p:cNvPr>
          <p:cNvSpPr>
            <a:spLocks noGrp="1" noChangeArrowheads="1"/>
          </p:cNvSpPr>
          <p:nvPr>
            <p:ph type="body" idx="1"/>
          </p:nvPr>
        </p:nvSpPr>
        <p:spPr bwMode="auto">
          <a:xfrm>
            <a:off x="152400" y="1371600"/>
            <a:ext cx="8915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3" tIns="45717" rIns="91433" bIns="45717"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77158" name="Rectangle 6">
            <a:extLst>
              <a:ext uri="{FF2B5EF4-FFF2-40B4-BE49-F238E27FC236}">
                <a16:creationId xmlns:a16="http://schemas.microsoft.com/office/drawing/2014/main" id="{0E5B6CCE-3720-402A-BAB0-8C6DCE2C54DD}"/>
              </a:ext>
            </a:extLst>
          </p:cNvPr>
          <p:cNvSpPr>
            <a:spLocks noGrp="1" noChangeArrowheads="1"/>
          </p:cNvSpPr>
          <p:nvPr>
            <p:ph type="sldNum" sz="quarter" idx="4"/>
          </p:nvPr>
        </p:nvSpPr>
        <p:spPr bwMode="auto">
          <a:xfrm>
            <a:off x="7086600" y="6477000"/>
            <a:ext cx="1905000" cy="228600"/>
          </a:xfrm>
          <a:prstGeom prst="rect">
            <a:avLst/>
          </a:prstGeom>
          <a:noFill/>
          <a:ln w="9525">
            <a:noFill/>
            <a:miter lim="800000"/>
            <a:headEnd/>
            <a:tailEnd/>
          </a:ln>
          <a:effectLst/>
        </p:spPr>
        <p:txBody>
          <a:bodyPr vert="horz" wrap="square" lIns="91433" tIns="45717" rIns="91433" bIns="45717" numCol="1" anchor="t" anchorCtr="0" compatLnSpc="1">
            <a:prstTxWarp prst="textNoShape">
              <a:avLst/>
            </a:prstTxWarp>
          </a:bodyPr>
          <a:lstStyle>
            <a:lvl1pPr algn="r">
              <a:defRPr sz="1000">
                <a:latin typeface="Times New Roman" panose="02020603050405020304" pitchFamily="18" charset="0"/>
              </a:defRPr>
            </a:lvl1pPr>
          </a:lstStyle>
          <a:p>
            <a:fld id="{B956D688-B2FB-49F9-9CC8-960B2D08CADB}" type="slidenum">
              <a:rPr lang="en-US" altLang="en-US"/>
              <a:pPr/>
              <a:t>‹#›</a:t>
            </a:fld>
            <a:endParaRPr lang="en-US" altLang="en-US"/>
          </a:p>
        </p:txBody>
      </p:sp>
      <p:sp>
        <p:nvSpPr>
          <p:cNvPr id="177159" name="Rectangle 7">
            <a:extLst>
              <a:ext uri="{FF2B5EF4-FFF2-40B4-BE49-F238E27FC236}">
                <a16:creationId xmlns:a16="http://schemas.microsoft.com/office/drawing/2014/main" id="{2C1FA317-9DAC-4131-B596-B248479381F5}"/>
              </a:ext>
            </a:extLst>
          </p:cNvPr>
          <p:cNvSpPr>
            <a:spLocks noChangeArrowheads="1"/>
          </p:cNvSpPr>
          <p:nvPr/>
        </p:nvSpPr>
        <p:spPr bwMode="auto">
          <a:xfrm>
            <a:off x="0" y="1143000"/>
            <a:ext cx="9144000" cy="74613"/>
          </a:xfrm>
          <a:prstGeom prst="rect">
            <a:avLst/>
          </a:prstGeom>
          <a:gradFill rotWithShape="0">
            <a:gsLst>
              <a:gs pos="0">
                <a:schemeClr val="accent2">
                  <a:gamma/>
                  <a:shade val="46275"/>
                  <a:invGamma/>
                </a:schemeClr>
              </a:gs>
              <a:gs pos="50000">
                <a:schemeClr val="accent2"/>
              </a:gs>
              <a:gs pos="100000">
                <a:schemeClr val="accent2">
                  <a:gamma/>
                  <a:shade val="46275"/>
                  <a:invGamma/>
                </a:schemeClr>
              </a:gs>
            </a:gsLst>
            <a:lin ang="0" scaled="1"/>
          </a:gradFill>
          <a:ln w="9525">
            <a:noFill/>
            <a:miter lim="800000"/>
            <a:headEnd/>
            <a:tailEnd/>
          </a:ln>
          <a:effectLst/>
        </p:spPr>
        <p:txBody>
          <a:bodyPr wrap="none" anchor="ctr"/>
          <a:lstStyle/>
          <a:p>
            <a:pPr>
              <a:defRPr/>
            </a:pPr>
            <a:endParaRPr lang="en-GB"/>
          </a:p>
        </p:txBody>
      </p:sp>
    </p:spTree>
  </p:cSld>
  <p:clrMap bg1="lt1" tx1="dk1" bg2="lt2" tx2="dk2" accent1="accent1" accent2="accent2" accent3="accent3" accent4="accent4" accent5="accent5" accent6="accent6" hlink="hlink" folHlink="folHlink"/>
  <p:sldLayoutIdLst>
    <p:sldLayoutId id="2147483675"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Arial" charset="0"/>
        </a:defRPr>
      </a:lvl2pPr>
      <a:lvl3pPr algn="l" rtl="0" eaLnBrk="0" fontAlgn="base" hangingPunct="0">
        <a:spcBef>
          <a:spcPct val="0"/>
        </a:spcBef>
        <a:spcAft>
          <a:spcPct val="0"/>
        </a:spcAft>
        <a:defRPr sz="3200" b="1">
          <a:solidFill>
            <a:schemeClr val="tx2"/>
          </a:solidFill>
          <a:latin typeface="Arial" charset="0"/>
        </a:defRPr>
      </a:lvl3pPr>
      <a:lvl4pPr algn="l" rtl="0" eaLnBrk="0" fontAlgn="base" hangingPunct="0">
        <a:spcBef>
          <a:spcPct val="0"/>
        </a:spcBef>
        <a:spcAft>
          <a:spcPct val="0"/>
        </a:spcAft>
        <a:defRPr sz="3200" b="1">
          <a:solidFill>
            <a:schemeClr val="tx2"/>
          </a:solidFill>
          <a:latin typeface="Arial" charset="0"/>
        </a:defRPr>
      </a:lvl4pPr>
      <a:lvl5pPr algn="l" rtl="0" eaLnBrk="0" fontAlgn="base" hangingPunct="0">
        <a:spcBef>
          <a:spcPct val="0"/>
        </a:spcBef>
        <a:spcAft>
          <a:spcPct val="0"/>
        </a:spcAft>
        <a:defRPr sz="3200" b="1">
          <a:solidFill>
            <a:schemeClr val="tx2"/>
          </a:solidFill>
          <a:latin typeface="Arial" charset="0"/>
        </a:defRPr>
      </a:lvl5pPr>
      <a:lvl6pPr marL="457200" algn="l" rtl="0" eaLnBrk="0" fontAlgn="base" hangingPunct="0">
        <a:spcBef>
          <a:spcPct val="0"/>
        </a:spcBef>
        <a:spcAft>
          <a:spcPct val="0"/>
        </a:spcAft>
        <a:defRPr sz="3200" b="1">
          <a:solidFill>
            <a:schemeClr val="tx2"/>
          </a:solidFill>
          <a:latin typeface="Arial" charset="0"/>
        </a:defRPr>
      </a:lvl6pPr>
      <a:lvl7pPr marL="914400" algn="l" rtl="0" eaLnBrk="0" fontAlgn="base" hangingPunct="0">
        <a:spcBef>
          <a:spcPct val="0"/>
        </a:spcBef>
        <a:spcAft>
          <a:spcPct val="0"/>
        </a:spcAft>
        <a:defRPr sz="3200" b="1">
          <a:solidFill>
            <a:schemeClr val="tx2"/>
          </a:solidFill>
          <a:latin typeface="Arial" charset="0"/>
        </a:defRPr>
      </a:lvl7pPr>
      <a:lvl8pPr marL="1371600" algn="l" rtl="0" eaLnBrk="0" fontAlgn="base" hangingPunct="0">
        <a:spcBef>
          <a:spcPct val="0"/>
        </a:spcBef>
        <a:spcAft>
          <a:spcPct val="0"/>
        </a:spcAft>
        <a:defRPr sz="3200" b="1">
          <a:solidFill>
            <a:schemeClr val="tx2"/>
          </a:solidFill>
          <a:latin typeface="Arial" charset="0"/>
        </a:defRPr>
      </a:lvl8pPr>
      <a:lvl9pPr marL="1828800" algn="l" rtl="0" eaLnBrk="0" fontAlgn="base" hangingPunct="0">
        <a:spcBef>
          <a:spcPct val="0"/>
        </a:spcBef>
        <a:spcAft>
          <a:spcPct val="0"/>
        </a:spcAft>
        <a:defRPr sz="3200" b="1">
          <a:solidFill>
            <a:schemeClr val="tx2"/>
          </a:solidFill>
          <a:latin typeface="Arial" charset="0"/>
        </a:defRPr>
      </a:lvl9pPr>
    </p:titleStyle>
    <p:bodyStyle>
      <a:lvl1pPr marL="342900" indent="-342900" algn="l" rtl="0" eaLnBrk="0" fontAlgn="base" hangingPunct="0">
        <a:spcBef>
          <a:spcPct val="20000"/>
        </a:spcBef>
        <a:spcAft>
          <a:spcPct val="0"/>
        </a:spcAft>
        <a:buChar char="•"/>
        <a:tabLst>
          <a:tab pos="5661025" algn="l"/>
        </a:tabLst>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tabLst>
          <a:tab pos="5661025" algn="l"/>
        </a:tabLst>
        <a:defRPr sz="2400">
          <a:solidFill>
            <a:schemeClr val="tx1"/>
          </a:solidFill>
          <a:latin typeface="+mn-lt"/>
        </a:defRPr>
      </a:lvl2pPr>
      <a:lvl3pPr marL="1085850" indent="-228600" algn="l" rtl="0" eaLnBrk="0" fontAlgn="base" hangingPunct="0">
        <a:spcBef>
          <a:spcPct val="20000"/>
        </a:spcBef>
        <a:spcAft>
          <a:spcPct val="0"/>
        </a:spcAft>
        <a:buChar char="•"/>
        <a:tabLst>
          <a:tab pos="5661025" algn="l"/>
        </a:tabLst>
        <a:defRPr sz="2400">
          <a:solidFill>
            <a:schemeClr val="tx1"/>
          </a:solidFill>
          <a:latin typeface="+mn-lt"/>
        </a:defRPr>
      </a:lvl3pPr>
      <a:lvl4pPr marL="1428750" indent="-228600" algn="l" rtl="0" eaLnBrk="0" fontAlgn="base" hangingPunct="0">
        <a:spcBef>
          <a:spcPct val="20000"/>
        </a:spcBef>
        <a:spcAft>
          <a:spcPct val="0"/>
        </a:spcAft>
        <a:buChar char="–"/>
        <a:tabLst>
          <a:tab pos="5661025" algn="l"/>
        </a:tabLst>
        <a:defRPr sz="2000">
          <a:solidFill>
            <a:schemeClr val="tx1"/>
          </a:solidFill>
          <a:latin typeface="+mn-lt"/>
        </a:defRPr>
      </a:lvl4pPr>
      <a:lvl5pPr marL="1771650" indent="-228600" algn="l" rtl="0" eaLnBrk="0" fontAlgn="base" hangingPunct="0">
        <a:spcBef>
          <a:spcPct val="20000"/>
        </a:spcBef>
        <a:spcAft>
          <a:spcPct val="0"/>
        </a:spcAft>
        <a:buChar char="»"/>
        <a:tabLst>
          <a:tab pos="5661025" algn="l"/>
        </a:tabLst>
        <a:defRPr sz="2000">
          <a:solidFill>
            <a:schemeClr val="tx1"/>
          </a:solidFill>
          <a:latin typeface="+mn-lt"/>
        </a:defRPr>
      </a:lvl5pPr>
      <a:lvl6pPr marL="2228850" indent="-228600" algn="l" rtl="0" eaLnBrk="0" fontAlgn="base" hangingPunct="0">
        <a:spcBef>
          <a:spcPct val="20000"/>
        </a:spcBef>
        <a:spcAft>
          <a:spcPct val="0"/>
        </a:spcAft>
        <a:buChar char="»"/>
        <a:tabLst>
          <a:tab pos="5661025" algn="l"/>
        </a:tabLst>
        <a:defRPr sz="2000">
          <a:solidFill>
            <a:schemeClr val="tx1"/>
          </a:solidFill>
          <a:latin typeface="+mn-lt"/>
        </a:defRPr>
      </a:lvl6pPr>
      <a:lvl7pPr marL="2686050" indent="-228600" algn="l" rtl="0" eaLnBrk="0" fontAlgn="base" hangingPunct="0">
        <a:spcBef>
          <a:spcPct val="20000"/>
        </a:spcBef>
        <a:spcAft>
          <a:spcPct val="0"/>
        </a:spcAft>
        <a:buChar char="»"/>
        <a:tabLst>
          <a:tab pos="5661025" algn="l"/>
        </a:tabLst>
        <a:defRPr sz="2000">
          <a:solidFill>
            <a:schemeClr val="tx1"/>
          </a:solidFill>
          <a:latin typeface="+mn-lt"/>
        </a:defRPr>
      </a:lvl7pPr>
      <a:lvl8pPr marL="3143250" indent="-228600" algn="l" rtl="0" eaLnBrk="0" fontAlgn="base" hangingPunct="0">
        <a:spcBef>
          <a:spcPct val="20000"/>
        </a:spcBef>
        <a:spcAft>
          <a:spcPct val="0"/>
        </a:spcAft>
        <a:buChar char="»"/>
        <a:tabLst>
          <a:tab pos="5661025" algn="l"/>
        </a:tabLst>
        <a:defRPr sz="2000">
          <a:solidFill>
            <a:schemeClr val="tx1"/>
          </a:solidFill>
          <a:latin typeface="+mn-lt"/>
        </a:defRPr>
      </a:lvl8pPr>
      <a:lvl9pPr marL="3600450" indent="-228600" algn="l" rtl="0" eaLnBrk="0" fontAlgn="base" hangingPunct="0">
        <a:spcBef>
          <a:spcPct val="20000"/>
        </a:spcBef>
        <a:spcAft>
          <a:spcPct val="0"/>
        </a:spcAft>
        <a:buChar char="»"/>
        <a:tabLst>
          <a:tab pos="5661025" algn="l"/>
        </a:tabLst>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iana.org/assignments/multicast-addresses/multicast-addresses.x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vt6UWsrk2pc"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hyperlink" Target="https://www.youtube.com/watch?v=PhzMcUcS6UA&amp;t=361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_wQpkE7kavc&amp;list=PLXmyUL8K5eU7Vag80jACt8P3cpj8r285t&amp;index=7"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519477E4-8B48-44AB-A7F5-29D844792880}"/>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59300F0D-2BE8-4714-8F3F-0F1F99E135C5}" type="slidenum">
              <a:rPr lang="en-US" altLang="en-US" sz="1000">
                <a:latin typeface="Times New Roman" panose="02020603050405020304" pitchFamily="18" charset="0"/>
              </a:rPr>
              <a:pPr/>
              <a:t>1</a:t>
            </a:fld>
            <a:endParaRPr lang="en-US" altLang="en-US" sz="1000">
              <a:latin typeface="Times New Roman" panose="02020603050405020304" pitchFamily="18" charset="0"/>
            </a:endParaRPr>
          </a:p>
        </p:txBody>
      </p:sp>
      <p:sp>
        <p:nvSpPr>
          <p:cNvPr id="14339" name="Rectangle 3">
            <a:extLst>
              <a:ext uri="{FF2B5EF4-FFF2-40B4-BE49-F238E27FC236}">
                <a16:creationId xmlns:a16="http://schemas.microsoft.com/office/drawing/2014/main" id="{B14297B1-154E-491A-BB6C-E4D8A8243E4F}"/>
              </a:ext>
            </a:extLst>
          </p:cNvPr>
          <p:cNvSpPr>
            <a:spLocks noGrp="1" noChangeArrowheads="1"/>
          </p:cNvSpPr>
          <p:nvPr>
            <p:ph type="subTitle" idx="1"/>
          </p:nvPr>
        </p:nvSpPr>
        <p:spPr/>
        <p:txBody>
          <a:bodyPr/>
          <a:lstStyle/>
          <a:p>
            <a:endParaRPr lang="en-US" altLang="en-US"/>
          </a:p>
          <a:p>
            <a:endParaRPr lang="en-US" altLang="en-US"/>
          </a:p>
        </p:txBody>
      </p:sp>
      <p:sp>
        <p:nvSpPr>
          <p:cNvPr id="14340" name="Rectangle 14">
            <a:extLst>
              <a:ext uri="{FF2B5EF4-FFF2-40B4-BE49-F238E27FC236}">
                <a16:creationId xmlns:a16="http://schemas.microsoft.com/office/drawing/2014/main" id="{5328DC33-6360-4841-9DF8-E23A65A172A9}"/>
              </a:ext>
            </a:extLst>
          </p:cNvPr>
          <p:cNvSpPr>
            <a:spLocks noGrp="1" noChangeArrowheads="1"/>
          </p:cNvSpPr>
          <p:nvPr>
            <p:ph type="ctrTitle"/>
          </p:nvPr>
        </p:nvSpPr>
        <p:spPr>
          <a:noFill/>
        </p:spPr>
        <p:txBody>
          <a:bodyPr/>
          <a:lstStyle/>
          <a:p>
            <a:pPr algn="ctr"/>
            <a:r>
              <a:rPr lang="en-US" altLang="en-US"/>
              <a:t>IP Multicasting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147114F5-B367-402A-9642-A583E8EF4D6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83497777-F64D-4680-B63F-C2EBAB7837AD}" type="slidenum">
              <a:rPr lang="en-US" altLang="en-US" sz="1000">
                <a:latin typeface="Times New Roman" panose="02020603050405020304" pitchFamily="18" charset="0"/>
              </a:rPr>
              <a:pPr/>
              <a:t>2</a:t>
            </a:fld>
            <a:endParaRPr lang="en-US" altLang="en-US" sz="1000">
              <a:latin typeface="Times New Roman" panose="02020603050405020304" pitchFamily="18" charset="0"/>
            </a:endParaRPr>
          </a:p>
        </p:txBody>
      </p:sp>
      <p:sp>
        <p:nvSpPr>
          <p:cNvPr id="15363" name="Rectangle 18">
            <a:extLst>
              <a:ext uri="{FF2B5EF4-FFF2-40B4-BE49-F238E27FC236}">
                <a16:creationId xmlns:a16="http://schemas.microsoft.com/office/drawing/2014/main" id="{5B86DBFB-B201-43A6-97DA-0349EEFE2C43}"/>
              </a:ext>
            </a:extLst>
          </p:cNvPr>
          <p:cNvSpPr>
            <a:spLocks noGrp="1" noChangeArrowheads="1"/>
          </p:cNvSpPr>
          <p:nvPr>
            <p:ph type="body" idx="1"/>
          </p:nvPr>
        </p:nvSpPr>
        <p:spPr/>
        <p:txBody>
          <a:bodyPr/>
          <a:lstStyle/>
          <a:p>
            <a:r>
              <a:rPr lang="en-US" altLang="en-US"/>
              <a:t>Many applications transmit the same data at one time to multiple receivers</a:t>
            </a:r>
          </a:p>
          <a:p>
            <a:pPr lvl="2"/>
            <a:r>
              <a:rPr lang="en-US" altLang="en-US"/>
              <a:t>Broadcasts of Radio or Video</a:t>
            </a:r>
          </a:p>
          <a:p>
            <a:pPr lvl="2"/>
            <a:r>
              <a:rPr lang="en-US" altLang="en-US"/>
              <a:t>Videoconferencing</a:t>
            </a:r>
          </a:p>
          <a:p>
            <a:pPr lvl="2"/>
            <a:r>
              <a:rPr lang="en-US" altLang="en-US"/>
              <a:t>Shared Applications</a:t>
            </a:r>
          </a:p>
          <a:p>
            <a:pPr lvl="2"/>
            <a:endParaRPr lang="en-US" altLang="en-US"/>
          </a:p>
          <a:p>
            <a:pPr lvl="2"/>
            <a:endParaRPr lang="en-US" altLang="en-US"/>
          </a:p>
          <a:p>
            <a:r>
              <a:rPr lang="en-US" altLang="en-US"/>
              <a:t>A network must have mechanisms to support such applications in an efficient manner</a:t>
            </a:r>
          </a:p>
          <a:p>
            <a:endParaRPr lang="en-US" altLang="en-US"/>
          </a:p>
          <a:p>
            <a:endParaRPr lang="en-US" altLang="en-US"/>
          </a:p>
          <a:p>
            <a:endParaRPr lang="en-US" altLang="en-US"/>
          </a:p>
          <a:p>
            <a:endParaRPr lang="en-US" altLang="en-US"/>
          </a:p>
          <a:p>
            <a:endParaRPr lang="en-US" altLang="en-US"/>
          </a:p>
          <a:p>
            <a:pPr>
              <a:buFontTx/>
              <a:buNone/>
            </a:pPr>
            <a:endParaRPr lang="en-US" altLang="en-US"/>
          </a:p>
        </p:txBody>
      </p:sp>
      <p:sp>
        <p:nvSpPr>
          <p:cNvPr id="15364" name="Rectangle 17">
            <a:extLst>
              <a:ext uri="{FF2B5EF4-FFF2-40B4-BE49-F238E27FC236}">
                <a16:creationId xmlns:a16="http://schemas.microsoft.com/office/drawing/2014/main" id="{AED1A659-A8D1-4A6C-84B5-EF040A61F3DF}"/>
              </a:ext>
            </a:extLst>
          </p:cNvPr>
          <p:cNvSpPr>
            <a:spLocks noGrp="1" noChangeArrowheads="1"/>
          </p:cNvSpPr>
          <p:nvPr>
            <p:ph type="title"/>
          </p:nvPr>
        </p:nvSpPr>
        <p:spPr/>
        <p:txBody>
          <a:bodyPr/>
          <a:lstStyle/>
          <a:p>
            <a:r>
              <a:rPr lang="en-US" altLang="en-US"/>
              <a:t>Applications with multiple receivers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a:extLst>
              <a:ext uri="{FF2B5EF4-FFF2-40B4-BE49-F238E27FC236}">
                <a16:creationId xmlns:a16="http://schemas.microsoft.com/office/drawing/2014/main" id="{2E093892-C78B-412F-8197-A106E6BCC85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8AD41B36-C058-46B3-9589-11A08D0F67E4}" type="slidenum">
              <a:rPr lang="en-US" altLang="en-US" sz="1000">
                <a:latin typeface="Times New Roman" panose="02020603050405020304" pitchFamily="18" charset="0"/>
              </a:rPr>
              <a:pPr/>
              <a:t>3</a:t>
            </a:fld>
            <a:endParaRPr lang="en-US" altLang="en-US" sz="1000">
              <a:latin typeface="Times New Roman" panose="02020603050405020304" pitchFamily="18" charset="0"/>
            </a:endParaRPr>
          </a:p>
        </p:txBody>
      </p:sp>
      <p:sp>
        <p:nvSpPr>
          <p:cNvPr id="16387" name="Rectangle 2">
            <a:extLst>
              <a:ext uri="{FF2B5EF4-FFF2-40B4-BE49-F238E27FC236}">
                <a16:creationId xmlns:a16="http://schemas.microsoft.com/office/drawing/2014/main" id="{7775D606-9355-49A6-859D-BD194BD236DB}"/>
              </a:ext>
            </a:extLst>
          </p:cNvPr>
          <p:cNvSpPr>
            <a:spLocks noGrp="1" noChangeArrowheads="1"/>
          </p:cNvSpPr>
          <p:nvPr>
            <p:ph type="title"/>
          </p:nvPr>
        </p:nvSpPr>
        <p:spPr/>
        <p:txBody>
          <a:bodyPr/>
          <a:lstStyle/>
          <a:p>
            <a:r>
              <a:rPr lang="en-US" altLang="en-US"/>
              <a:t>Multicasting</a:t>
            </a:r>
          </a:p>
        </p:txBody>
      </p:sp>
      <p:sp>
        <p:nvSpPr>
          <p:cNvPr id="16388" name="Rectangle 3">
            <a:extLst>
              <a:ext uri="{FF2B5EF4-FFF2-40B4-BE49-F238E27FC236}">
                <a16:creationId xmlns:a16="http://schemas.microsoft.com/office/drawing/2014/main" id="{B8C3909E-114E-4A2C-B249-AABB76C8D9C2}"/>
              </a:ext>
            </a:extLst>
          </p:cNvPr>
          <p:cNvSpPr>
            <a:spLocks noGrp="1" noChangeArrowheads="1"/>
          </p:cNvSpPr>
          <p:nvPr>
            <p:ph type="body" idx="1"/>
          </p:nvPr>
        </p:nvSpPr>
        <p:spPr>
          <a:xfrm>
            <a:off x="152400" y="1371600"/>
            <a:ext cx="8915400" cy="974725"/>
          </a:xfrm>
        </p:spPr>
        <p:txBody>
          <a:bodyPr/>
          <a:lstStyle/>
          <a:p>
            <a:r>
              <a:rPr lang="en-US" altLang="en-US"/>
              <a:t>Multicast communications refers to one-to-many or many-to-many communications.  </a:t>
            </a:r>
          </a:p>
        </p:txBody>
      </p:sp>
      <p:sp>
        <p:nvSpPr>
          <p:cNvPr id="16389" name="Rectangle 129">
            <a:extLst>
              <a:ext uri="{FF2B5EF4-FFF2-40B4-BE49-F238E27FC236}">
                <a16:creationId xmlns:a16="http://schemas.microsoft.com/office/drawing/2014/main" id="{74AD6688-B4DD-4531-9F80-DF91F4D752E6}"/>
              </a:ext>
            </a:extLst>
          </p:cNvPr>
          <p:cNvSpPr>
            <a:spLocks noChangeArrowheads="1"/>
          </p:cNvSpPr>
          <p:nvPr/>
        </p:nvSpPr>
        <p:spPr bwMode="auto">
          <a:xfrm>
            <a:off x="228600" y="4800600"/>
            <a:ext cx="8915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r>
              <a:rPr lang="en-US" altLang="en-US">
                <a:latin typeface="Times New Roman" panose="02020603050405020304" pitchFamily="18" charset="0"/>
              </a:rPr>
              <a:t>IP Multicasting refers to the implementation of multicast communication in the Internet</a:t>
            </a:r>
          </a:p>
          <a:p>
            <a:endParaRPr lang="en-US" altLang="en-US">
              <a:latin typeface="Times New Roman" panose="02020603050405020304" pitchFamily="18" charset="0"/>
            </a:endParaRPr>
          </a:p>
          <a:p>
            <a:r>
              <a:rPr lang="en-US" altLang="en-US">
                <a:latin typeface="Times New Roman" panose="02020603050405020304" pitchFamily="18" charset="0"/>
              </a:rPr>
              <a:t>Multicast is driven by receivers: Receivers indicate interest in </a:t>
            </a:r>
          </a:p>
          <a:p>
            <a:r>
              <a:rPr lang="en-US" altLang="en-US">
                <a:latin typeface="Times New Roman" panose="02020603050405020304" pitchFamily="18" charset="0"/>
              </a:rPr>
              <a:t>receiving data</a:t>
            </a:r>
          </a:p>
        </p:txBody>
      </p:sp>
      <p:sp>
        <p:nvSpPr>
          <p:cNvPr id="16390" name="Oval 130">
            <a:extLst>
              <a:ext uri="{FF2B5EF4-FFF2-40B4-BE49-F238E27FC236}">
                <a16:creationId xmlns:a16="http://schemas.microsoft.com/office/drawing/2014/main" id="{A649DFFD-71D7-4CFF-988D-6447747AE8E7}"/>
              </a:ext>
            </a:extLst>
          </p:cNvPr>
          <p:cNvSpPr>
            <a:spLocks noChangeArrowheads="1"/>
          </p:cNvSpPr>
          <p:nvPr/>
        </p:nvSpPr>
        <p:spPr bwMode="auto">
          <a:xfrm>
            <a:off x="533400" y="3276600"/>
            <a:ext cx="381000" cy="381000"/>
          </a:xfrm>
          <a:prstGeom prst="ellipse">
            <a:avLst/>
          </a:prstGeom>
          <a:solidFill>
            <a:schemeClr val="accent2"/>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1" name="Oval 131">
            <a:extLst>
              <a:ext uri="{FF2B5EF4-FFF2-40B4-BE49-F238E27FC236}">
                <a16:creationId xmlns:a16="http://schemas.microsoft.com/office/drawing/2014/main" id="{65A2B67F-6DED-4CA3-8AA5-56981DFE2DAB}"/>
              </a:ext>
            </a:extLst>
          </p:cNvPr>
          <p:cNvSpPr>
            <a:spLocks noChangeArrowheads="1"/>
          </p:cNvSpPr>
          <p:nvPr/>
        </p:nvSpPr>
        <p:spPr bwMode="auto">
          <a:xfrm>
            <a:off x="1676400" y="2438400"/>
            <a:ext cx="381000" cy="381000"/>
          </a:xfrm>
          <a:prstGeom prst="ellipse">
            <a:avLst/>
          </a:prstGeom>
          <a:solidFill>
            <a:srgbClr val="FF0000"/>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2" name="Oval 132">
            <a:extLst>
              <a:ext uri="{FF2B5EF4-FFF2-40B4-BE49-F238E27FC236}">
                <a16:creationId xmlns:a16="http://schemas.microsoft.com/office/drawing/2014/main" id="{186742B5-C51D-4D63-ACDA-563AAA1310CE}"/>
              </a:ext>
            </a:extLst>
          </p:cNvPr>
          <p:cNvSpPr>
            <a:spLocks noChangeArrowheads="1"/>
          </p:cNvSpPr>
          <p:nvPr/>
        </p:nvSpPr>
        <p:spPr bwMode="auto">
          <a:xfrm>
            <a:off x="1676400" y="2971800"/>
            <a:ext cx="381000" cy="381000"/>
          </a:xfrm>
          <a:prstGeom prst="ellipse">
            <a:avLst/>
          </a:prstGeom>
          <a:solidFill>
            <a:srgbClr val="FF0000"/>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3" name="Oval 133">
            <a:extLst>
              <a:ext uri="{FF2B5EF4-FFF2-40B4-BE49-F238E27FC236}">
                <a16:creationId xmlns:a16="http://schemas.microsoft.com/office/drawing/2014/main" id="{EA099E03-C6DD-4E93-90CC-B00EF281A9CA}"/>
              </a:ext>
            </a:extLst>
          </p:cNvPr>
          <p:cNvSpPr>
            <a:spLocks noChangeArrowheads="1"/>
          </p:cNvSpPr>
          <p:nvPr/>
        </p:nvSpPr>
        <p:spPr bwMode="auto">
          <a:xfrm>
            <a:off x="1676400" y="35052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4" name="Oval 134">
            <a:extLst>
              <a:ext uri="{FF2B5EF4-FFF2-40B4-BE49-F238E27FC236}">
                <a16:creationId xmlns:a16="http://schemas.microsoft.com/office/drawing/2014/main" id="{CABEF526-9B3C-412C-824F-7EE2E64090EB}"/>
              </a:ext>
            </a:extLst>
          </p:cNvPr>
          <p:cNvSpPr>
            <a:spLocks noChangeArrowheads="1"/>
          </p:cNvSpPr>
          <p:nvPr/>
        </p:nvSpPr>
        <p:spPr bwMode="auto">
          <a:xfrm>
            <a:off x="1676400" y="4038600"/>
            <a:ext cx="381000" cy="381000"/>
          </a:xfrm>
          <a:prstGeom prst="ellipse">
            <a:avLst/>
          </a:prstGeom>
          <a:solidFill>
            <a:srgbClr val="FF0000"/>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5" name="Line 137">
            <a:extLst>
              <a:ext uri="{FF2B5EF4-FFF2-40B4-BE49-F238E27FC236}">
                <a16:creationId xmlns:a16="http://schemas.microsoft.com/office/drawing/2014/main" id="{1BF7526E-1DA3-44BC-A531-B0C9882CB61F}"/>
              </a:ext>
            </a:extLst>
          </p:cNvPr>
          <p:cNvSpPr>
            <a:spLocks noChangeShapeType="1"/>
          </p:cNvSpPr>
          <p:nvPr/>
        </p:nvSpPr>
        <p:spPr bwMode="auto">
          <a:xfrm>
            <a:off x="990600" y="3429000"/>
            <a:ext cx="6096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396" name="Oval 138">
            <a:extLst>
              <a:ext uri="{FF2B5EF4-FFF2-40B4-BE49-F238E27FC236}">
                <a16:creationId xmlns:a16="http://schemas.microsoft.com/office/drawing/2014/main" id="{54D910DA-FB61-480E-8F8D-B833F1C3CF2A}"/>
              </a:ext>
            </a:extLst>
          </p:cNvPr>
          <p:cNvSpPr>
            <a:spLocks noChangeArrowheads="1"/>
          </p:cNvSpPr>
          <p:nvPr/>
        </p:nvSpPr>
        <p:spPr bwMode="auto">
          <a:xfrm>
            <a:off x="3581400" y="3276600"/>
            <a:ext cx="381000" cy="381000"/>
          </a:xfrm>
          <a:prstGeom prst="ellipse">
            <a:avLst/>
          </a:prstGeom>
          <a:solidFill>
            <a:schemeClr val="accent2"/>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7" name="Oval 139">
            <a:extLst>
              <a:ext uri="{FF2B5EF4-FFF2-40B4-BE49-F238E27FC236}">
                <a16:creationId xmlns:a16="http://schemas.microsoft.com/office/drawing/2014/main" id="{5E11735D-2315-4FA2-B178-584B865A2CA1}"/>
              </a:ext>
            </a:extLst>
          </p:cNvPr>
          <p:cNvSpPr>
            <a:spLocks noChangeArrowheads="1"/>
          </p:cNvSpPr>
          <p:nvPr/>
        </p:nvSpPr>
        <p:spPr bwMode="auto">
          <a:xfrm>
            <a:off x="4724400" y="24384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8" name="Oval 140">
            <a:extLst>
              <a:ext uri="{FF2B5EF4-FFF2-40B4-BE49-F238E27FC236}">
                <a16:creationId xmlns:a16="http://schemas.microsoft.com/office/drawing/2014/main" id="{3F849E1F-9062-4893-B11E-B03B8153A71E}"/>
              </a:ext>
            </a:extLst>
          </p:cNvPr>
          <p:cNvSpPr>
            <a:spLocks noChangeArrowheads="1"/>
          </p:cNvSpPr>
          <p:nvPr/>
        </p:nvSpPr>
        <p:spPr bwMode="auto">
          <a:xfrm>
            <a:off x="4724400" y="29718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399" name="Oval 141">
            <a:extLst>
              <a:ext uri="{FF2B5EF4-FFF2-40B4-BE49-F238E27FC236}">
                <a16:creationId xmlns:a16="http://schemas.microsoft.com/office/drawing/2014/main" id="{328FB77F-D157-423B-B9EC-DD385167FC98}"/>
              </a:ext>
            </a:extLst>
          </p:cNvPr>
          <p:cNvSpPr>
            <a:spLocks noChangeArrowheads="1"/>
          </p:cNvSpPr>
          <p:nvPr/>
        </p:nvSpPr>
        <p:spPr bwMode="auto">
          <a:xfrm>
            <a:off x="4724400" y="35052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0" name="Oval 142">
            <a:extLst>
              <a:ext uri="{FF2B5EF4-FFF2-40B4-BE49-F238E27FC236}">
                <a16:creationId xmlns:a16="http://schemas.microsoft.com/office/drawing/2014/main" id="{790ECD96-F227-4FE9-BB17-C4B2A18DE272}"/>
              </a:ext>
            </a:extLst>
          </p:cNvPr>
          <p:cNvSpPr>
            <a:spLocks noChangeArrowheads="1"/>
          </p:cNvSpPr>
          <p:nvPr/>
        </p:nvSpPr>
        <p:spPr bwMode="auto">
          <a:xfrm>
            <a:off x="4724400" y="40386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1" name="Line 143">
            <a:extLst>
              <a:ext uri="{FF2B5EF4-FFF2-40B4-BE49-F238E27FC236}">
                <a16:creationId xmlns:a16="http://schemas.microsoft.com/office/drawing/2014/main" id="{2B5A9F88-22E1-4B9A-9C78-BED08EC198AB}"/>
              </a:ext>
            </a:extLst>
          </p:cNvPr>
          <p:cNvSpPr>
            <a:spLocks noChangeShapeType="1"/>
          </p:cNvSpPr>
          <p:nvPr/>
        </p:nvSpPr>
        <p:spPr bwMode="auto">
          <a:xfrm>
            <a:off x="4038600" y="3429000"/>
            <a:ext cx="6096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02" name="Oval 144">
            <a:extLst>
              <a:ext uri="{FF2B5EF4-FFF2-40B4-BE49-F238E27FC236}">
                <a16:creationId xmlns:a16="http://schemas.microsoft.com/office/drawing/2014/main" id="{DD05E7B4-6186-4E5B-BC18-180F79A81D56}"/>
              </a:ext>
            </a:extLst>
          </p:cNvPr>
          <p:cNvSpPr>
            <a:spLocks noChangeArrowheads="1"/>
          </p:cNvSpPr>
          <p:nvPr/>
        </p:nvSpPr>
        <p:spPr bwMode="auto">
          <a:xfrm>
            <a:off x="6400800" y="3276600"/>
            <a:ext cx="381000" cy="381000"/>
          </a:xfrm>
          <a:prstGeom prst="ellipse">
            <a:avLst/>
          </a:prstGeom>
          <a:solidFill>
            <a:schemeClr val="accent2"/>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3" name="Oval 145">
            <a:extLst>
              <a:ext uri="{FF2B5EF4-FFF2-40B4-BE49-F238E27FC236}">
                <a16:creationId xmlns:a16="http://schemas.microsoft.com/office/drawing/2014/main" id="{93716381-4B4C-4D96-901D-7A64C086B91A}"/>
              </a:ext>
            </a:extLst>
          </p:cNvPr>
          <p:cNvSpPr>
            <a:spLocks noChangeArrowheads="1"/>
          </p:cNvSpPr>
          <p:nvPr/>
        </p:nvSpPr>
        <p:spPr bwMode="auto">
          <a:xfrm>
            <a:off x="7543800" y="24384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4" name="Oval 146">
            <a:extLst>
              <a:ext uri="{FF2B5EF4-FFF2-40B4-BE49-F238E27FC236}">
                <a16:creationId xmlns:a16="http://schemas.microsoft.com/office/drawing/2014/main" id="{C5E1B59A-B6BF-43DA-910F-759CA829AD18}"/>
              </a:ext>
            </a:extLst>
          </p:cNvPr>
          <p:cNvSpPr>
            <a:spLocks noChangeArrowheads="1"/>
          </p:cNvSpPr>
          <p:nvPr/>
        </p:nvSpPr>
        <p:spPr bwMode="auto">
          <a:xfrm>
            <a:off x="7543800" y="2971800"/>
            <a:ext cx="381000" cy="381000"/>
          </a:xfrm>
          <a:prstGeom prst="ellipse">
            <a:avLst/>
          </a:prstGeom>
          <a:solidFill>
            <a:srgbClr val="FF0000"/>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5" name="Oval 147">
            <a:extLst>
              <a:ext uri="{FF2B5EF4-FFF2-40B4-BE49-F238E27FC236}">
                <a16:creationId xmlns:a16="http://schemas.microsoft.com/office/drawing/2014/main" id="{5522AB39-F42D-473C-AE3E-5A7A47C9A605}"/>
              </a:ext>
            </a:extLst>
          </p:cNvPr>
          <p:cNvSpPr>
            <a:spLocks noChangeArrowheads="1"/>
          </p:cNvSpPr>
          <p:nvPr/>
        </p:nvSpPr>
        <p:spPr bwMode="auto">
          <a:xfrm>
            <a:off x="7543800" y="3505200"/>
            <a:ext cx="381000" cy="381000"/>
          </a:xfrm>
          <a:prstGeom prst="ellipse">
            <a:avLst/>
          </a:prstGeom>
          <a:solidFill>
            <a:srgbClr val="66FF33"/>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6" name="Oval 148">
            <a:extLst>
              <a:ext uri="{FF2B5EF4-FFF2-40B4-BE49-F238E27FC236}">
                <a16:creationId xmlns:a16="http://schemas.microsoft.com/office/drawing/2014/main" id="{69B1203A-A9DC-4168-9EF2-44DE9A543941}"/>
              </a:ext>
            </a:extLst>
          </p:cNvPr>
          <p:cNvSpPr>
            <a:spLocks noChangeArrowheads="1"/>
          </p:cNvSpPr>
          <p:nvPr/>
        </p:nvSpPr>
        <p:spPr bwMode="auto">
          <a:xfrm>
            <a:off x="7543800" y="4038600"/>
            <a:ext cx="381000" cy="381000"/>
          </a:xfrm>
          <a:prstGeom prst="ellipse">
            <a:avLst/>
          </a:prstGeom>
          <a:solidFill>
            <a:srgbClr val="FF0000"/>
          </a:solidFill>
          <a:ln w="9525">
            <a:solidFill>
              <a:schemeClr val="tx1"/>
            </a:solidFill>
            <a:round/>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6407" name="Line 149">
            <a:extLst>
              <a:ext uri="{FF2B5EF4-FFF2-40B4-BE49-F238E27FC236}">
                <a16:creationId xmlns:a16="http://schemas.microsoft.com/office/drawing/2014/main" id="{506192FE-1815-485B-A7D8-C158D68F86D4}"/>
              </a:ext>
            </a:extLst>
          </p:cNvPr>
          <p:cNvSpPr>
            <a:spLocks noChangeShapeType="1"/>
          </p:cNvSpPr>
          <p:nvPr/>
        </p:nvSpPr>
        <p:spPr bwMode="auto">
          <a:xfrm>
            <a:off x="6858000" y="3429000"/>
            <a:ext cx="6096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08" name="Line 150">
            <a:extLst>
              <a:ext uri="{FF2B5EF4-FFF2-40B4-BE49-F238E27FC236}">
                <a16:creationId xmlns:a16="http://schemas.microsoft.com/office/drawing/2014/main" id="{8BE5F655-6AA1-4D46-BD34-44E89CFF0084}"/>
              </a:ext>
            </a:extLst>
          </p:cNvPr>
          <p:cNvSpPr>
            <a:spLocks noChangeShapeType="1"/>
          </p:cNvSpPr>
          <p:nvPr/>
        </p:nvSpPr>
        <p:spPr bwMode="auto">
          <a:xfrm flipV="1">
            <a:off x="4038600" y="2667000"/>
            <a:ext cx="60960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09" name="Line 151">
            <a:extLst>
              <a:ext uri="{FF2B5EF4-FFF2-40B4-BE49-F238E27FC236}">
                <a16:creationId xmlns:a16="http://schemas.microsoft.com/office/drawing/2014/main" id="{2BA4E376-DBD7-46C1-938E-1F7B7BEA5C52}"/>
              </a:ext>
            </a:extLst>
          </p:cNvPr>
          <p:cNvSpPr>
            <a:spLocks noChangeShapeType="1"/>
          </p:cNvSpPr>
          <p:nvPr/>
        </p:nvSpPr>
        <p:spPr bwMode="auto">
          <a:xfrm flipV="1">
            <a:off x="4038600" y="3200400"/>
            <a:ext cx="60960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10" name="Line 152">
            <a:extLst>
              <a:ext uri="{FF2B5EF4-FFF2-40B4-BE49-F238E27FC236}">
                <a16:creationId xmlns:a16="http://schemas.microsoft.com/office/drawing/2014/main" id="{75414293-4550-4DE4-A4E0-F90CC9B31FCF}"/>
              </a:ext>
            </a:extLst>
          </p:cNvPr>
          <p:cNvSpPr>
            <a:spLocks noChangeShapeType="1"/>
          </p:cNvSpPr>
          <p:nvPr/>
        </p:nvSpPr>
        <p:spPr bwMode="auto">
          <a:xfrm>
            <a:off x="4038600" y="3429000"/>
            <a:ext cx="609600" cy="685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11" name="Line 153">
            <a:extLst>
              <a:ext uri="{FF2B5EF4-FFF2-40B4-BE49-F238E27FC236}">
                <a16:creationId xmlns:a16="http://schemas.microsoft.com/office/drawing/2014/main" id="{DC9C3A1F-B526-4449-A4A9-13F11DD511F1}"/>
              </a:ext>
            </a:extLst>
          </p:cNvPr>
          <p:cNvSpPr>
            <a:spLocks noChangeShapeType="1"/>
          </p:cNvSpPr>
          <p:nvPr/>
        </p:nvSpPr>
        <p:spPr bwMode="auto">
          <a:xfrm flipV="1">
            <a:off x="6858000" y="2667000"/>
            <a:ext cx="609600" cy="7620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6412" name="Text Box 154">
            <a:extLst>
              <a:ext uri="{FF2B5EF4-FFF2-40B4-BE49-F238E27FC236}">
                <a16:creationId xmlns:a16="http://schemas.microsoft.com/office/drawing/2014/main" id="{A3C30515-B939-4152-B604-429BFB179525}"/>
              </a:ext>
            </a:extLst>
          </p:cNvPr>
          <p:cNvSpPr txBox="1">
            <a:spLocks noChangeArrowheads="1"/>
          </p:cNvSpPr>
          <p:nvPr/>
        </p:nvSpPr>
        <p:spPr bwMode="auto">
          <a:xfrm>
            <a:off x="228600" y="2438400"/>
            <a:ext cx="25146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pPr>
            <a:r>
              <a:rPr lang="en-US" altLang="en-US" sz="1800" b="1">
                <a:solidFill>
                  <a:schemeClr val="accent2"/>
                </a:solidFill>
                <a:latin typeface="Arial" panose="020B0604020202020204" pitchFamily="34" charset="0"/>
              </a:rPr>
              <a:t>Unicast</a:t>
            </a:r>
            <a:endParaRPr lang="en-US" altLang="en-US" i="1">
              <a:solidFill>
                <a:srgbClr val="000000"/>
              </a:solidFill>
            </a:endParaRPr>
          </a:p>
        </p:txBody>
      </p:sp>
      <p:sp>
        <p:nvSpPr>
          <p:cNvPr id="16413" name="Text Box 155">
            <a:extLst>
              <a:ext uri="{FF2B5EF4-FFF2-40B4-BE49-F238E27FC236}">
                <a16:creationId xmlns:a16="http://schemas.microsoft.com/office/drawing/2014/main" id="{AB8E2149-C7F5-44E5-8D12-71E9B057E520}"/>
              </a:ext>
            </a:extLst>
          </p:cNvPr>
          <p:cNvSpPr txBox="1">
            <a:spLocks noChangeArrowheads="1"/>
          </p:cNvSpPr>
          <p:nvPr/>
        </p:nvSpPr>
        <p:spPr bwMode="auto">
          <a:xfrm>
            <a:off x="3124200" y="2438400"/>
            <a:ext cx="25146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pPr>
            <a:r>
              <a:rPr lang="en-US" altLang="en-US" sz="1800" b="1">
                <a:solidFill>
                  <a:schemeClr val="accent2"/>
                </a:solidFill>
                <a:latin typeface="Arial" panose="020B0604020202020204" pitchFamily="34" charset="0"/>
              </a:rPr>
              <a:t>Broadcast</a:t>
            </a:r>
            <a:endParaRPr lang="en-US" altLang="en-US" i="1">
              <a:solidFill>
                <a:srgbClr val="000000"/>
              </a:solidFill>
            </a:endParaRPr>
          </a:p>
        </p:txBody>
      </p:sp>
      <p:sp>
        <p:nvSpPr>
          <p:cNvPr id="16414" name="Text Box 156">
            <a:extLst>
              <a:ext uri="{FF2B5EF4-FFF2-40B4-BE49-F238E27FC236}">
                <a16:creationId xmlns:a16="http://schemas.microsoft.com/office/drawing/2014/main" id="{3FA3AF2E-B078-4063-9E52-A42C68C72E21}"/>
              </a:ext>
            </a:extLst>
          </p:cNvPr>
          <p:cNvSpPr txBox="1">
            <a:spLocks noChangeArrowheads="1"/>
          </p:cNvSpPr>
          <p:nvPr/>
        </p:nvSpPr>
        <p:spPr bwMode="auto">
          <a:xfrm>
            <a:off x="5867400" y="2438400"/>
            <a:ext cx="2514600"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pPr>
            <a:r>
              <a:rPr lang="en-US" altLang="en-US" sz="1800" b="1">
                <a:solidFill>
                  <a:schemeClr val="accent2"/>
                </a:solidFill>
                <a:latin typeface="Arial" panose="020B0604020202020204" pitchFamily="34" charset="0"/>
              </a:rPr>
              <a:t>Multicast</a:t>
            </a:r>
            <a:endParaRPr lang="en-US" altLang="en-US" i="1">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a:extLst>
              <a:ext uri="{FF2B5EF4-FFF2-40B4-BE49-F238E27FC236}">
                <a16:creationId xmlns:a16="http://schemas.microsoft.com/office/drawing/2014/main" id="{11FAC107-D020-45A5-B8F9-C624166077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C841C8C0-FFC8-4D1B-9D09-75BE07B0C4A0}" type="slidenum">
              <a:rPr lang="en-US" altLang="en-US" sz="1000">
                <a:latin typeface="Times New Roman" panose="02020603050405020304" pitchFamily="18" charset="0"/>
              </a:rPr>
              <a:pPr/>
              <a:t>4</a:t>
            </a:fld>
            <a:endParaRPr lang="en-US" altLang="en-US" sz="1000">
              <a:latin typeface="Times New Roman" panose="02020603050405020304" pitchFamily="18" charset="0"/>
            </a:endParaRPr>
          </a:p>
        </p:txBody>
      </p:sp>
      <p:sp>
        <p:nvSpPr>
          <p:cNvPr id="17411" name="Rectangle 2">
            <a:extLst>
              <a:ext uri="{FF2B5EF4-FFF2-40B4-BE49-F238E27FC236}">
                <a16:creationId xmlns:a16="http://schemas.microsoft.com/office/drawing/2014/main" id="{41DD692A-5F34-41B1-8E5A-1342E98B7C8C}"/>
              </a:ext>
            </a:extLst>
          </p:cNvPr>
          <p:cNvSpPr>
            <a:spLocks noGrp="1" noChangeArrowheads="1"/>
          </p:cNvSpPr>
          <p:nvPr>
            <p:ph type="title"/>
          </p:nvPr>
        </p:nvSpPr>
        <p:spPr/>
        <p:txBody>
          <a:bodyPr/>
          <a:lstStyle/>
          <a:p>
            <a:r>
              <a:rPr lang="en-US" altLang="en-US"/>
              <a:t>Multicast Groups</a:t>
            </a:r>
          </a:p>
        </p:txBody>
      </p:sp>
      <p:sp>
        <p:nvSpPr>
          <p:cNvPr id="17412" name="Rectangle 3">
            <a:extLst>
              <a:ext uri="{FF2B5EF4-FFF2-40B4-BE49-F238E27FC236}">
                <a16:creationId xmlns:a16="http://schemas.microsoft.com/office/drawing/2014/main" id="{1C68DA43-5BCA-4A5B-A6AF-0388402F2DA1}"/>
              </a:ext>
            </a:extLst>
          </p:cNvPr>
          <p:cNvSpPr>
            <a:spLocks noGrp="1" noChangeArrowheads="1"/>
          </p:cNvSpPr>
          <p:nvPr>
            <p:ph type="body" idx="1"/>
          </p:nvPr>
        </p:nvSpPr>
        <p:spPr>
          <a:xfrm>
            <a:off x="152400" y="1447800"/>
            <a:ext cx="8915400" cy="4876800"/>
          </a:xfrm>
        </p:spPr>
        <p:txBody>
          <a:bodyPr/>
          <a:lstStyle/>
          <a:p>
            <a:r>
              <a:rPr lang="en-US" altLang="en-US"/>
              <a:t>The set of receivers for a multicast transmission is called a </a:t>
            </a:r>
            <a:r>
              <a:rPr lang="en-US" altLang="en-US" b="1">
                <a:solidFill>
                  <a:schemeClr val="accent2"/>
                </a:solidFill>
              </a:rPr>
              <a:t>multicast group</a:t>
            </a:r>
          </a:p>
          <a:p>
            <a:pPr lvl="1"/>
            <a:r>
              <a:rPr lang="en-US" altLang="en-US"/>
              <a:t>A multicast group is identified by a </a:t>
            </a:r>
            <a:r>
              <a:rPr lang="en-US" altLang="en-US" b="1">
                <a:solidFill>
                  <a:schemeClr val="accent2"/>
                </a:solidFill>
              </a:rPr>
              <a:t>multicast address</a:t>
            </a:r>
          </a:p>
          <a:p>
            <a:pPr lvl="1"/>
            <a:r>
              <a:rPr lang="en-US" altLang="en-US"/>
              <a:t>A user that wants to receive multicast transmissions </a:t>
            </a:r>
            <a:r>
              <a:rPr lang="en-US" altLang="en-US" b="1">
                <a:solidFill>
                  <a:schemeClr val="accent2"/>
                </a:solidFill>
              </a:rPr>
              <a:t>joins</a:t>
            </a:r>
            <a:r>
              <a:rPr lang="en-US" altLang="en-US"/>
              <a:t> the corresponding multicast group, and becomes a </a:t>
            </a:r>
            <a:r>
              <a:rPr lang="en-US" altLang="en-US" b="1">
                <a:solidFill>
                  <a:schemeClr val="accent2"/>
                </a:solidFill>
              </a:rPr>
              <a:t>member</a:t>
            </a:r>
            <a:r>
              <a:rPr lang="en-US" altLang="en-US"/>
              <a:t> of that group</a:t>
            </a:r>
          </a:p>
          <a:p>
            <a:endParaRPr lang="en-US" altLang="en-US"/>
          </a:p>
          <a:p>
            <a:r>
              <a:rPr lang="en-US" altLang="en-US"/>
              <a:t>After a user joins, the network builds the necessary routing paths so that the user receives the data sent to the multicast group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2">
            <a:extLst>
              <a:ext uri="{FF2B5EF4-FFF2-40B4-BE49-F238E27FC236}">
                <a16:creationId xmlns:a16="http://schemas.microsoft.com/office/drawing/2014/main" id="{1238AE9A-A5A4-475E-8BB7-51AB93F5361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0187E60E-C98C-461C-B632-13E2627B95F1}" type="slidenum">
              <a:rPr lang="en-US" altLang="en-US" sz="1000">
                <a:latin typeface="Times New Roman" panose="02020603050405020304" pitchFamily="18" charset="0"/>
              </a:rPr>
              <a:pPr/>
              <a:t>5</a:t>
            </a:fld>
            <a:endParaRPr lang="en-US" altLang="en-US" sz="1000">
              <a:latin typeface="Times New Roman" panose="02020603050405020304" pitchFamily="18" charset="0"/>
            </a:endParaRPr>
          </a:p>
        </p:txBody>
      </p:sp>
      <p:sp>
        <p:nvSpPr>
          <p:cNvPr id="18435" name="Rectangle 2">
            <a:extLst>
              <a:ext uri="{FF2B5EF4-FFF2-40B4-BE49-F238E27FC236}">
                <a16:creationId xmlns:a16="http://schemas.microsoft.com/office/drawing/2014/main" id="{2B8CCD3E-491B-4D4B-BE6C-B7C1C3EE46C4}"/>
              </a:ext>
            </a:extLst>
          </p:cNvPr>
          <p:cNvSpPr>
            <a:spLocks noGrp="1" noChangeArrowheads="1"/>
          </p:cNvSpPr>
          <p:nvPr>
            <p:ph type="title"/>
          </p:nvPr>
        </p:nvSpPr>
        <p:spPr/>
        <p:txBody>
          <a:bodyPr/>
          <a:lstStyle/>
          <a:p>
            <a:r>
              <a:rPr lang="en-US" altLang="en-US"/>
              <a:t>Multicasting over a Packet Network</a:t>
            </a:r>
          </a:p>
        </p:txBody>
      </p:sp>
      <p:grpSp>
        <p:nvGrpSpPr>
          <p:cNvPr id="18436" name="Group 3">
            <a:extLst>
              <a:ext uri="{FF2B5EF4-FFF2-40B4-BE49-F238E27FC236}">
                <a16:creationId xmlns:a16="http://schemas.microsoft.com/office/drawing/2014/main" id="{B55DECBA-C04A-467D-A62F-7EF592DAAE0C}"/>
              </a:ext>
            </a:extLst>
          </p:cNvPr>
          <p:cNvGrpSpPr>
            <a:grpSpLocks/>
          </p:cNvGrpSpPr>
          <p:nvPr/>
        </p:nvGrpSpPr>
        <p:grpSpPr bwMode="auto">
          <a:xfrm flipV="1">
            <a:off x="2057400" y="2438400"/>
            <a:ext cx="4876800" cy="2590800"/>
            <a:chOff x="1344" y="1441"/>
            <a:chExt cx="2691" cy="1439"/>
          </a:xfrm>
        </p:grpSpPr>
        <p:sp>
          <p:nvSpPr>
            <p:cNvPr id="18466" name="Rectangle 4">
              <a:extLst>
                <a:ext uri="{FF2B5EF4-FFF2-40B4-BE49-F238E27FC236}">
                  <a16:creationId xmlns:a16="http://schemas.microsoft.com/office/drawing/2014/main" id="{79EC9DDB-8476-4771-9A17-2826E9D09B08}"/>
                </a:ext>
              </a:extLst>
            </p:cNvPr>
            <p:cNvSpPr>
              <a:spLocks noChangeArrowheads="1"/>
            </p:cNvSpPr>
            <p:nvPr/>
          </p:nvSpPr>
          <p:spPr bwMode="auto">
            <a:xfrm>
              <a:off x="1680" y="1680"/>
              <a:ext cx="2112"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8467" name="Arc 5">
              <a:extLst>
                <a:ext uri="{FF2B5EF4-FFF2-40B4-BE49-F238E27FC236}">
                  <a16:creationId xmlns:a16="http://schemas.microsoft.com/office/drawing/2014/main" id="{80F4F547-8D0C-4D19-9E6D-A667FC52CF65}"/>
                </a:ext>
              </a:extLst>
            </p:cNvPr>
            <p:cNvSpPr>
              <a:spLocks/>
            </p:cNvSpPr>
            <p:nvPr/>
          </p:nvSpPr>
          <p:spPr bwMode="auto">
            <a:xfrm>
              <a:off x="2880" y="1536"/>
              <a:ext cx="1144" cy="488"/>
            </a:xfrm>
            <a:custGeom>
              <a:avLst/>
              <a:gdLst>
                <a:gd name="T0" fmla="*/ 0 w 30285"/>
                <a:gd name="T1" fmla="*/ 28 h 31341"/>
                <a:gd name="T2" fmla="*/ 1056 w 30285"/>
                <a:gd name="T3" fmla="*/ 488 h 31341"/>
                <a:gd name="T4" fmla="*/ 328 w 30285"/>
                <a:gd name="T5" fmla="*/ 336 h 31341"/>
                <a:gd name="T6" fmla="*/ 0 60000 65536"/>
                <a:gd name="T7" fmla="*/ 0 60000 65536"/>
                <a:gd name="T8" fmla="*/ 0 60000 65536"/>
                <a:gd name="T9" fmla="*/ 0 w 30285"/>
                <a:gd name="T10" fmla="*/ 0 h 31341"/>
                <a:gd name="T11" fmla="*/ 30285 w 30285"/>
                <a:gd name="T12" fmla="*/ 31341 h 31341"/>
              </a:gdLst>
              <a:ahLst/>
              <a:cxnLst>
                <a:cxn ang="T6">
                  <a:pos x="T0" y="T1"/>
                </a:cxn>
                <a:cxn ang="T7">
                  <a:pos x="T2" y="T3"/>
                </a:cxn>
                <a:cxn ang="T8">
                  <a:pos x="T4" y="T5"/>
                </a:cxn>
              </a:cxnLst>
              <a:rect l="T9" t="T10" r="T11" b="T12"/>
              <a:pathLst>
                <a:path w="30285" h="31341" fill="none" extrusionOk="0">
                  <a:moveTo>
                    <a:pt x="-1" y="1822"/>
                  </a:moveTo>
                  <a:cubicBezTo>
                    <a:pt x="2737" y="620"/>
                    <a:pt x="5695" y="-1"/>
                    <a:pt x="8685" y="0"/>
                  </a:cubicBezTo>
                  <a:cubicBezTo>
                    <a:pt x="20614" y="0"/>
                    <a:pt x="30285" y="9670"/>
                    <a:pt x="30285" y="21600"/>
                  </a:cubicBezTo>
                  <a:cubicBezTo>
                    <a:pt x="30285" y="24983"/>
                    <a:pt x="29489" y="28320"/>
                    <a:pt x="27963" y="31340"/>
                  </a:cubicBezTo>
                </a:path>
                <a:path w="30285" h="31341" stroke="0" extrusionOk="0">
                  <a:moveTo>
                    <a:pt x="-1" y="1822"/>
                  </a:moveTo>
                  <a:cubicBezTo>
                    <a:pt x="2737" y="620"/>
                    <a:pt x="5695" y="-1"/>
                    <a:pt x="8685" y="0"/>
                  </a:cubicBezTo>
                  <a:cubicBezTo>
                    <a:pt x="20614" y="0"/>
                    <a:pt x="30285" y="9670"/>
                    <a:pt x="30285" y="21600"/>
                  </a:cubicBezTo>
                  <a:cubicBezTo>
                    <a:pt x="30285" y="24983"/>
                    <a:pt x="29489" y="28320"/>
                    <a:pt x="27963" y="31340"/>
                  </a:cubicBezTo>
                  <a:lnTo>
                    <a:pt x="8685"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68" name="Arc 6">
              <a:extLst>
                <a:ext uri="{FF2B5EF4-FFF2-40B4-BE49-F238E27FC236}">
                  <a16:creationId xmlns:a16="http://schemas.microsoft.com/office/drawing/2014/main" id="{9C422791-E118-420D-8348-68326A60434C}"/>
                </a:ext>
              </a:extLst>
            </p:cNvPr>
            <p:cNvSpPr>
              <a:spLocks/>
            </p:cNvSpPr>
            <p:nvPr/>
          </p:nvSpPr>
          <p:spPr bwMode="auto">
            <a:xfrm>
              <a:off x="1433" y="1441"/>
              <a:ext cx="1632" cy="501"/>
            </a:xfrm>
            <a:custGeom>
              <a:avLst/>
              <a:gdLst>
                <a:gd name="T0" fmla="*/ 105 w 43200"/>
                <a:gd name="T1" fmla="*/ 501 h 32215"/>
                <a:gd name="T2" fmla="*/ 1632 w 43200"/>
                <a:gd name="T3" fmla="*/ 336 h 32215"/>
                <a:gd name="T4" fmla="*/ 816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69" name="Arc 7">
              <a:extLst>
                <a:ext uri="{FF2B5EF4-FFF2-40B4-BE49-F238E27FC236}">
                  <a16:creationId xmlns:a16="http://schemas.microsoft.com/office/drawing/2014/main" id="{74CEEFBE-22C7-474C-87AF-A0FE07A8A60D}"/>
                </a:ext>
              </a:extLst>
            </p:cNvPr>
            <p:cNvSpPr>
              <a:spLocks/>
            </p:cNvSpPr>
            <p:nvPr/>
          </p:nvSpPr>
          <p:spPr bwMode="auto">
            <a:xfrm rot="-5400000">
              <a:off x="1235" y="1885"/>
              <a:ext cx="720" cy="501"/>
            </a:xfrm>
            <a:custGeom>
              <a:avLst/>
              <a:gdLst>
                <a:gd name="T0" fmla="*/ 46 w 43200"/>
                <a:gd name="T1" fmla="*/ 501 h 32215"/>
                <a:gd name="T2" fmla="*/ 720 w 43200"/>
                <a:gd name="T3" fmla="*/ 336 h 32215"/>
                <a:gd name="T4" fmla="*/ 360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70" name="Arc 8">
              <a:extLst>
                <a:ext uri="{FF2B5EF4-FFF2-40B4-BE49-F238E27FC236}">
                  <a16:creationId xmlns:a16="http://schemas.microsoft.com/office/drawing/2014/main" id="{DBBE6568-5D3D-4637-882B-0F6F9CA0C932}"/>
                </a:ext>
              </a:extLst>
            </p:cNvPr>
            <p:cNvSpPr>
              <a:spLocks/>
            </p:cNvSpPr>
            <p:nvPr/>
          </p:nvSpPr>
          <p:spPr bwMode="auto">
            <a:xfrm rot="-8988979">
              <a:off x="1536" y="2208"/>
              <a:ext cx="1021" cy="613"/>
            </a:xfrm>
            <a:custGeom>
              <a:avLst/>
              <a:gdLst>
                <a:gd name="T0" fmla="*/ 222 w 43200"/>
                <a:gd name="T1" fmla="*/ 613 h 39421"/>
                <a:gd name="T2" fmla="*/ 1021 w 43200"/>
                <a:gd name="T3" fmla="*/ 336 h 39421"/>
                <a:gd name="T4" fmla="*/ 511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71" name="Arc 9">
              <a:extLst>
                <a:ext uri="{FF2B5EF4-FFF2-40B4-BE49-F238E27FC236}">
                  <a16:creationId xmlns:a16="http://schemas.microsoft.com/office/drawing/2014/main" id="{0876C736-2A14-4B79-92EA-F07E07006C55}"/>
                </a:ext>
              </a:extLst>
            </p:cNvPr>
            <p:cNvSpPr>
              <a:spLocks/>
            </p:cNvSpPr>
            <p:nvPr/>
          </p:nvSpPr>
          <p:spPr bwMode="auto">
            <a:xfrm rot="-10583242">
              <a:off x="2207" y="2267"/>
              <a:ext cx="1392" cy="613"/>
            </a:xfrm>
            <a:custGeom>
              <a:avLst/>
              <a:gdLst>
                <a:gd name="T0" fmla="*/ 303 w 43200"/>
                <a:gd name="T1" fmla="*/ 613 h 39421"/>
                <a:gd name="T2" fmla="*/ 1392 w 43200"/>
                <a:gd name="T3" fmla="*/ 336 h 39421"/>
                <a:gd name="T4" fmla="*/ 696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72" name="Arc 10">
              <a:extLst>
                <a:ext uri="{FF2B5EF4-FFF2-40B4-BE49-F238E27FC236}">
                  <a16:creationId xmlns:a16="http://schemas.microsoft.com/office/drawing/2014/main" id="{C00DCA84-F429-410A-A08E-5C3FBBA1B578}"/>
                </a:ext>
              </a:extLst>
            </p:cNvPr>
            <p:cNvSpPr>
              <a:spLocks/>
            </p:cNvSpPr>
            <p:nvPr/>
          </p:nvSpPr>
          <p:spPr bwMode="auto">
            <a:xfrm rot="9905626">
              <a:off x="3264" y="1968"/>
              <a:ext cx="771" cy="501"/>
            </a:xfrm>
            <a:custGeom>
              <a:avLst/>
              <a:gdLst>
                <a:gd name="T0" fmla="*/ 56 w 38664"/>
                <a:gd name="T1" fmla="*/ 501 h 32215"/>
                <a:gd name="T2" fmla="*/ 771 w 38664"/>
                <a:gd name="T3" fmla="*/ 130 h 32215"/>
                <a:gd name="T4" fmla="*/ 431 w 38664"/>
                <a:gd name="T5" fmla="*/ 336 h 32215"/>
                <a:gd name="T6" fmla="*/ 0 60000 65536"/>
                <a:gd name="T7" fmla="*/ 0 60000 65536"/>
                <a:gd name="T8" fmla="*/ 0 60000 65536"/>
                <a:gd name="T9" fmla="*/ 0 w 38664"/>
                <a:gd name="T10" fmla="*/ 0 h 32215"/>
                <a:gd name="T11" fmla="*/ 38664 w 38664"/>
                <a:gd name="T12" fmla="*/ 32215 h 32215"/>
              </a:gdLst>
              <a:ahLst/>
              <a:cxnLst>
                <a:cxn ang="T6">
                  <a:pos x="T0" y="T1"/>
                </a:cxn>
                <a:cxn ang="T7">
                  <a:pos x="T2" y="T3"/>
                </a:cxn>
                <a:cxn ang="T8">
                  <a:pos x="T4" y="T5"/>
                </a:cxn>
              </a:cxnLst>
              <a:rect l="T9" t="T10" r="T11" b="T12"/>
              <a:pathLst>
                <a:path w="38664" h="32215" fill="none" extrusionOk="0">
                  <a:moveTo>
                    <a:pt x="2788" y="32214"/>
                  </a:moveTo>
                  <a:cubicBezTo>
                    <a:pt x="960" y="28975"/>
                    <a:pt x="0" y="25319"/>
                    <a:pt x="0" y="21600"/>
                  </a:cubicBezTo>
                  <a:cubicBezTo>
                    <a:pt x="0" y="9670"/>
                    <a:pt x="9670" y="0"/>
                    <a:pt x="21600" y="0"/>
                  </a:cubicBezTo>
                  <a:cubicBezTo>
                    <a:pt x="28273" y="-1"/>
                    <a:pt x="34571" y="3084"/>
                    <a:pt x="38663" y="8356"/>
                  </a:cubicBezTo>
                </a:path>
                <a:path w="38664" h="32215" stroke="0" extrusionOk="0">
                  <a:moveTo>
                    <a:pt x="2788" y="32214"/>
                  </a:moveTo>
                  <a:cubicBezTo>
                    <a:pt x="960" y="28975"/>
                    <a:pt x="0" y="25319"/>
                    <a:pt x="0" y="21600"/>
                  </a:cubicBezTo>
                  <a:cubicBezTo>
                    <a:pt x="0" y="9670"/>
                    <a:pt x="9670" y="0"/>
                    <a:pt x="21600" y="0"/>
                  </a:cubicBezTo>
                  <a:cubicBezTo>
                    <a:pt x="28273" y="-1"/>
                    <a:pt x="34571" y="3084"/>
                    <a:pt x="38663" y="8356"/>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8473" name="Rectangle 11">
              <a:extLst>
                <a:ext uri="{FF2B5EF4-FFF2-40B4-BE49-F238E27FC236}">
                  <a16:creationId xmlns:a16="http://schemas.microsoft.com/office/drawing/2014/main" id="{2C06A3F8-4768-4B17-A47D-5F346A79D82D}"/>
                </a:ext>
              </a:extLst>
            </p:cNvPr>
            <p:cNvSpPr>
              <a:spLocks noChangeArrowheads="1"/>
            </p:cNvSpPr>
            <p:nvPr/>
          </p:nvSpPr>
          <p:spPr bwMode="auto">
            <a:xfrm>
              <a:off x="1776" y="1968"/>
              <a:ext cx="1728"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pSp>
      <p:sp>
        <p:nvSpPr>
          <p:cNvPr id="18437" name="Rectangle 12">
            <a:extLst>
              <a:ext uri="{FF2B5EF4-FFF2-40B4-BE49-F238E27FC236}">
                <a16:creationId xmlns:a16="http://schemas.microsoft.com/office/drawing/2014/main" id="{03A4041A-8094-4808-8642-9F4546286FD8}"/>
              </a:ext>
            </a:extLst>
          </p:cNvPr>
          <p:cNvSpPr>
            <a:spLocks noChangeArrowheads="1"/>
          </p:cNvSpPr>
          <p:nvPr/>
        </p:nvSpPr>
        <p:spPr bwMode="auto">
          <a:xfrm>
            <a:off x="381000" y="1371600"/>
            <a:ext cx="78771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2550" tIns="41275" rIns="82550" bIns="41275"/>
          <a:lstStyle>
            <a:lvl1pPr marL="342900" indent="-342900">
              <a:tabLst>
                <a:tab pos="5661025" algn="l"/>
              </a:tabLst>
              <a:defRPr sz="2400">
                <a:solidFill>
                  <a:schemeClr val="tx1"/>
                </a:solidFill>
                <a:latin typeface="Courier New" panose="02070309020205020404" pitchFamily="49" charset="0"/>
              </a:defRPr>
            </a:lvl1pPr>
            <a:lvl2pPr marL="742950" indent="-285750">
              <a:tabLst>
                <a:tab pos="5661025" algn="l"/>
              </a:tabLst>
              <a:defRPr sz="2400">
                <a:solidFill>
                  <a:schemeClr val="tx1"/>
                </a:solidFill>
                <a:latin typeface="Courier New" panose="02070309020205020404" pitchFamily="49" charset="0"/>
              </a:defRPr>
            </a:lvl2pPr>
            <a:lvl3pPr marL="1143000" indent="-228600">
              <a:tabLst>
                <a:tab pos="5661025" algn="l"/>
              </a:tabLst>
              <a:defRPr sz="2400">
                <a:solidFill>
                  <a:schemeClr val="tx1"/>
                </a:solidFill>
                <a:latin typeface="Courier New" panose="02070309020205020404" pitchFamily="49" charset="0"/>
              </a:defRPr>
            </a:lvl3pPr>
            <a:lvl4pPr marL="1600200" indent="-228600">
              <a:tabLst>
                <a:tab pos="5661025" algn="l"/>
              </a:tabLst>
              <a:defRPr sz="2400">
                <a:solidFill>
                  <a:schemeClr val="tx1"/>
                </a:solidFill>
                <a:latin typeface="Courier New" panose="02070309020205020404" pitchFamily="49" charset="0"/>
              </a:defRPr>
            </a:lvl4pPr>
            <a:lvl5pPr marL="2057400" indent="-228600">
              <a:tabLst>
                <a:tab pos="5661025" algn="l"/>
              </a:tabLst>
              <a:defRPr sz="2400">
                <a:solidFill>
                  <a:schemeClr val="tx1"/>
                </a:solidFill>
                <a:latin typeface="Courier New" panose="02070309020205020404" pitchFamily="49" charset="0"/>
              </a:defRPr>
            </a:lvl5pPr>
            <a:lvl6pPr marL="25146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9pPr>
          </a:lstStyle>
          <a:p>
            <a:pPr>
              <a:spcBef>
                <a:spcPct val="20000"/>
              </a:spcBef>
              <a:buFontTx/>
              <a:buChar char="•"/>
            </a:pPr>
            <a:r>
              <a:rPr lang="en-US" altLang="en-US">
                <a:latin typeface="Arial" panose="020B0604020202020204" pitchFamily="34" charset="0"/>
              </a:rPr>
              <a:t>Without support for multicast at the network layer:</a:t>
            </a:r>
            <a:endParaRPr lang="zh-TW" altLang="en-US">
              <a:latin typeface="Arial" panose="020B0604020202020204" pitchFamily="34" charset="0"/>
              <a:ea typeface="PMingLiU" panose="02020500000000000000" pitchFamily="18" charset="-120"/>
            </a:endParaRPr>
          </a:p>
        </p:txBody>
      </p:sp>
      <p:sp>
        <p:nvSpPr>
          <p:cNvPr id="18438" name="Line 13">
            <a:extLst>
              <a:ext uri="{FF2B5EF4-FFF2-40B4-BE49-F238E27FC236}">
                <a16:creationId xmlns:a16="http://schemas.microsoft.com/office/drawing/2014/main" id="{C6F28D54-3F47-410C-B9C6-B6B76F55873C}"/>
              </a:ext>
            </a:extLst>
          </p:cNvPr>
          <p:cNvSpPr>
            <a:spLocks noChangeShapeType="1"/>
          </p:cNvSpPr>
          <p:nvPr/>
        </p:nvSpPr>
        <p:spPr bwMode="auto">
          <a:xfrm flipV="1">
            <a:off x="2971800" y="4114800"/>
            <a:ext cx="2971800" cy="76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39" name="Line 14">
            <a:extLst>
              <a:ext uri="{FF2B5EF4-FFF2-40B4-BE49-F238E27FC236}">
                <a16:creationId xmlns:a16="http://schemas.microsoft.com/office/drawing/2014/main" id="{E427A034-3CB2-4BFB-80A4-A4C86EA45AD8}"/>
              </a:ext>
            </a:extLst>
          </p:cNvPr>
          <p:cNvSpPr>
            <a:spLocks noChangeShapeType="1"/>
          </p:cNvSpPr>
          <p:nvPr/>
        </p:nvSpPr>
        <p:spPr bwMode="auto">
          <a:xfrm>
            <a:off x="5410200" y="2895600"/>
            <a:ext cx="533400" cy="1219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0" name="Line 15">
            <a:extLst>
              <a:ext uri="{FF2B5EF4-FFF2-40B4-BE49-F238E27FC236}">
                <a16:creationId xmlns:a16="http://schemas.microsoft.com/office/drawing/2014/main" id="{1DB57115-397E-44C8-89D1-D64139F66397}"/>
              </a:ext>
            </a:extLst>
          </p:cNvPr>
          <p:cNvSpPr>
            <a:spLocks noChangeShapeType="1"/>
          </p:cNvSpPr>
          <p:nvPr/>
        </p:nvSpPr>
        <p:spPr bwMode="auto">
          <a:xfrm flipH="1" flipV="1">
            <a:off x="3124200" y="3124200"/>
            <a:ext cx="1219200" cy="609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1" name="Line 16">
            <a:extLst>
              <a:ext uri="{FF2B5EF4-FFF2-40B4-BE49-F238E27FC236}">
                <a16:creationId xmlns:a16="http://schemas.microsoft.com/office/drawing/2014/main" id="{2E6A7106-5AA6-44F0-8CEC-282392BFE68D}"/>
              </a:ext>
            </a:extLst>
          </p:cNvPr>
          <p:cNvSpPr>
            <a:spLocks noChangeShapeType="1"/>
          </p:cNvSpPr>
          <p:nvPr/>
        </p:nvSpPr>
        <p:spPr bwMode="auto">
          <a:xfrm flipV="1">
            <a:off x="4343400" y="2971800"/>
            <a:ext cx="1066800" cy="762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2" name="Line 17">
            <a:extLst>
              <a:ext uri="{FF2B5EF4-FFF2-40B4-BE49-F238E27FC236}">
                <a16:creationId xmlns:a16="http://schemas.microsoft.com/office/drawing/2014/main" id="{E674DE51-6EE2-458A-AC75-0C389079AC43}"/>
              </a:ext>
            </a:extLst>
          </p:cNvPr>
          <p:cNvSpPr>
            <a:spLocks noChangeShapeType="1"/>
          </p:cNvSpPr>
          <p:nvPr/>
        </p:nvSpPr>
        <p:spPr bwMode="auto">
          <a:xfrm flipV="1">
            <a:off x="2971800" y="3657600"/>
            <a:ext cx="13716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3" name="Line 18">
            <a:extLst>
              <a:ext uri="{FF2B5EF4-FFF2-40B4-BE49-F238E27FC236}">
                <a16:creationId xmlns:a16="http://schemas.microsoft.com/office/drawing/2014/main" id="{2C031F79-430D-477C-AF46-5C76552EB442}"/>
              </a:ext>
            </a:extLst>
          </p:cNvPr>
          <p:cNvSpPr>
            <a:spLocks noChangeShapeType="1"/>
          </p:cNvSpPr>
          <p:nvPr/>
        </p:nvSpPr>
        <p:spPr bwMode="auto">
          <a:xfrm flipH="1">
            <a:off x="3200400" y="2971800"/>
            <a:ext cx="2133600" cy="15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1267" name="Oval 19">
            <a:extLst>
              <a:ext uri="{FF2B5EF4-FFF2-40B4-BE49-F238E27FC236}">
                <a16:creationId xmlns:a16="http://schemas.microsoft.com/office/drawing/2014/main" id="{EC61069B-092B-4F32-9D37-CF8E33F1C5E4}"/>
              </a:ext>
            </a:extLst>
          </p:cNvPr>
          <p:cNvSpPr>
            <a:spLocks noChangeArrowheads="1"/>
          </p:cNvSpPr>
          <p:nvPr/>
        </p:nvSpPr>
        <p:spPr bwMode="auto">
          <a:xfrm>
            <a:off x="4038600" y="3429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68" name="Oval 20">
            <a:extLst>
              <a:ext uri="{FF2B5EF4-FFF2-40B4-BE49-F238E27FC236}">
                <a16:creationId xmlns:a16="http://schemas.microsoft.com/office/drawing/2014/main" id="{44FFEE4B-4284-436F-AFB9-BC9391E721E2}"/>
              </a:ext>
            </a:extLst>
          </p:cNvPr>
          <p:cNvSpPr>
            <a:spLocks noChangeArrowheads="1"/>
          </p:cNvSpPr>
          <p:nvPr/>
        </p:nvSpPr>
        <p:spPr bwMode="auto">
          <a:xfrm>
            <a:off x="2667000" y="39624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446" name="Line 21">
            <a:extLst>
              <a:ext uri="{FF2B5EF4-FFF2-40B4-BE49-F238E27FC236}">
                <a16:creationId xmlns:a16="http://schemas.microsoft.com/office/drawing/2014/main" id="{5A2F3C3C-8EC3-4A88-8E9A-CC037882D5CE}"/>
              </a:ext>
            </a:extLst>
          </p:cNvPr>
          <p:cNvSpPr>
            <a:spLocks noChangeShapeType="1"/>
          </p:cNvSpPr>
          <p:nvPr/>
        </p:nvSpPr>
        <p:spPr bwMode="auto">
          <a:xfrm flipH="1" flipV="1">
            <a:off x="1600200" y="2819400"/>
            <a:ext cx="160020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7" name="Line 22">
            <a:extLst>
              <a:ext uri="{FF2B5EF4-FFF2-40B4-BE49-F238E27FC236}">
                <a16:creationId xmlns:a16="http://schemas.microsoft.com/office/drawing/2014/main" id="{7CFA42B9-9451-4C81-B7FA-A8BEF87BDE4A}"/>
              </a:ext>
            </a:extLst>
          </p:cNvPr>
          <p:cNvSpPr>
            <a:spLocks noChangeShapeType="1"/>
          </p:cNvSpPr>
          <p:nvPr/>
        </p:nvSpPr>
        <p:spPr bwMode="auto">
          <a:xfrm flipH="1">
            <a:off x="5486400" y="2286000"/>
            <a:ext cx="167640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8" name="Line 23">
            <a:extLst>
              <a:ext uri="{FF2B5EF4-FFF2-40B4-BE49-F238E27FC236}">
                <a16:creationId xmlns:a16="http://schemas.microsoft.com/office/drawing/2014/main" id="{F4C22390-1C59-4E1C-868E-A28368219D87}"/>
              </a:ext>
            </a:extLst>
          </p:cNvPr>
          <p:cNvSpPr>
            <a:spLocks noChangeShapeType="1"/>
          </p:cNvSpPr>
          <p:nvPr/>
        </p:nvSpPr>
        <p:spPr bwMode="auto">
          <a:xfrm flipH="1">
            <a:off x="5943600" y="3581400"/>
            <a:ext cx="16764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49" name="Line 24">
            <a:extLst>
              <a:ext uri="{FF2B5EF4-FFF2-40B4-BE49-F238E27FC236}">
                <a16:creationId xmlns:a16="http://schemas.microsoft.com/office/drawing/2014/main" id="{CA5186EB-FF99-4389-9974-868A2B885998}"/>
              </a:ext>
            </a:extLst>
          </p:cNvPr>
          <p:cNvSpPr>
            <a:spLocks noChangeShapeType="1"/>
          </p:cNvSpPr>
          <p:nvPr/>
        </p:nvSpPr>
        <p:spPr bwMode="auto">
          <a:xfrm flipH="1" flipV="1">
            <a:off x="3048000" y="4495800"/>
            <a:ext cx="609600" cy="914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1273" name="Oval 25">
            <a:extLst>
              <a:ext uri="{FF2B5EF4-FFF2-40B4-BE49-F238E27FC236}">
                <a16:creationId xmlns:a16="http://schemas.microsoft.com/office/drawing/2014/main" id="{87999E21-55E2-4376-99C5-0FC7A627AB07}"/>
              </a:ext>
            </a:extLst>
          </p:cNvPr>
          <p:cNvSpPr>
            <a:spLocks noChangeArrowheads="1"/>
          </p:cNvSpPr>
          <p:nvPr/>
        </p:nvSpPr>
        <p:spPr bwMode="auto">
          <a:xfrm>
            <a:off x="5181600" y="2667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4" name="Oval 26">
            <a:extLst>
              <a:ext uri="{FF2B5EF4-FFF2-40B4-BE49-F238E27FC236}">
                <a16:creationId xmlns:a16="http://schemas.microsoft.com/office/drawing/2014/main" id="{B084AA8D-89A7-48DB-B313-F6DF92F4D6CB}"/>
              </a:ext>
            </a:extLst>
          </p:cNvPr>
          <p:cNvSpPr>
            <a:spLocks noChangeArrowheads="1"/>
          </p:cNvSpPr>
          <p:nvPr/>
        </p:nvSpPr>
        <p:spPr bwMode="auto">
          <a:xfrm>
            <a:off x="5638800" y="3810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5" name="Oval 27">
            <a:extLst>
              <a:ext uri="{FF2B5EF4-FFF2-40B4-BE49-F238E27FC236}">
                <a16:creationId xmlns:a16="http://schemas.microsoft.com/office/drawing/2014/main" id="{17ED5DD8-A95A-4C2C-8B1C-3342EAAD4C76}"/>
              </a:ext>
            </a:extLst>
          </p:cNvPr>
          <p:cNvSpPr>
            <a:spLocks noChangeArrowheads="1"/>
          </p:cNvSpPr>
          <p:nvPr/>
        </p:nvSpPr>
        <p:spPr bwMode="auto">
          <a:xfrm>
            <a:off x="2895600" y="28194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6" name="Rectangle 28">
            <a:extLst>
              <a:ext uri="{FF2B5EF4-FFF2-40B4-BE49-F238E27FC236}">
                <a16:creationId xmlns:a16="http://schemas.microsoft.com/office/drawing/2014/main" id="{24CFF4A1-9EF9-491F-9CD3-E7FA8C43A56B}"/>
              </a:ext>
            </a:extLst>
          </p:cNvPr>
          <p:cNvSpPr>
            <a:spLocks noChangeArrowheads="1"/>
          </p:cNvSpPr>
          <p:nvPr/>
        </p:nvSpPr>
        <p:spPr bwMode="auto">
          <a:xfrm>
            <a:off x="1066800" y="25146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7" name="Rectangle 29">
            <a:extLst>
              <a:ext uri="{FF2B5EF4-FFF2-40B4-BE49-F238E27FC236}">
                <a16:creationId xmlns:a16="http://schemas.microsoft.com/office/drawing/2014/main" id="{DD40AF96-5A10-470E-90ED-E07BBE0F6D05}"/>
              </a:ext>
            </a:extLst>
          </p:cNvPr>
          <p:cNvSpPr>
            <a:spLocks noChangeArrowheads="1"/>
          </p:cNvSpPr>
          <p:nvPr/>
        </p:nvSpPr>
        <p:spPr bwMode="auto">
          <a:xfrm>
            <a:off x="6858000" y="20574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8" name="Rectangle 30">
            <a:extLst>
              <a:ext uri="{FF2B5EF4-FFF2-40B4-BE49-F238E27FC236}">
                <a16:creationId xmlns:a16="http://schemas.microsoft.com/office/drawing/2014/main" id="{5C4D1527-CAAD-4453-BBD3-5F71583A3D1E}"/>
              </a:ext>
            </a:extLst>
          </p:cNvPr>
          <p:cNvSpPr>
            <a:spLocks noChangeArrowheads="1"/>
          </p:cNvSpPr>
          <p:nvPr/>
        </p:nvSpPr>
        <p:spPr bwMode="auto">
          <a:xfrm>
            <a:off x="7391400" y="32766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1279" name="Rectangle 31">
            <a:extLst>
              <a:ext uri="{FF2B5EF4-FFF2-40B4-BE49-F238E27FC236}">
                <a16:creationId xmlns:a16="http://schemas.microsoft.com/office/drawing/2014/main" id="{56396518-8F6B-442A-A719-FF2E977F324B}"/>
              </a:ext>
            </a:extLst>
          </p:cNvPr>
          <p:cNvSpPr>
            <a:spLocks noChangeArrowheads="1"/>
          </p:cNvSpPr>
          <p:nvPr/>
        </p:nvSpPr>
        <p:spPr bwMode="auto">
          <a:xfrm>
            <a:off x="3505200" y="54102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457" name="Freeform 37">
            <a:extLst>
              <a:ext uri="{FF2B5EF4-FFF2-40B4-BE49-F238E27FC236}">
                <a16:creationId xmlns:a16="http://schemas.microsoft.com/office/drawing/2014/main" id="{12BF0D28-22A5-4398-8EAC-BAF318BEB251}"/>
              </a:ext>
            </a:extLst>
          </p:cNvPr>
          <p:cNvSpPr>
            <a:spLocks/>
          </p:cNvSpPr>
          <p:nvPr/>
        </p:nvSpPr>
        <p:spPr bwMode="auto">
          <a:xfrm>
            <a:off x="1600200" y="2362200"/>
            <a:ext cx="5181600" cy="647700"/>
          </a:xfrm>
          <a:custGeom>
            <a:avLst/>
            <a:gdLst>
              <a:gd name="T0" fmla="*/ 0 w 3264"/>
              <a:gd name="T1" fmla="*/ 144 h 408"/>
              <a:gd name="T2" fmla="*/ 1008 w 3264"/>
              <a:gd name="T3" fmla="*/ 384 h 408"/>
              <a:gd name="T4" fmla="*/ 2448 w 3264"/>
              <a:gd name="T5" fmla="*/ 288 h 408"/>
              <a:gd name="T6" fmla="*/ 3264 w 3264"/>
              <a:gd name="T7" fmla="*/ 0 h 408"/>
              <a:gd name="T8" fmla="*/ 0 60000 65536"/>
              <a:gd name="T9" fmla="*/ 0 60000 65536"/>
              <a:gd name="T10" fmla="*/ 0 60000 65536"/>
              <a:gd name="T11" fmla="*/ 0 60000 65536"/>
              <a:gd name="T12" fmla="*/ 0 w 3264"/>
              <a:gd name="T13" fmla="*/ 0 h 408"/>
              <a:gd name="T14" fmla="*/ 3264 w 3264"/>
              <a:gd name="T15" fmla="*/ 408 h 408"/>
            </a:gdLst>
            <a:ahLst/>
            <a:cxnLst>
              <a:cxn ang="T8">
                <a:pos x="T0" y="T1"/>
              </a:cxn>
              <a:cxn ang="T9">
                <a:pos x="T2" y="T3"/>
              </a:cxn>
              <a:cxn ang="T10">
                <a:pos x="T4" y="T5"/>
              </a:cxn>
              <a:cxn ang="T11">
                <a:pos x="T6" y="T7"/>
              </a:cxn>
            </a:cxnLst>
            <a:rect l="T12" t="T13" r="T14" b="T15"/>
            <a:pathLst>
              <a:path w="3264" h="408">
                <a:moveTo>
                  <a:pt x="0" y="144"/>
                </a:moveTo>
                <a:cubicBezTo>
                  <a:pt x="300" y="252"/>
                  <a:pt x="600" y="360"/>
                  <a:pt x="1008" y="384"/>
                </a:cubicBezTo>
                <a:cubicBezTo>
                  <a:pt x="1416" y="408"/>
                  <a:pt x="2072" y="352"/>
                  <a:pt x="2448" y="288"/>
                </a:cubicBezTo>
                <a:cubicBezTo>
                  <a:pt x="2824" y="224"/>
                  <a:pt x="3128" y="48"/>
                  <a:pt x="3264" y="0"/>
                </a:cubicBezTo>
              </a:path>
            </a:pathLst>
          </a:custGeom>
          <a:noFill/>
          <a:ln w="3810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1433" tIns="45717" rIns="91433" bIns="45717" anchor="ctr"/>
          <a:lstStyle/>
          <a:p>
            <a:endParaRPr lang="en-GB"/>
          </a:p>
        </p:txBody>
      </p:sp>
      <p:sp>
        <p:nvSpPr>
          <p:cNvPr id="18458" name="Freeform 42">
            <a:extLst>
              <a:ext uri="{FF2B5EF4-FFF2-40B4-BE49-F238E27FC236}">
                <a16:creationId xmlns:a16="http://schemas.microsoft.com/office/drawing/2014/main" id="{9FF84EA0-0BAC-40A1-875D-516DC659119F}"/>
              </a:ext>
            </a:extLst>
          </p:cNvPr>
          <p:cNvSpPr>
            <a:spLocks/>
          </p:cNvSpPr>
          <p:nvPr/>
        </p:nvSpPr>
        <p:spPr bwMode="auto">
          <a:xfrm>
            <a:off x="1600200" y="2895600"/>
            <a:ext cx="2603500" cy="2514600"/>
          </a:xfrm>
          <a:custGeom>
            <a:avLst/>
            <a:gdLst>
              <a:gd name="T0" fmla="*/ 0 w 1736"/>
              <a:gd name="T1" fmla="*/ 0 h 1488"/>
              <a:gd name="T2" fmla="*/ 1104 w 1736"/>
              <a:gd name="T3" fmla="*/ 240 h 1488"/>
              <a:gd name="T4" fmla="*/ 1728 w 1736"/>
              <a:gd name="T5" fmla="*/ 528 h 1488"/>
              <a:gd name="T6" fmla="*/ 1056 w 1736"/>
              <a:gd name="T7" fmla="*/ 912 h 1488"/>
              <a:gd name="T8" fmla="*/ 1248 w 1736"/>
              <a:gd name="T9" fmla="*/ 1488 h 1488"/>
              <a:gd name="T10" fmla="*/ 0 60000 65536"/>
              <a:gd name="T11" fmla="*/ 0 60000 65536"/>
              <a:gd name="T12" fmla="*/ 0 60000 65536"/>
              <a:gd name="T13" fmla="*/ 0 60000 65536"/>
              <a:gd name="T14" fmla="*/ 0 60000 65536"/>
              <a:gd name="T15" fmla="*/ 0 w 1736"/>
              <a:gd name="T16" fmla="*/ 0 h 1488"/>
              <a:gd name="T17" fmla="*/ 1736 w 1736"/>
              <a:gd name="T18" fmla="*/ 1488 h 1488"/>
            </a:gdLst>
            <a:ahLst/>
            <a:cxnLst>
              <a:cxn ang="T10">
                <a:pos x="T0" y="T1"/>
              </a:cxn>
              <a:cxn ang="T11">
                <a:pos x="T2" y="T3"/>
              </a:cxn>
              <a:cxn ang="T12">
                <a:pos x="T4" y="T5"/>
              </a:cxn>
              <a:cxn ang="T13">
                <a:pos x="T6" y="T7"/>
              </a:cxn>
              <a:cxn ang="T14">
                <a:pos x="T8" y="T9"/>
              </a:cxn>
            </a:cxnLst>
            <a:rect l="T15" t="T16" r="T17" b="T18"/>
            <a:pathLst>
              <a:path w="1736" h="1488">
                <a:moveTo>
                  <a:pt x="0" y="0"/>
                </a:moveTo>
                <a:cubicBezTo>
                  <a:pt x="408" y="76"/>
                  <a:pt x="816" y="152"/>
                  <a:pt x="1104" y="240"/>
                </a:cubicBezTo>
                <a:cubicBezTo>
                  <a:pt x="1392" y="328"/>
                  <a:pt x="1736" y="416"/>
                  <a:pt x="1728" y="528"/>
                </a:cubicBezTo>
                <a:cubicBezTo>
                  <a:pt x="1720" y="640"/>
                  <a:pt x="1136" y="752"/>
                  <a:pt x="1056" y="912"/>
                </a:cubicBezTo>
                <a:cubicBezTo>
                  <a:pt x="976" y="1072"/>
                  <a:pt x="1112" y="1280"/>
                  <a:pt x="1248" y="1488"/>
                </a:cubicBezTo>
              </a:path>
            </a:pathLst>
          </a:custGeom>
          <a:noFill/>
          <a:ln w="3810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1433" tIns="45717" rIns="91433" bIns="45717" anchor="ctr"/>
          <a:lstStyle/>
          <a:p>
            <a:endParaRPr lang="en-GB"/>
          </a:p>
        </p:txBody>
      </p:sp>
      <p:sp>
        <p:nvSpPr>
          <p:cNvPr id="18459" name="Freeform 43">
            <a:extLst>
              <a:ext uri="{FF2B5EF4-FFF2-40B4-BE49-F238E27FC236}">
                <a16:creationId xmlns:a16="http://schemas.microsoft.com/office/drawing/2014/main" id="{F9172B0E-2494-41D0-9FDE-F1DE7AB3E972}"/>
              </a:ext>
            </a:extLst>
          </p:cNvPr>
          <p:cNvSpPr>
            <a:spLocks/>
          </p:cNvSpPr>
          <p:nvPr/>
        </p:nvSpPr>
        <p:spPr bwMode="auto">
          <a:xfrm>
            <a:off x="1600200" y="2743200"/>
            <a:ext cx="5715000" cy="1511300"/>
          </a:xfrm>
          <a:custGeom>
            <a:avLst/>
            <a:gdLst>
              <a:gd name="T0" fmla="*/ 0 w 3600"/>
              <a:gd name="T1" fmla="*/ 0 h 952"/>
              <a:gd name="T2" fmla="*/ 1008 w 3600"/>
              <a:gd name="T3" fmla="*/ 240 h 952"/>
              <a:gd name="T4" fmla="*/ 2400 w 3600"/>
              <a:gd name="T5" fmla="*/ 144 h 952"/>
              <a:gd name="T6" fmla="*/ 2784 w 3600"/>
              <a:gd name="T7" fmla="*/ 864 h 952"/>
              <a:gd name="T8" fmla="*/ 3600 w 3600"/>
              <a:gd name="T9" fmla="*/ 672 h 952"/>
              <a:gd name="T10" fmla="*/ 0 60000 65536"/>
              <a:gd name="T11" fmla="*/ 0 60000 65536"/>
              <a:gd name="T12" fmla="*/ 0 60000 65536"/>
              <a:gd name="T13" fmla="*/ 0 60000 65536"/>
              <a:gd name="T14" fmla="*/ 0 60000 65536"/>
              <a:gd name="T15" fmla="*/ 0 w 3600"/>
              <a:gd name="T16" fmla="*/ 0 h 952"/>
              <a:gd name="T17" fmla="*/ 3600 w 3600"/>
              <a:gd name="T18" fmla="*/ 952 h 952"/>
            </a:gdLst>
            <a:ahLst/>
            <a:cxnLst>
              <a:cxn ang="T10">
                <a:pos x="T0" y="T1"/>
              </a:cxn>
              <a:cxn ang="T11">
                <a:pos x="T2" y="T3"/>
              </a:cxn>
              <a:cxn ang="T12">
                <a:pos x="T4" y="T5"/>
              </a:cxn>
              <a:cxn ang="T13">
                <a:pos x="T6" y="T7"/>
              </a:cxn>
              <a:cxn ang="T14">
                <a:pos x="T8" y="T9"/>
              </a:cxn>
            </a:cxnLst>
            <a:rect l="T15" t="T16" r="T17" b="T18"/>
            <a:pathLst>
              <a:path w="3600" h="952">
                <a:moveTo>
                  <a:pt x="0" y="0"/>
                </a:moveTo>
                <a:cubicBezTo>
                  <a:pt x="304" y="108"/>
                  <a:pt x="608" y="216"/>
                  <a:pt x="1008" y="240"/>
                </a:cubicBezTo>
                <a:cubicBezTo>
                  <a:pt x="1408" y="264"/>
                  <a:pt x="2104" y="40"/>
                  <a:pt x="2400" y="144"/>
                </a:cubicBezTo>
                <a:cubicBezTo>
                  <a:pt x="2696" y="248"/>
                  <a:pt x="2584" y="776"/>
                  <a:pt x="2784" y="864"/>
                </a:cubicBezTo>
                <a:cubicBezTo>
                  <a:pt x="2984" y="952"/>
                  <a:pt x="3292" y="812"/>
                  <a:pt x="3600" y="672"/>
                </a:cubicBezTo>
              </a:path>
            </a:pathLst>
          </a:custGeom>
          <a:noFill/>
          <a:ln w="3810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91433" tIns="45717" rIns="91433" bIns="45717" anchor="ctr"/>
          <a:lstStyle/>
          <a:p>
            <a:endParaRPr lang="en-GB"/>
          </a:p>
        </p:txBody>
      </p:sp>
      <p:grpSp>
        <p:nvGrpSpPr>
          <p:cNvPr id="3" name="Group 50">
            <a:extLst>
              <a:ext uri="{FF2B5EF4-FFF2-40B4-BE49-F238E27FC236}">
                <a16:creationId xmlns:a16="http://schemas.microsoft.com/office/drawing/2014/main" id="{DDA1D824-98F2-4837-A835-58937079AD3C}"/>
              </a:ext>
            </a:extLst>
          </p:cNvPr>
          <p:cNvGrpSpPr>
            <a:grpSpLocks/>
          </p:cNvGrpSpPr>
          <p:nvPr/>
        </p:nvGrpSpPr>
        <p:grpSpPr bwMode="auto">
          <a:xfrm>
            <a:off x="152400" y="2438400"/>
            <a:ext cx="4038600" cy="3135313"/>
            <a:chOff x="96" y="1536"/>
            <a:chExt cx="2544" cy="1975"/>
          </a:xfrm>
        </p:grpSpPr>
        <p:sp>
          <p:nvSpPr>
            <p:cNvPr id="18461" name="Oval 45">
              <a:extLst>
                <a:ext uri="{FF2B5EF4-FFF2-40B4-BE49-F238E27FC236}">
                  <a16:creationId xmlns:a16="http://schemas.microsoft.com/office/drawing/2014/main" id="{2925F97E-0AF2-402C-8B74-82763402E39F}"/>
                </a:ext>
              </a:extLst>
            </p:cNvPr>
            <p:cNvSpPr>
              <a:spLocks noChangeArrowheads="1"/>
            </p:cNvSpPr>
            <p:nvPr/>
          </p:nvSpPr>
          <p:spPr bwMode="auto">
            <a:xfrm>
              <a:off x="1248" y="1536"/>
              <a:ext cx="192" cy="576"/>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8462" name="Line 46">
              <a:extLst>
                <a:ext uri="{FF2B5EF4-FFF2-40B4-BE49-F238E27FC236}">
                  <a16:creationId xmlns:a16="http://schemas.microsoft.com/office/drawing/2014/main" id="{7A9262DA-7754-4BC9-8BCD-FB925577BA01}"/>
                </a:ext>
              </a:extLst>
            </p:cNvPr>
            <p:cNvSpPr>
              <a:spLocks noChangeShapeType="1"/>
            </p:cNvSpPr>
            <p:nvPr/>
          </p:nvSpPr>
          <p:spPr bwMode="auto">
            <a:xfrm flipH="1">
              <a:off x="816" y="2064"/>
              <a:ext cx="480" cy="432"/>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63" name="Oval 47">
              <a:extLst>
                <a:ext uri="{FF2B5EF4-FFF2-40B4-BE49-F238E27FC236}">
                  <a16:creationId xmlns:a16="http://schemas.microsoft.com/office/drawing/2014/main" id="{EB1277E0-321D-4093-80D8-A015AE7BF7C2}"/>
                </a:ext>
              </a:extLst>
            </p:cNvPr>
            <p:cNvSpPr>
              <a:spLocks noChangeArrowheads="1"/>
            </p:cNvSpPr>
            <p:nvPr/>
          </p:nvSpPr>
          <p:spPr bwMode="auto">
            <a:xfrm>
              <a:off x="2448" y="1728"/>
              <a:ext cx="192" cy="336"/>
            </a:xfrm>
            <a:prstGeom prst="ellipse">
              <a:avLst/>
            </a:pr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8464" name="Line 48">
              <a:extLst>
                <a:ext uri="{FF2B5EF4-FFF2-40B4-BE49-F238E27FC236}">
                  <a16:creationId xmlns:a16="http://schemas.microsoft.com/office/drawing/2014/main" id="{3FFD5FBD-AD0E-4B54-89AD-3DF19AC83696}"/>
                </a:ext>
              </a:extLst>
            </p:cNvPr>
            <p:cNvSpPr>
              <a:spLocks noChangeShapeType="1"/>
            </p:cNvSpPr>
            <p:nvPr/>
          </p:nvSpPr>
          <p:spPr bwMode="auto">
            <a:xfrm flipH="1">
              <a:off x="876" y="2016"/>
              <a:ext cx="1584" cy="48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465" name="Text Box 49">
              <a:extLst>
                <a:ext uri="{FF2B5EF4-FFF2-40B4-BE49-F238E27FC236}">
                  <a16:creationId xmlns:a16="http://schemas.microsoft.com/office/drawing/2014/main" id="{825E0CE9-6574-420A-926A-DFBB3CB01302}"/>
                </a:ext>
              </a:extLst>
            </p:cNvPr>
            <p:cNvSpPr txBox="1">
              <a:spLocks noChangeArrowheads="1"/>
            </p:cNvSpPr>
            <p:nvPr/>
          </p:nvSpPr>
          <p:spPr bwMode="auto">
            <a:xfrm>
              <a:off x="96" y="2496"/>
              <a:ext cx="1152" cy="1015"/>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pPr>
              <a:r>
                <a:rPr lang="en-US" altLang="en-US" sz="1800">
                  <a:solidFill>
                    <a:srgbClr val="000000"/>
                  </a:solidFill>
                  <a:latin typeface="Arial" panose="020B0604020202020204" pitchFamily="34" charset="0"/>
                </a:rPr>
                <a:t>Multiple copies of the same message is transmitted on the same link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2">
            <a:extLst>
              <a:ext uri="{FF2B5EF4-FFF2-40B4-BE49-F238E27FC236}">
                <a16:creationId xmlns:a16="http://schemas.microsoft.com/office/drawing/2014/main" id="{0A26C63D-66B5-4001-A9E1-02CEE51C7D4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A643A881-0868-44A4-BA5F-2971DD63ECC4}" type="slidenum">
              <a:rPr lang="en-US" altLang="en-US" sz="1000">
                <a:latin typeface="Times New Roman" panose="02020603050405020304" pitchFamily="18" charset="0"/>
              </a:rPr>
              <a:pPr/>
              <a:t>6</a:t>
            </a:fld>
            <a:endParaRPr lang="en-US" altLang="en-US" sz="1000">
              <a:latin typeface="Times New Roman" panose="02020603050405020304" pitchFamily="18" charset="0"/>
            </a:endParaRPr>
          </a:p>
        </p:txBody>
      </p:sp>
      <p:sp>
        <p:nvSpPr>
          <p:cNvPr id="19459" name="Rectangle 2">
            <a:extLst>
              <a:ext uri="{FF2B5EF4-FFF2-40B4-BE49-F238E27FC236}">
                <a16:creationId xmlns:a16="http://schemas.microsoft.com/office/drawing/2014/main" id="{D125E6DA-25A6-4A32-9EA4-A91D850F95B8}"/>
              </a:ext>
            </a:extLst>
          </p:cNvPr>
          <p:cNvSpPr>
            <a:spLocks noGrp="1" noChangeArrowheads="1"/>
          </p:cNvSpPr>
          <p:nvPr>
            <p:ph type="title"/>
          </p:nvPr>
        </p:nvSpPr>
        <p:spPr/>
        <p:txBody>
          <a:bodyPr/>
          <a:lstStyle/>
          <a:p>
            <a:r>
              <a:rPr lang="en-US" altLang="en-US"/>
              <a:t>Multicasting over a Packet Network</a:t>
            </a:r>
          </a:p>
        </p:txBody>
      </p:sp>
      <p:grpSp>
        <p:nvGrpSpPr>
          <p:cNvPr id="19460" name="Group 3">
            <a:extLst>
              <a:ext uri="{FF2B5EF4-FFF2-40B4-BE49-F238E27FC236}">
                <a16:creationId xmlns:a16="http://schemas.microsoft.com/office/drawing/2014/main" id="{A4FE7913-718A-4E23-A811-9D588176ECCD}"/>
              </a:ext>
            </a:extLst>
          </p:cNvPr>
          <p:cNvGrpSpPr>
            <a:grpSpLocks/>
          </p:cNvGrpSpPr>
          <p:nvPr/>
        </p:nvGrpSpPr>
        <p:grpSpPr bwMode="auto">
          <a:xfrm flipV="1">
            <a:off x="2057400" y="2438400"/>
            <a:ext cx="4876800" cy="2590800"/>
            <a:chOff x="1344" y="1441"/>
            <a:chExt cx="2691" cy="1439"/>
          </a:xfrm>
        </p:grpSpPr>
        <p:sp>
          <p:nvSpPr>
            <p:cNvPr id="19490" name="Rectangle 4">
              <a:extLst>
                <a:ext uri="{FF2B5EF4-FFF2-40B4-BE49-F238E27FC236}">
                  <a16:creationId xmlns:a16="http://schemas.microsoft.com/office/drawing/2014/main" id="{DFDD8172-60E4-48DA-A855-0E0E1FFBBE37}"/>
                </a:ext>
              </a:extLst>
            </p:cNvPr>
            <p:cNvSpPr>
              <a:spLocks noChangeArrowheads="1"/>
            </p:cNvSpPr>
            <p:nvPr/>
          </p:nvSpPr>
          <p:spPr bwMode="auto">
            <a:xfrm>
              <a:off x="1680" y="1680"/>
              <a:ext cx="2112"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19491" name="Arc 5">
              <a:extLst>
                <a:ext uri="{FF2B5EF4-FFF2-40B4-BE49-F238E27FC236}">
                  <a16:creationId xmlns:a16="http://schemas.microsoft.com/office/drawing/2014/main" id="{97C98C4D-FE7E-48A4-BD91-12EB88B08F67}"/>
                </a:ext>
              </a:extLst>
            </p:cNvPr>
            <p:cNvSpPr>
              <a:spLocks/>
            </p:cNvSpPr>
            <p:nvPr/>
          </p:nvSpPr>
          <p:spPr bwMode="auto">
            <a:xfrm>
              <a:off x="2880" y="1536"/>
              <a:ext cx="1144" cy="488"/>
            </a:xfrm>
            <a:custGeom>
              <a:avLst/>
              <a:gdLst>
                <a:gd name="T0" fmla="*/ 0 w 30285"/>
                <a:gd name="T1" fmla="*/ 28 h 31341"/>
                <a:gd name="T2" fmla="*/ 1056 w 30285"/>
                <a:gd name="T3" fmla="*/ 488 h 31341"/>
                <a:gd name="T4" fmla="*/ 328 w 30285"/>
                <a:gd name="T5" fmla="*/ 336 h 31341"/>
                <a:gd name="T6" fmla="*/ 0 60000 65536"/>
                <a:gd name="T7" fmla="*/ 0 60000 65536"/>
                <a:gd name="T8" fmla="*/ 0 60000 65536"/>
                <a:gd name="T9" fmla="*/ 0 w 30285"/>
                <a:gd name="T10" fmla="*/ 0 h 31341"/>
                <a:gd name="T11" fmla="*/ 30285 w 30285"/>
                <a:gd name="T12" fmla="*/ 31341 h 31341"/>
              </a:gdLst>
              <a:ahLst/>
              <a:cxnLst>
                <a:cxn ang="T6">
                  <a:pos x="T0" y="T1"/>
                </a:cxn>
                <a:cxn ang="T7">
                  <a:pos x="T2" y="T3"/>
                </a:cxn>
                <a:cxn ang="T8">
                  <a:pos x="T4" y="T5"/>
                </a:cxn>
              </a:cxnLst>
              <a:rect l="T9" t="T10" r="T11" b="T12"/>
              <a:pathLst>
                <a:path w="30285" h="31341" fill="none" extrusionOk="0">
                  <a:moveTo>
                    <a:pt x="-1" y="1822"/>
                  </a:moveTo>
                  <a:cubicBezTo>
                    <a:pt x="2737" y="620"/>
                    <a:pt x="5695" y="-1"/>
                    <a:pt x="8685" y="0"/>
                  </a:cubicBezTo>
                  <a:cubicBezTo>
                    <a:pt x="20614" y="0"/>
                    <a:pt x="30285" y="9670"/>
                    <a:pt x="30285" y="21600"/>
                  </a:cubicBezTo>
                  <a:cubicBezTo>
                    <a:pt x="30285" y="24983"/>
                    <a:pt x="29489" y="28320"/>
                    <a:pt x="27963" y="31340"/>
                  </a:cubicBezTo>
                </a:path>
                <a:path w="30285" h="31341" stroke="0" extrusionOk="0">
                  <a:moveTo>
                    <a:pt x="-1" y="1822"/>
                  </a:moveTo>
                  <a:cubicBezTo>
                    <a:pt x="2737" y="620"/>
                    <a:pt x="5695" y="-1"/>
                    <a:pt x="8685" y="0"/>
                  </a:cubicBezTo>
                  <a:cubicBezTo>
                    <a:pt x="20614" y="0"/>
                    <a:pt x="30285" y="9670"/>
                    <a:pt x="30285" y="21600"/>
                  </a:cubicBezTo>
                  <a:cubicBezTo>
                    <a:pt x="30285" y="24983"/>
                    <a:pt x="29489" y="28320"/>
                    <a:pt x="27963" y="31340"/>
                  </a:cubicBezTo>
                  <a:lnTo>
                    <a:pt x="8685"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2" name="Arc 6">
              <a:extLst>
                <a:ext uri="{FF2B5EF4-FFF2-40B4-BE49-F238E27FC236}">
                  <a16:creationId xmlns:a16="http://schemas.microsoft.com/office/drawing/2014/main" id="{FBD7B4B1-6D06-493C-9C8D-86E1C345109B}"/>
                </a:ext>
              </a:extLst>
            </p:cNvPr>
            <p:cNvSpPr>
              <a:spLocks/>
            </p:cNvSpPr>
            <p:nvPr/>
          </p:nvSpPr>
          <p:spPr bwMode="auto">
            <a:xfrm>
              <a:off x="1433" y="1441"/>
              <a:ext cx="1632" cy="501"/>
            </a:xfrm>
            <a:custGeom>
              <a:avLst/>
              <a:gdLst>
                <a:gd name="T0" fmla="*/ 105 w 43200"/>
                <a:gd name="T1" fmla="*/ 501 h 32215"/>
                <a:gd name="T2" fmla="*/ 1632 w 43200"/>
                <a:gd name="T3" fmla="*/ 336 h 32215"/>
                <a:gd name="T4" fmla="*/ 816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3" name="Arc 7">
              <a:extLst>
                <a:ext uri="{FF2B5EF4-FFF2-40B4-BE49-F238E27FC236}">
                  <a16:creationId xmlns:a16="http://schemas.microsoft.com/office/drawing/2014/main" id="{5BF8DDAC-4D29-4CBF-A29A-3192D38F82E3}"/>
                </a:ext>
              </a:extLst>
            </p:cNvPr>
            <p:cNvSpPr>
              <a:spLocks/>
            </p:cNvSpPr>
            <p:nvPr/>
          </p:nvSpPr>
          <p:spPr bwMode="auto">
            <a:xfrm rot="-5400000">
              <a:off x="1235" y="1885"/>
              <a:ext cx="720" cy="501"/>
            </a:xfrm>
            <a:custGeom>
              <a:avLst/>
              <a:gdLst>
                <a:gd name="T0" fmla="*/ 46 w 43200"/>
                <a:gd name="T1" fmla="*/ 501 h 32215"/>
                <a:gd name="T2" fmla="*/ 720 w 43200"/>
                <a:gd name="T3" fmla="*/ 336 h 32215"/>
                <a:gd name="T4" fmla="*/ 360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4" name="Arc 8">
              <a:extLst>
                <a:ext uri="{FF2B5EF4-FFF2-40B4-BE49-F238E27FC236}">
                  <a16:creationId xmlns:a16="http://schemas.microsoft.com/office/drawing/2014/main" id="{9A49EA72-4028-465A-9E49-BD82DB014F81}"/>
                </a:ext>
              </a:extLst>
            </p:cNvPr>
            <p:cNvSpPr>
              <a:spLocks/>
            </p:cNvSpPr>
            <p:nvPr/>
          </p:nvSpPr>
          <p:spPr bwMode="auto">
            <a:xfrm rot="-8988979">
              <a:off x="1536" y="2208"/>
              <a:ext cx="1021" cy="613"/>
            </a:xfrm>
            <a:custGeom>
              <a:avLst/>
              <a:gdLst>
                <a:gd name="T0" fmla="*/ 222 w 43200"/>
                <a:gd name="T1" fmla="*/ 613 h 39421"/>
                <a:gd name="T2" fmla="*/ 1021 w 43200"/>
                <a:gd name="T3" fmla="*/ 336 h 39421"/>
                <a:gd name="T4" fmla="*/ 511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5" name="Arc 9">
              <a:extLst>
                <a:ext uri="{FF2B5EF4-FFF2-40B4-BE49-F238E27FC236}">
                  <a16:creationId xmlns:a16="http://schemas.microsoft.com/office/drawing/2014/main" id="{3EE55D94-F1F7-4D85-ACD1-1EB08DB9A3D4}"/>
                </a:ext>
              </a:extLst>
            </p:cNvPr>
            <p:cNvSpPr>
              <a:spLocks/>
            </p:cNvSpPr>
            <p:nvPr/>
          </p:nvSpPr>
          <p:spPr bwMode="auto">
            <a:xfrm rot="-10583242">
              <a:off x="2207" y="2267"/>
              <a:ext cx="1392" cy="613"/>
            </a:xfrm>
            <a:custGeom>
              <a:avLst/>
              <a:gdLst>
                <a:gd name="T0" fmla="*/ 303 w 43200"/>
                <a:gd name="T1" fmla="*/ 613 h 39421"/>
                <a:gd name="T2" fmla="*/ 1392 w 43200"/>
                <a:gd name="T3" fmla="*/ 336 h 39421"/>
                <a:gd name="T4" fmla="*/ 696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6" name="Arc 10">
              <a:extLst>
                <a:ext uri="{FF2B5EF4-FFF2-40B4-BE49-F238E27FC236}">
                  <a16:creationId xmlns:a16="http://schemas.microsoft.com/office/drawing/2014/main" id="{4082E0C6-58C4-43C1-9B59-DEE8B3F0AB39}"/>
                </a:ext>
              </a:extLst>
            </p:cNvPr>
            <p:cNvSpPr>
              <a:spLocks/>
            </p:cNvSpPr>
            <p:nvPr/>
          </p:nvSpPr>
          <p:spPr bwMode="auto">
            <a:xfrm rot="9905626">
              <a:off x="3264" y="1968"/>
              <a:ext cx="771" cy="501"/>
            </a:xfrm>
            <a:custGeom>
              <a:avLst/>
              <a:gdLst>
                <a:gd name="T0" fmla="*/ 56 w 38664"/>
                <a:gd name="T1" fmla="*/ 501 h 32215"/>
                <a:gd name="T2" fmla="*/ 771 w 38664"/>
                <a:gd name="T3" fmla="*/ 130 h 32215"/>
                <a:gd name="T4" fmla="*/ 431 w 38664"/>
                <a:gd name="T5" fmla="*/ 336 h 32215"/>
                <a:gd name="T6" fmla="*/ 0 60000 65536"/>
                <a:gd name="T7" fmla="*/ 0 60000 65536"/>
                <a:gd name="T8" fmla="*/ 0 60000 65536"/>
                <a:gd name="T9" fmla="*/ 0 w 38664"/>
                <a:gd name="T10" fmla="*/ 0 h 32215"/>
                <a:gd name="T11" fmla="*/ 38664 w 38664"/>
                <a:gd name="T12" fmla="*/ 32215 h 32215"/>
              </a:gdLst>
              <a:ahLst/>
              <a:cxnLst>
                <a:cxn ang="T6">
                  <a:pos x="T0" y="T1"/>
                </a:cxn>
                <a:cxn ang="T7">
                  <a:pos x="T2" y="T3"/>
                </a:cxn>
                <a:cxn ang="T8">
                  <a:pos x="T4" y="T5"/>
                </a:cxn>
              </a:cxnLst>
              <a:rect l="T9" t="T10" r="T11" b="T12"/>
              <a:pathLst>
                <a:path w="38664" h="32215" fill="none" extrusionOk="0">
                  <a:moveTo>
                    <a:pt x="2788" y="32214"/>
                  </a:moveTo>
                  <a:cubicBezTo>
                    <a:pt x="960" y="28975"/>
                    <a:pt x="0" y="25319"/>
                    <a:pt x="0" y="21600"/>
                  </a:cubicBezTo>
                  <a:cubicBezTo>
                    <a:pt x="0" y="9670"/>
                    <a:pt x="9670" y="0"/>
                    <a:pt x="21600" y="0"/>
                  </a:cubicBezTo>
                  <a:cubicBezTo>
                    <a:pt x="28273" y="-1"/>
                    <a:pt x="34571" y="3084"/>
                    <a:pt x="38663" y="8356"/>
                  </a:cubicBezTo>
                </a:path>
                <a:path w="38664" h="32215" stroke="0" extrusionOk="0">
                  <a:moveTo>
                    <a:pt x="2788" y="32214"/>
                  </a:moveTo>
                  <a:cubicBezTo>
                    <a:pt x="960" y="28975"/>
                    <a:pt x="0" y="25319"/>
                    <a:pt x="0" y="21600"/>
                  </a:cubicBezTo>
                  <a:cubicBezTo>
                    <a:pt x="0" y="9670"/>
                    <a:pt x="9670" y="0"/>
                    <a:pt x="21600" y="0"/>
                  </a:cubicBezTo>
                  <a:cubicBezTo>
                    <a:pt x="28273" y="-1"/>
                    <a:pt x="34571" y="3084"/>
                    <a:pt x="38663" y="8356"/>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19497" name="Rectangle 11">
              <a:extLst>
                <a:ext uri="{FF2B5EF4-FFF2-40B4-BE49-F238E27FC236}">
                  <a16:creationId xmlns:a16="http://schemas.microsoft.com/office/drawing/2014/main" id="{5FCB44BF-7F15-4B22-A296-1214FFB6DACC}"/>
                </a:ext>
              </a:extLst>
            </p:cNvPr>
            <p:cNvSpPr>
              <a:spLocks noChangeArrowheads="1"/>
            </p:cNvSpPr>
            <p:nvPr/>
          </p:nvSpPr>
          <p:spPr bwMode="auto">
            <a:xfrm>
              <a:off x="1776" y="1968"/>
              <a:ext cx="1728"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pSp>
      <p:sp>
        <p:nvSpPr>
          <p:cNvPr id="19461" name="Rectangle 12">
            <a:extLst>
              <a:ext uri="{FF2B5EF4-FFF2-40B4-BE49-F238E27FC236}">
                <a16:creationId xmlns:a16="http://schemas.microsoft.com/office/drawing/2014/main" id="{06367CC5-F1F1-42B3-828B-630FCC73CB01}"/>
              </a:ext>
            </a:extLst>
          </p:cNvPr>
          <p:cNvSpPr>
            <a:spLocks noChangeArrowheads="1"/>
          </p:cNvSpPr>
          <p:nvPr/>
        </p:nvSpPr>
        <p:spPr bwMode="auto">
          <a:xfrm>
            <a:off x="381000" y="1371600"/>
            <a:ext cx="78771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82550" tIns="41275" rIns="82550" bIns="41275"/>
          <a:lstStyle>
            <a:lvl1pPr marL="342900" indent="-342900">
              <a:tabLst>
                <a:tab pos="5661025" algn="l"/>
              </a:tabLst>
              <a:defRPr sz="2400">
                <a:solidFill>
                  <a:schemeClr val="tx1"/>
                </a:solidFill>
                <a:latin typeface="Courier New" panose="02070309020205020404" pitchFamily="49" charset="0"/>
              </a:defRPr>
            </a:lvl1pPr>
            <a:lvl2pPr marL="742950" indent="-285750">
              <a:tabLst>
                <a:tab pos="5661025" algn="l"/>
              </a:tabLst>
              <a:defRPr sz="2400">
                <a:solidFill>
                  <a:schemeClr val="tx1"/>
                </a:solidFill>
                <a:latin typeface="Courier New" panose="02070309020205020404" pitchFamily="49" charset="0"/>
              </a:defRPr>
            </a:lvl2pPr>
            <a:lvl3pPr marL="1143000" indent="-228600">
              <a:tabLst>
                <a:tab pos="5661025" algn="l"/>
              </a:tabLst>
              <a:defRPr sz="2400">
                <a:solidFill>
                  <a:schemeClr val="tx1"/>
                </a:solidFill>
                <a:latin typeface="Courier New" panose="02070309020205020404" pitchFamily="49" charset="0"/>
              </a:defRPr>
            </a:lvl3pPr>
            <a:lvl4pPr marL="1600200" indent="-228600">
              <a:tabLst>
                <a:tab pos="5661025" algn="l"/>
              </a:tabLst>
              <a:defRPr sz="2400">
                <a:solidFill>
                  <a:schemeClr val="tx1"/>
                </a:solidFill>
                <a:latin typeface="Courier New" panose="02070309020205020404" pitchFamily="49" charset="0"/>
              </a:defRPr>
            </a:lvl4pPr>
            <a:lvl5pPr marL="2057400" indent="-228600">
              <a:tabLst>
                <a:tab pos="5661025" algn="l"/>
              </a:tabLst>
              <a:defRPr sz="2400">
                <a:solidFill>
                  <a:schemeClr val="tx1"/>
                </a:solidFill>
                <a:latin typeface="Courier New" panose="02070309020205020404" pitchFamily="49" charset="0"/>
              </a:defRPr>
            </a:lvl5pPr>
            <a:lvl6pPr marL="25146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tabLst>
                <a:tab pos="5661025" algn="l"/>
              </a:tabLst>
              <a:defRPr sz="2400">
                <a:solidFill>
                  <a:schemeClr val="tx1"/>
                </a:solidFill>
                <a:latin typeface="Courier New" panose="02070309020205020404" pitchFamily="49" charset="0"/>
              </a:defRPr>
            </a:lvl9pPr>
          </a:lstStyle>
          <a:p>
            <a:pPr>
              <a:spcBef>
                <a:spcPct val="20000"/>
              </a:spcBef>
              <a:buFontTx/>
              <a:buChar char="•"/>
            </a:pPr>
            <a:r>
              <a:rPr lang="en-US" altLang="en-US">
                <a:latin typeface="Arial" panose="020B0604020202020204" pitchFamily="34" charset="0"/>
              </a:rPr>
              <a:t>With support for multicast at the network layer:</a:t>
            </a:r>
            <a:endParaRPr lang="zh-TW" altLang="en-US">
              <a:latin typeface="Arial" panose="020B0604020202020204" pitchFamily="34" charset="0"/>
              <a:ea typeface="PMingLiU" panose="02020500000000000000" pitchFamily="18" charset="-120"/>
            </a:endParaRPr>
          </a:p>
        </p:txBody>
      </p:sp>
      <p:sp>
        <p:nvSpPr>
          <p:cNvPr id="19462" name="Line 13">
            <a:extLst>
              <a:ext uri="{FF2B5EF4-FFF2-40B4-BE49-F238E27FC236}">
                <a16:creationId xmlns:a16="http://schemas.microsoft.com/office/drawing/2014/main" id="{F062FEFF-A6C5-4A67-A780-1ACD17E3CA8B}"/>
              </a:ext>
            </a:extLst>
          </p:cNvPr>
          <p:cNvSpPr>
            <a:spLocks noChangeShapeType="1"/>
          </p:cNvSpPr>
          <p:nvPr/>
        </p:nvSpPr>
        <p:spPr bwMode="auto">
          <a:xfrm flipV="1">
            <a:off x="2971800" y="4114800"/>
            <a:ext cx="2971800" cy="76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63" name="Line 14">
            <a:extLst>
              <a:ext uri="{FF2B5EF4-FFF2-40B4-BE49-F238E27FC236}">
                <a16:creationId xmlns:a16="http://schemas.microsoft.com/office/drawing/2014/main" id="{1C1E131D-3846-4B70-B03D-CC3E4C62AFEB}"/>
              </a:ext>
            </a:extLst>
          </p:cNvPr>
          <p:cNvSpPr>
            <a:spLocks noChangeShapeType="1"/>
          </p:cNvSpPr>
          <p:nvPr/>
        </p:nvSpPr>
        <p:spPr bwMode="auto">
          <a:xfrm>
            <a:off x="5410200" y="2895600"/>
            <a:ext cx="533400" cy="1219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64" name="Line 15">
            <a:extLst>
              <a:ext uri="{FF2B5EF4-FFF2-40B4-BE49-F238E27FC236}">
                <a16:creationId xmlns:a16="http://schemas.microsoft.com/office/drawing/2014/main" id="{8112CED2-0497-4087-A1B6-51BEB2D89773}"/>
              </a:ext>
            </a:extLst>
          </p:cNvPr>
          <p:cNvSpPr>
            <a:spLocks noChangeShapeType="1"/>
          </p:cNvSpPr>
          <p:nvPr/>
        </p:nvSpPr>
        <p:spPr bwMode="auto">
          <a:xfrm flipH="1" flipV="1">
            <a:off x="3124200" y="3124200"/>
            <a:ext cx="1219200" cy="609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65" name="Line 16">
            <a:extLst>
              <a:ext uri="{FF2B5EF4-FFF2-40B4-BE49-F238E27FC236}">
                <a16:creationId xmlns:a16="http://schemas.microsoft.com/office/drawing/2014/main" id="{72515AAB-6EDB-4BD0-BFC5-0D58FD01F2D7}"/>
              </a:ext>
            </a:extLst>
          </p:cNvPr>
          <p:cNvSpPr>
            <a:spLocks noChangeShapeType="1"/>
          </p:cNvSpPr>
          <p:nvPr/>
        </p:nvSpPr>
        <p:spPr bwMode="auto">
          <a:xfrm flipV="1">
            <a:off x="4343400" y="2971800"/>
            <a:ext cx="1066800" cy="762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66" name="Line 17">
            <a:extLst>
              <a:ext uri="{FF2B5EF4-FFF2-40B4-BE49-F238E27FC236}">
                <a16:creationId xmlns:a16="http://schemas.microsoft.com/office/drawing/2014/main" id="{07AC141D-B616-433F-B0C3-81DB49A808A5}"/>
              </a:ext>
            </a:extLst>
          </p:cNvPr>
          <p:cNvSpPr>
            <a:spLocks noChangeShapeType="1"/>
          </p:cNvSpPr>
          <p:nvPr/>
        </p:nvSpPr>
        <p:spPr bwMode="auto">
          <a:xfrm flipV="1">
            <a:off x="2971800" y="3657600"/>
            <a:ext cx="13716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67" name="Line 18">
            <a:extLst>
              <a:ext uri="{FF2B5EF4-FFF2-40B4-BE49-F238E27FC236}">
                <a16:creationId xmlns:a16="http://schemas.microsoft.com/office/drawing/2014/main" id="{B7CE236F-2C1A-4F27-B472-ABBAE4A23F56}"/>
              </a:ext>
            </a:extLst>
          </p:cNvPr>
          <p:cNvSpPr>
            <a:spLocks noChangeShapeType="1"/>
          </p:cNvSpPr>
          <p:nvPr/>
        </p:nvSpPr>
        <p:spPr bwMode="auto">
          <a:xfrm flipH="1">
            <a:off x="3200400" y="2971800"/>
            <a:ext cx="2133600" cy="15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2291" name="Oval 19">
            <a:extLst>
              <a:ext uri="{FF2B5EF4-FFF2-40B4-BE49-F238E27FC236}">
                <a16:creationId xmlns:a16="http://schemas.microsoft.com/office/drawing/2014/main" id="{41D62982-E4E6-42BF-8A1C-69984CB72D7A}"/>
              </a:ext>
            </a:extLst>
          </p:cNvPr>
          <p:cNvSpPr>
            <a:spLocks noChangeArrowheads="1"/>
          </p:cNvSpPr>
          <p:nvPr/>
        </p:nvSpPr>
        <p:spPr bwMode="auto">
          <a:xfrm>
            <a:off x="4038600" y="3429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292" name="Oval 20">
            <a:extLst>
              <a:ext uri="{FF2B5EF4-FFF2-40B4-BE49-F238E27FC236}">
                <a16:creationId xmlns:a16="http://schemas.microsoft.com/office/drawing/2014/main" id="{7B1FE4CC-B457-45D2-B608-1B2ABB8281AE}"/>
              </a:ext>
            </a:extLst>
          </p:cNvPr>
          <p:cNvSpPr>
            <a:spLocks noChangeArrowheads="1"/>
          </p:cNvSpPr>
          <p:nvPr/>
        </p:nvSpPr>
        <p:spPr bwMode="auto">
          <a:xfrm>
            <a:off x="2667000" y="39624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9470" name="Line 21">
            <a:extLst>
              <a:ext uri="{FF2B5EF4-FFF2-40B4-BE49-F238E27FC236}">
                <a16:creationId xmlns:a16="http://schemas.microsoft.com/office/drawing/2014/main" id="{6F848BE0-67D1-48F4-ACA9-B676E5CC22A3}"/>
              </a:ext>
            </a:extLst>
          </p:cNvPr>
          <p:cNvSpPr>
            <a:spLocks noChangeShapeType="1"/>
          </p:cNvSpPr>
          <p:nvPr/>
        </p:nvSpPr>
        <p:spPr bwMode="auto">
          <a:xfrm flipH="1" flipV="1">
            <a:off x="1600200" y="2819400"/>
            <a:ext cx="160020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71" name="Line 22">
            <a:extLst>
              <a:ext uri="{FF2B5EF4-FFF2-40B4-BE49-F238E27FC236}">
                <a16:creationId xmlns:a16="http://schemas.microsoft.com/office/drawing/2014/main" id="{81A5992F-D5BD-47F8-8854-8C17CB01466B}"/>
              </a:ext>
            </a:extLst>
          </p:cNvPr>
          <p:cNvSpPr>
            <a:spLocks noChangeShapeType="1"/>
          </p:cNvSpPr>
          <p:nvPr/>
        </p:nvSpPr>
        <p:spPr bwMode="auto">
          <a:xfrm flipH="1">
            <a:off x="5486400" y="2286000"/>
            <a:ext cx="167640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72" name="Line 23">
            <a:extLst>
              <a:ext uri="{FF2B5EF4-FFF2-40B4-BE49-F238E27FC236}">
                <a16:creationId xmlns:a16="http://schemas.microsoft.com/office/drawing/2014/main" id="{9F91F41A-3823-4C31-8B68-236AEE802DA8}"/>
              </a:ext>
            </a:extLst>
          </p:cNvPr>
          <p:cNvSpPr>
            <a:spLocks noChangeShapeType="1"/>
          </p:cNvSpPr>
          <p:nvPr/>
        </p:nvSpPr>
        <p:spPr bwMode="auto">
          <a:xfrm flipH="1">
            <a:off x="5943600" y="3581400"/>
            <a:ext cx="16764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73" name="Line 24">
            <a:extLst>
              <a:ext uri="{FF2B5EF4-FFF2-40B4-BE49-F238E27FC236}">
                <a16:creationId xmlns:a16="http://schemas.microsoft.com/office/drawing/2014/main" id="{BC1BA16F-FACE-47D8-B132-F4A5181A84B8}"/>
              </a:ext>
            </a:extLst>
          </p:cNvPr>
          <p:cNvSpPr>
            <a:spLocks noChangeShapeType="1"/>
          </p:cNvSpPr>
          <p:nvPr/>
        </p:nvSpPr>
        <p:spPr bwMode="auto">
          <a:xfrm flipH="1" flipV="1">
            <a:off x="3048000" y="4495800"/>
            <a:ext cx="609600" cy="914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2297" name="Oval 25">
            <a:extLst>
              <a:ext uri="{FF2B5EF4-FFF2-40B4-BE49-F238E27FC236}">
                <a16:creationId xmlns:a16="http://schemas.microsoft.com/office/drawing/2014/main" id="{9FE0322C-2F5A-42D4-BEE9-91759CD8108D}"/>
              </a:ext>
            </a:extLst>
          </p:cNvPr>
          <p:cNvSpPr>
            <a:spLocks noChangeArrowheads="1"/>
          </p:cNvSpPr>
          <p:nvPr/>
        </p:nvSpPr>
        <p:spPr bwMode="auto">
          <a:xfrm>
            <a:off x="5181600" y="2667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298" name="Oval 26">
            <a:extLst>
              <a:ext uri="{FF2B5EF4-FFF2-40B4-BE49-F238E27FC236}">
                <a16:creationId xmlns:a16="http://schemas.microsoft.com/office/drawing/2014/main" id="{65347B7E-1BC7-4810-9F42-67E7696571FE}"/>
              </a:ext>
            </a:extLst>
          </p:cNvPr>
          <p:cNvSpPr>
            <a:spLocks noChangeArrowheads="1"/>
          </p:cNvSpPr>
          <p:nvPr/>
        </p:nvSpPr>
        <p:spPr bwMode="auto">
          <a:xfrm>
            <a:off x="5638800" y="3810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299" name="Oval 27">
            <a:extLst>
              <a:ext uri="{FF2B5EF4-FFF2-40B4-BE49-F238E27FC236}">
                <a16:creationId xmlns:a16="http://schemas.microsoft.com/office/drawing/2014/main" id="{BCB7E371-8B1C-46EC-A7A0-6A26584EA0E2}"/>
              </a:ext>
            </a:extLst>
          </p:cNvPr>
          <p:cNvSpPr>
            <a:spLocks noChangeArrowheads="1"/>
          </p:cNvSpPr>
          <p:nvPr/>
        </p:nvSpPr>
        <p:spPr bwMode="auto">
          <a:xfrm>
            <a:off x="2895600" y="28194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300" name="Rectangle 28">
            <a:extLst>
              <a:ext uri="{FF2B5EF4-FFF2-40B4-BE49-F238E27FC236}">
                <a16:creationId xmlns:a16="http://schemas.microsoft.com/office/drawing/2014/main" id="{E6151FAD-2537-4104-AE42-95C5AA8AFAF7}"/>
              </a:ext>
            </a:extLst>
          </p:cNvPr>
          <p:cNvSpPr>
            <a:spLocks noChangeArrowheads="1"/>
          </p:cNvSpPr>
          <p:nvPr/>
        </p:nvSpPr>
        <p:spPr bwMode="auto">
          <a:xfrm>
            <a:off x="1066800" y="25146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301" name="Rectangle 29">
            <a:extLst>
              <a:ext uri="{FF2B5EF4-FFF2-40B4-BE49-F238E27FC236}">
                <a16:creationId xmlns:a16="http://schemas.microsoft.com/office/drawing/2014/main" id="{2D688C0B-2EE9-4985-856F-AA0D8B804B1C}"/>
              </a:ext>
            </a:extLst>
          </p:cNvPr>
          <p:cNvSpPr>
            <a:spLocks noChangeArrowheads="1"/>
          </p:cNvSpPr>
          <p:nvPr/>
        </p:nvSpPr>
        <p:spPr bwMode="auto">
          <a:xfrm>
            <a:off x="6858000" y="20574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302" name="Rectangle 30">
            <a:extLst>
              <a:ext uri="{FF2B5EF4-FFF2-40B4-BE49-F238E27FC236}">
                <a16:creationId xmlns:a16="http://schemas.microsoft.com/office/drawing/2014/main" id="{F842DEB8-0D61-4665-B41D-8CF229C73364}"/>
              </a:ext>
            </a:extLst>
          </p:cNvPr>
          <p:cNvSpPr>
            <a:spLocks noChangeArrowheads="1"/>
          </p:cNvSpPr>
          <p:nvPr/>
        </p:nvSpPr>
        <p:spPr bwMode="auto">
          <a:xfrm>
            <a:off x="7391400" y="32766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2303" name="Rectangle 31">
            <a:extLst>
              <a:ext uri="{FF2B5EF4-FFF2-40B4-BE49-F238E27FC236}">
                <a16:creationId xmlns:a16="http://schemas.microsoft.com/office/drawing/2014/main" id="{0723E561-CC70-45A0-AC6E-2E08AC9B97BB}"/>
              </a:ext>
            </a:extLst>
          </p:cNvPr>
          <p:cNvSpPr>
            <a:spLocks noChangeArrowheads="1"/>
          </p:cNvSpPr>
          <p:nvPr/>
        </p:nvSpPr>
        <p:spPr bwMode="auto">
          <a:xfrm>
            <a:off x="3505200" y="54102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9481" name="Line 35">
            <a:extLst>
              <a:ext uri="{FF2B5EF4-FFF2-40B4-BE49-F238E27FC236}">
                <a16:creationId xmlns:a16="http://schemas.microsoft.com/office/drawing/2014/main" id="{E7F1AA70-412E-479C-8500-9AB2BD467CE4}"/>
              </a:ext>
            </a:extLst>
          </p:cNvPr>
          <p:cNvSpPr>
            <a:spLocks noChangeShapeType="1"/>
          </p:cNvSpPr>
          <p:nvPr/>
        </p:nvSpPr>
        <p:spPr bwMode="auto">
          <a:xfrm>
            <a:off x="1600200" y="2743200"/>
            <a:ext cx="1600200" cy="3048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2" name="Line 36">
            <a:extLst>
              <a:ext uri="{FF2B5EF4-FFF2-40B4-BE49-F238E27FC236}">
                <a16:creationId xmlns:a16="http://schemas.microsoft.com/office/drawing/2014/main" id="{306019C8-3B86-4456-9D17-BD6CF6F2BF3E}"/>
              </a:ext>
            </a:extLst>
          </p:cNvPr>
          <p:cNvSpPr>
            <a:spLocks noChangeShapeType="1"/>
          </p:cNvSpPr>
          <p:nvPr/>
        </p:nvSpPr>
        <p:spPr bwMode="auto">
          <a:xfrm flipV="1">
            <a:off x="3171825" y="2895600"/>
            <a:ext cx="2238375" cy="161925"/>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3" name="Line 37">
            <a:extLst>
              <a:ext uri="{FF2B5EF4-FFF2-40B4-BE49-F238E27FC236}">
                <a16:creationId xmlns:a16="http://schemas.microsoft.com/office/drawing/2014/main" id="{98393D8B-5390-43F7-8AD2-ACE5F7C28C1D}"/>
              </a:ext>
            </a:extLst>
          </p:cNvPr>
          <p:cNvSpPr>
            <a:spLocks noChangeShapeType="1"/>
          </p:cNvSpPr>
          <p:nvPr/>
        </p:nvSpPr>
        <p:spPr bwMode="auto">
          <a:xfrm flipV="1">
            <a:off x="5410200" y="2286000"/>
            <a:ext cx="1447800" cy="619125"/>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4" name="Line 38">
            <a:extLst>
              <a:ext uri="{FF2B5EF4-FFF2-40B4-BE49-F238E27FC236}">
                <a16:creationId xmlns:a16="http://schemas.microsoft.com/office/drawing/2014/main" id="{AA51A3E8-8F68-4462-9806-5496309F70A8}"/>
              </a:ext>
            </a:extLst>
          </p:cNvPr>
          <p:cNvSpPr>
            <a:spLocks noChangeShapeType="1"/>
          </p:cNvSpPr>
          <p:nvPr/>
        </p:nvSpPr>
        <p:spPr bwMode="auto">
          <a:xfrm>
            <a:off x="3200400" y="3048000"/>
            <a:ext cx="1219200" cy="6858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5" name="Line 40">
            <a:extLst>
              <a:ext uri="{FF2B5EF4-FFF2-40B4-BE49-F238E27FC236}">
                <a16:creationId xmlns:a16="http://schemas.microsoft.com/office/drawing/2014/main" id="{B0117A7C-8ED5-4C19-918C-29D2EC864998}"/>
              </a:ext>
            </a:extLst>
          </p:cNvPr>
          <p:cNvSpPr>
            <a:spLocks noChangeShapeType="1"/>
          </p:cNvSpPr>
          <p:nvPr/>
        </p:nvSpPr>
        <p:spPr bwMode="auto">
          <a:xfrm>
            <a:off x="2971800" y="4276725"/>
            <a:ext cx="762000" cy="1057275"/>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6" name="Line 41">
            <a:extLst>
              <a:ext uri="{FF2B5EF4-FFF2-40B4-BE49-F238E27FC236}">
                <a16:creationId xmlns:a16="http://schemas.microsoft.com/office/drawing/2014/main" id="{BCC26F3E-4DE7-445A-96E9-67BC0110A866}"/>
              </a:ext>
            </a:extLst>
          </p:cNvPr>
          <p:cNvSpPr>
            <a:spLocks noChangeShapeType="1"/>
          </p:cNvSpPr>
          <p:nvPr/>
        </p:nvSpPr>
        <p:spPr bwMode="auto">
          <a:xfrm>
            <a:off x="5486400" y="2905125"/>
            <a:ext cx="533400" cy="1133475"/>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7" name="Line 42">
            <a:extLst>
              <a:ext uri="{FF2B5EF4-FFF2-40B4-BE49-F238E27FC236}">
                <a16:creationId xmlns:a16="http://schemas.microsoft.com/office/drawing/2014/main" id="{480E2B48-DBA8-43D9-92F3-A2756ACEFA41}"/>
              </a:ext>
            </a:extLst>
          </p:cNvPr>
          <p:cNvSpPr>
            <a:spLocks noChangeShapeType="1"/>
          </p:cNvSpPr>
          <p:nvPr/>
        </p:nvSpPr>
        <p:spPr bwMode="auto">
          <a:xfrm flipV="1">
            <a:off x="2971800" y="3733800"/>
            <a:ext cx="1447800" cy="53340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8" name="Line 43">
            <a:extLst>
              <a:ext uri="{FF2B5EF4-FFF2-40B4-BE49-F238E27FC236}">
                <a16:creationId xmlns:a16="http://schemas.microsoft.com/office/drawing/2014/main" id="{5882994B-6056-4474-8E87-33FC821C82F8}"/>
              </a:ext>
            </a:extLst>
          </p:cNvPr>
          <p:cNvSpPr>
            <a:spLocks noChangeShapeType="1"/>
          </p:cNvSpPr>
          <p:nvPr/>
        </p:nvSpPr>
        <p:spPr bwMode="auto">
          <a:xfrm flipV="1">
            <a:off x="6019800" y="3505200"/>
            <a:ext cx="1295400" cy="542925"/>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9489" name="Text Box 45">
            <a:extLst>
              <a:ext uri="{FF2B5EF4-FFF2-40B4-BE49-F238E27FC236}">
                <a16:creationId xmlns:a16="http://schemas.microsoft.com/office/drawing/2014/main" id="{B65EA0D4-960E-4E92-9F20-428BC1EF1B34}"/>
              </a:ext>
            </a:extLst>
          </p:cNvPr>
          <p:cNvSpPr txBox="1">
            <a:spLocks noChangeArrowheads="1"/>
          </p:cNvSpPr>
          <p:nvPr/>
        </p:nvSpPr>
        <p:spPr bwMode="auto">
          <a:xfrm>
            <a:off x="4114800" y="5029200"/>
            <a:ext cx="472440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buFontTx/>
              <a:buChar char="•"/>
            </a:pPr>
            <a:r>
              <a:rPr lang="en-US" altLang="en-US" sz="2000" b="1">
                <a:solidFill>
                  <a:srgbClr val="000000"/>
                </a:solidFill>
                <a:latin typeface="Arial" panose="020B0604020202020204" pitchFamily="34" charset="0"/>
              </a:rPr>
              <a:t> Requires a set of mechanisms:</a:t>
            </a:r>
            <a:br>
              <a:rPr lang="en-US" altLang="en-US" sz="2000" b="1">
                <a:solidFill>
                  <a:srgbClr val="000000"/>
                </a:solidFill>
                <a:latin typeface="Arial" panose="020B0604020202020204" pitchFamily="34" charset="0"/>
              </a:rPr>
            </a:br>
            <a:r>
              <a:rPr lang="en-US" altLang="en-US" sz="1800">
                <a:solidFill>
                  <a:srgbClr val="000000"/>
                </a:solidFill>
                <a:latin typeface="Arial" panose="020B0604020202020204" pitchFamily="34" charset="0"/>
              </a:rPr>
              <a:t> (1) Packet forwarding can send multiple      copies of same packet</a:t>
            </a:r>
            <a:br>
              <a:rPr lang="en-US" altLang="en-US" sz="1800">
                <a:solidFill>
                  <a:srgbClr val="000000"/>
                </a:solidFill>
                <a:latin typeface="Arial" panose="020B0604020202020204" pitchFamily="34" charset="0"/>
              </a:rPr>
            </a:br>
            <a:r>
              <a:rPr lang="en-US" altLang="en-US" sz="1800">
                <a:solidFill>
                  <a:srgbClr val="000000"/>
                </a:solidFill>
                <a:latin typeface="Arial" panose="020B0604020202020204" pitchFamily="34" charset="0"/>
              </a:rPr>
              <a:t>(2) Multicast routing algorithm which builds   a spanning tree (dynamically)</a:t>
            </a:r>
            <a:endParaRPr lang="en-US" altLang="en-US" i="1">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00F88AD5-2265-4B7A-AAEC-8C63D41FB9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93DB9628-59AA-4BB9-AFCF-1B214A5F81C7}" type="slidenum">
              <a:rPr lang="en-US" altLang="en-US" sz="1000">
                <a:latin typeface="Times New Roman" panose="02020603050405020304" pitchFamily="18" charset="0"/>
              </a:rPr>
              <a:pPr/>
              <a:t>7</a:t>
            </a:fld>
            <a:endParaRPr lang="en-US" altLang="en-US" sz="1000">
              <a:latin typeface="Times New Roman" panose="02020603050405020304" pitchFamily="18" charset="0"/>
            </a:endParaRPr>
          </a:p>
        </p:txBody>
      </p:sp>
      <p:sp>
        <p:nvSpPr>
          <p:cNvPr id="22531" name="Rectangle 2">
            <a:extLst>
              <a:ext uri="{FF2B5EF4-FFF2-40B4-BE49-F238E27FC236}">
                <a16:creationId xmlns:a16="http://schemas.microsoft.com/office/drawing/2014/main" id="{3F7B0156-8B58-47DD-8BB7-72A3F5511557}"/>
              </a:ext>
            </a:extLst>
          </p:cNvPr>
          <p:cNvSpPr>
            <a:spLocks noGrp="1" noChangeArrowheads="1"/>
          </p:cNvSpPr>
          <p:nvPr>
            <p:ph type="title"/>
          </p:nvPr>
        </p:nvSpPr>
        <p:spPr/>
        <p:txBody>
          <a:bodyPr/>
          <a:lstStyle/>
          <a:p>
            <a:r>
              <a:rPr lang="en-US" altLang="en-US"/>
              <a:t>IP Multicasting</a:t>
            </a:r>
          </a:p>
        </p:txBody>
      </p:sp>
      <p:sp>
        <p:nvSpPr>
          <p:cNvPr id="22532" name="Rectangle 3">
            <a:extLst>
              <a:ext uri="{FF2B5EF4-FFF2-40B4-BE49-F238E27FC236}">
                <a16:creationId xmlns:a16="http://schemas.microsoft.com/office/drawing/2014/main" id="{2DB2C5C9-5119-42BE-ACCB-ABF81008F470}"/>
              </a:ext>
            </a:extLst>
          </p:cNvPr>
          <p:cNvSpPr>
            <a:spLocks noGrp="1" noChangeArrowheads="1"/>
          </p:cNvSpPr>
          <p:nvPr>
            <p:ph type="body" idx="1"/>
          </p:nvPr>
        </p:nvSpPr>
        <p:spPr>
          <a:xfrm>
            <a:off x="152400" y="1371600"/>
            <a:ext cx="8915400" cy="974725"/>
          </a:xfrm>
        </p:spPr>
        <p:txBody>
          <a:bodyPr/>
          <a:lstStyle/>
          <a:p>
            <a:pPr>
              <a:tabLst>
                <a:tab pos="2743200" algn="l"/>
                <a:tab pos="5661025" algn="l"/>
              </a:tabLst>
            </a:pPr>
            <a:r>
              <a:rPr lang="en-US" altLang="en-US"/>
              <a:t>There are three essential components of the IP Multicast service:</a:t>
            </a:r>
          </a:p>
        </p:txBody>
      </p:sp>
      <p:sp>
        <p:nvSpPr>
          <p:cNvPr id="22533" name="Text Box 4">
            <a:extLst>
              <a:ext uri="{FF2B5EF4-FFF2-40B4-BE49-F238E27FC236}">
                <a16:creationId xmlns:a16="http://schemas.microsoft.com/office/drawing/2014/main" id="{CC2C3158-2F74-4BE4-833E-DD5B403C4924}"/>
              </a:ext>
            </a:extLst>
          </p:cNvPr>
          <p:cNvSpPr txBox="1">
            <a:spLocks noChangeArrowheads="1"/>
          </p:cNvSpPr>
          <p:nvPr/>
        </p:nvSpPr>
        <p:spPr bwMode="auto">
          <a:xfrm>
            <a:off x="4479925" y="6010275"/>
            <a:ext cx="366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ts val="1000"/>
              </a:spcBef>
              <a:spcAft>
                <a:spcPts val="1000"/>
              </a:spcAft>
              <a:buFontTx/>
              <a:buChar char="•"/>
            </a:pPr>
            <a:endParaRPr lang="en-GB" altLang="en-US" i="1">
              <a:solidFill>
                <a:srgbClr val="000000"/>
              </a:solidFill>
            </a:endParaRPr>
          </a:p>
        </p:txBody>
      </p:sp>
      <p:sp>
        <p:nvSpPr>
          <p:cNvPr id="22534" name="Rectangle 5">
            <a:extLst>
              <a:ext uri="{FF2B5EF4-FFF2-40B4-BE49-F238E27FC236}">
                <a16:creationId xmlns:a16="http://schemas.microsoft.com/office/drawing/2014/main" id="{5B74F5E1-E6B2-4A59-A4B7-C4AA51AC7C4E}"/>
              </a:ext>
            </a:extLst>
          </p:cNvPr>
          <p:cNvSpPr>
            <a:spLocks noChangeArrowheads="1"/>
          </p:cNvSpPr>
          <p:nvPr/>
        </p:nvSpPr>
        <p:spPr bwMode="auto">
          <a:xfrm>
            <a:off x="1295400" y="3124200"/>
            <a:ext cx="5410200" cy="1524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tabLst>
                <a:tab pos="2743200" algn="l"/>
                <a:tab pos="5661025" algn="l"/>
              </a:tabLst>
              <a:defRPr sz="2400">
                <a:solidFill>
                  <a:schemeClr val="tx1"/>
                </a:solidFill>
                <a:latin typeface="Courier New" panose="02070309020205020404" pitchFamily="49" charset="0"/>
              </a:defRPr>
            </a:lvl1pPr>
            <a:lvl2pPr marL="742950" indent="-285750">
              <a:tabLst>
                <a:tab pos="2743200" algn="l"/>
                <a:tab pos="5661025" algn="l"/>
              </a:tabLst>
              <a:defRPr sz="2400">
                <a:solidFill>
                  <a:schemeClr val="tx1"/>
                </a:solidFill>
                <a:latin typeface="Courier New" panose="02070309020205020404" pitchFamily="49" charset="0"/>
              </a:defRPr>
            </a:lvl2pPr>
            <a:lvl3pPr marL="1143000" indent="-228600">
              <a:tabLst>
                <a:tab pos="2743200" algn="l"/>
                <a:tab pos="5661025" algn="l"/>
              </a:tabLst>
              <a:defRPr sz="2400">
                <a:solidFill>
                  <a:schemeClr val="tx1"/>
                </a:solidFill>
                <a:latin typeface="Courier New" panose="02070309020205020404" pitchFamily="49" charset="0"/>
              </a:defRPr>
            </a:lvl3pPr>
            <a:lvl4pPr marL="1600200" indent="-228600">
              <a:tabLst>
                <a:tab pos="2743200" algn="l"/>
                <a:tab pos="5661025" algn="l"/>
              </a:tabLst>
              <a:defRPr sz="2400">
                <a:solidFill>
                  <a:schemeClr val="tx1"/>
                </a:solidFill>
                <a:latin typeface="Courier New" panose="02070309020205020404" pitchFamily="49" charset="0"/>
              </a:defRPr>
            </a:lvl4pPr>
            <a:lvl5pPr marL="2057400" indent="-228600">
              <a:tabLst>
                <a:tab pos="2743200" algn="l"/>
                <a:tab pos="5661025" algn="l"/>
              </a:tabLst>
              <a:defRPr sz="2400">
                <a:solidFill>
                  <a:schemeClr val="tx1"/>
                </a:solidFill>
                <a:latin typeface="Courier New" panose="02070309020205020404" pitchFamily="49" charset="0"/>
              </a:defRPr>
            </a:lvl5pPr>
            <a:lvl6pPr marL="25146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9pPr>
          </a:lstStyle>
          <a:p>
            <a:r>
              <a:rPr lang="en-US" altLang="en-US">
                <a:latin typeface="Arial" panose="020B0604020202020204" pitchFamily="34" charset="0"/>
              </a:rPr>
              <a:t>IP Multicast Addressing</a:t>
            </a:r>
          </a:p>
          <a:p>
            <a:r>
              <a:rPr lang="en-US" altLang="en-US">
                <a:latin typeface="Arial" panose="020B0604020202020204" pitchFamily="34" charset="0"/>
              </a:rPr>
              <a:t>IP Group Management </a:t>
            </a:r>
          </a:p>
          <a:p>
            <a:r>
              <a:rPr lang="en-US" altLang="en-US">
                <a:latin typeface="Arial" panose="020B0604020202020204" pitchFamily="34" charset="0"/>
              </a:rPr>
              <a:t>Multicast Routing</a:t>
            </a:r>
            <a:endParaRPr lang="en-US" altLang="en-US">
              <a:latin typeface="Times New Roman" panose="02020603050405020304" pitchFamily="18" charset="0"/>
            </a:endParaRPr>
          </a:p>
        </p:txBody>
      </p:sp>
      <p:sp>
        <p:nvSpPr>
          <p:cNvPr id="22535" name="Rectangle 6">
            <a:extLst>
              <a:ext uri="{FF2B5EF4-FFF2-40B4-BE49-F238E27FC236}">
                <a16:creationId xmlns:a16="http://schemas.microsoft.com/office/drawing/2014/main" id="{7B59AC59-2DBC-46DA-AAD4-8B3A772C9499}"/>
              </a:ext>
            </a:extLst>
          </p:cNvPr>
          <p:cNvSpPr>
            <a:spLocks noChangeArrowheads="1"/>
          </p:cNvSpPr>
          <p:nvPr/>
        </p:nvSpPr>
        <p:spPr bwMode="auto">
          <a:xfrm>
            <a:off x="381000" y="5562600"/>
            <a:ext cx="7848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tabLst>
                <a:tab pos="2743200" algn="l"/>
                <a:tab pos="5661025" algn="l"/>
              </a:tabLst>
              <a:defRPr sz="2400">
                <a:solidFill>
                  <a:schemeClr val="tx1"/>
                </a:solidFill>
                <a:latin typeface="Courier New" panose="02070309020205020404" pitchFamily="49" charset="0"/>
              </a:defRPr>
            </a:lvl1pPr>
            <a:lvl2pPr marL="742950" indent="-285750">
              <a:tabLst>
                <a:tab pos="2743200" algn="l"/>
                <a:tab pos="5661025" algn="l"/>
              </a:tabLst>
              <a:defRPr sz="2400">
                <a:solidFill>
                  <a:schemeClr val="tx1"/>
                </a:solidFill>
                <a:latin typeface="Courier New" panose="02070309020205020404" pitchFamily="49" charset="0"/>
              </a:defRPr>
            </a:lvl2pPr>
            <a:lvl3pPr marL="1143000" indent="-228600">
              <a:tabLst>
                <a:tab pos="2743200" algn="l"/>
                <a:tab pos="5661025" algn="l"/>
              </a:tabLst>
              <a:defRPr sz="2400">
                <a:solidFill>
                  <a:schemeClr val="tx1"/>
                </a:solidFill>
                <a:latin typeface="Courier New" panose="02070309020205020404" pitchFamily="49" charset="0"/>
              </a:defRPr>
            </a:lvl3pPr>
            <a:lvl4pPr marL="1600200" indent="-228600">
              <a:tabLst>
                <a:tab pos="2743200" algn="l"/>
                <a:tab pos="5661025" algn="l"/>
              </a:tabLst>
              <a:defRPr sz="2400">
                <a:solidFill>
                  <a:schemeClr val="tx1"/>
                </a:solidFill>
                <a:latin typeface="Courier New" panose="02070309020205020404" pitchFamily="49" charset="0"/>
              </a:defRPr>
            </a:lvl4pPr>
            <a:lvl5pPr marL="2057400" indent="-228600">
              <a:tabLst>
                <a:tab pos="2743200" algn="l"/>
                <a:tab pos="5661025" algn="l"/>
              </a:tabLst>
              <a:defRPr sz="2400">
                <a:solidFill>
                  <a:schemeClr val="tx1"/>
                </a:solidFill>
                <a:latin typeface="Courier New" panose="02070309020205020404" pitchFamily="49" charset="0"/>
              </a:defRPr>
            </a:lvl5pPr>
            <a:lvl6pPr marL="25146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tabLst>
                <a:tab pos="2743200" algn="l"/>
                <a:tab pos="5661025" algn="l"/>
              </a:tabLst>
              <a:defRPr sz="2400">
                <a:solidFill>
                  <a:schemeClr val="tx1"/>
                </a:solidFill>
                <a:latin typeface="Courier New" panose="02070309020205020404" pitchFamily="49" charset="0"/>
              </a:defRPr>
            </a:lvl9pPr>
          </a:lstStyle>
          <a:p>
            <a:endParaRPr lang="en-GB" altLang="en-US">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7EA18-B9E4-40D5-B0A4-A0A79980A4DF}"/>
              </a:ext>
            </a:extLst>
          </p:cNvPr>
          <p:cNvSpPr>
            <a:spLocks noGrp="1"/>
          </p:cNvSpPr>
          <p:nvPr>
            <p:ph type="title"/>
          </p:nvPr>
        </p:nvSpPr>
        <p:spPr/>
        <p:txBody>
          <a:bodyPr/>
          <a:lstStyle/>
          <a:p>
            <a:r>
              <a:rPr lang="en-GB" dirty="0"/>
              <a:t>IP Multicast addresses</a:t>
            </a:r>
          </a:p>
        </p:txBody>
      </p:sp>
      <p:sp>
        <p:nvSpPr>
          <p:cNvPr id="3" name="Content Placeholder 2">
            <a:extLst>
              <a:ext uri="{FF2B5EF4-FFF2-40B4-BE49-F238E27FC236}">
                <a16:creationId xmlns:a16="http://schemas.microsoft.com/office/drawing/2014/main" id="{136B053A-2601-4173-A8CA-F197CA207920}"/>
              </a:ext>
            </a:extLst>
          </p:cNvPr>
          <p:cNvSpPr>
            <a:spLocks noGrp="1"/>
          </p:cNvSpPr>
          <p:nvPr>
            <p:ph idx="1"/>
          </p:nvPr>
        </p:nvSpPr>
        <p:spPr/>
        <p:txBody>
          <a:bodyPr/>
          <a:lstStyle/>
          <a:p>
            <a:pPr algn="l"/>
            <a:r>
              <a:rPr lang="en-GB" b="0" i="0" dirty="0">
                <a:solidFill>
                  <a:srgbClr val="262262"/>
                </a:solidFill>
                <a:effectLst/>
                <a:latin typeface="open sans" panose="020B0606030504020204" pitchFamily="34" charset="0"/>
              </a:rPr>
              <a:t>1. Local scope</a:t>
            </a:r>
          </a:p>
          <a:p>
            <a:pPr algn="l"/>
            <a:r>
              <a:rPr lang="en-GB" b="0" i="0" dirty="0">
                <a:solidFill>
                  <a:srgbClr val="252627"/>
                </a:solidFill>
                <a:effectLst/>
                <a:latin typeface="open sans" panose="020B0606030504020204" pitchFamily="34" charset="0"/>
              </a:rPr>
              <a:t>The first way—which is useful in purely local environments and labs—is to use the organization local scope from the administratively scoped ranges, 239.192.0.0/14. in that anybody can use them locally within their own network. However, network admins are expected to ensure that they don’t leave the local network. </a:t>
            </a:r>
          </a:p>
          <a:p>
            <a:pPr algn="l"/>
            <a:endParaRPr lang="en-GB" dirty="0"/>
          </a:p>
        </p:txBody>
      </p:sp>
      <p:sp>
        <p:nvSpPr>
          <p:cNvPr id="4" name="Slide Number Placeholder 3">
            <a:extLst>
              <a:ext uri="{FF2B5EF4-FFF2-40B4-BE49-F238E27FC236}">
                <a16:creationId xmlns:a16="http://schemas.microsoft.com/office/drawing/2014/main" id="{48979DFB-2F3A-4434-A58A-2C086DF688ED}"/>
              </a:ext>
            </a:extLst>
          </p:cNvPr>
          <p:cNvSpPr>
            <a:spLocks noGrp="1"/>
          </p:cNvSpPr>
          <p:nvPr>
            <p:ph type="sldNum" sz="quarter" idx="10"/>
          </p:nvPr>
        </p:nvSpPr>
        <p:spPr/>
        <p:txBody>
          <a:bodyPr/>
          <a:lstStyle/>
          <a:p>
            <a:fld id="{D1F379FA-D8C7-43B9-8189-65FB6C4F1922}" type="slidenum">
              <a:rPr lang="en-US" altLang="en-US" smtClean="0"/>
              <a:pPr/>
              <a:t>8</a:t>
            </a:fld>
            <a:endParaRPr lang="en-US" altLang="en-US"/>
          </a:p>
        </p:txBody>
      </p:sp>
    </p:spTree>
    <p:extLst>
      <p:ext uri="{BB962C8B-B14F-4D97-AF65-F5344CB8AC3E}">
        <p14:creationId xmlns:p14="http://schemas.microsoft.com/office/powerpoint/2010/main" val="2348844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1EE95-3207-48EA-A185-65A3243AFA36}"/>
              </a:ext>
            </a:extLst>
          </p:cNvPr>
          <p:cNvSpPr>
            <a:spLocks noGrp="1"/>
          </p:cNvSpPr>
          <p:nvPr>
            <p:ph type="title"/>
          </p:nvPr>
        </p:nvSpPr>
        <p:spPr/>
        <p:txBody>
          <a:bodyPr/>
          <a:lstStyle/>
          <a:p>
            <a:r>
              <a:rPr lang="en-GB" b="0" i="0" dirty="0">
                <a:solidFill>
                  <a:srgbClr val="262262"/>
                </a:solidFill>
                <a:effectLst/>
                <a:latin typeface="open sans" panose="020B0606030504020204" pitchFamily="34" charset="0"/>
              </a:rPr>
              <a:t>GLOP addressing (is not an acronym)</a:t>
            </a:r>
            <a:endParaRPr lang="en-GB" dirty="0"/>
          </a:p>
        </p:txBody>
      </p:sp>
      <p:sp>
        <p:nvSpPr>
          <p:cNvPr id="3" name="Content Placeholder 2">
            <a:extLst>
              <a:ext uri="{FF2B5EF4-FFF2-40B4-BE49-F238E27FC236}">
                <a16:creationId xmlns:a16="http://schemas.microsoft.com/office/drawing/2014/main" id="{AB630392-E7E9-4698-BE35-32105CA0FFC9}"/>
              </a:ext>
            </a:extLst>
          </p:cNvPr>
          <p:cNvSpPr>
            <a:spLocks noGrp="1"/>
          </p:cNvSpPr>
          <p:nvPr>
            <p:ph idx="1"/>
          </p:nvPr>
        </p:nvSpPr>
        <p:spPr/>
        <p:txBody>
          <a:bodyPr/>
          <a:lstStyle/>
          <a:p>
            <a:pPr algn="l"/>
            <a:r>
              <a:rPr lang="en-GB" b="0" i="0" dirty="0">
                <a:solidFill>
                  <a:srgbClr val="262262"/>
                </a:solidFill>
                <a:effectLst/>
                <a:latin typeface="open sans" panose="020B0606030504020204" pitchFamily="34" charset="0"/>
              </a:rPr>
              <a:t>2. </a:t>
            </a:r>
            <a:r>
              <a:rPr lang="en-GB" dirty="0">
                <a:solidFill>
                  <a:srgbClr val="202124"/>
                </a:solidFill>
                <a:latin typeface="Google Sans Text"/>
              </a:rPr>
              <a:t>GLOP addressing is </a:t>
            </a:r>
            <a:r>
              <a:rPr lang="en-GB" b="1" dirty="0">
                <a:solidFill>
                  <a:srgbClr val="202124"/>
                </a:solidFill>
                <a:latin typeface="Google Sans Text"/>
              </a:rPr>
              <a:t>used to give anyone with their own registered public AS number their own globally unique multicast IP address range</a:t>
            </a:r>
            <a:r>
              <a:rPr lang="en-GB" dirty="0">
                <a:solidFill>
                  <a:srgbClr val="202124"/>
                </a:solidFill>
                <a:latin typeface="Google Sans Text"/>
              </a:rPr>
              <a:t>. – 233.0. 0.0/8 is the reserved GLOP range.</a:t>
            </a:r>
            <a:endParaRPr lang="en-GB" dirty="0">
              <a:solidFill>
                <a:srgbClr val="252627"/>
              </a:solidFill>
              <a:latin typeface="open sans" panose="020B0606030504020204" pitchFamily="34" charset="0"/>
            </a:endParaRPr>
          </a:p>
          <a:p>
            <a:pPr algn="l"/>
            <a:r>
              <a:rPr lang="en-GB" b="0" i="0" dirty="0">
                <a:solidFill>
                  <a:srgbClr val="252627"/>
                </a:solidFill>
                <a:effectLst/>
                <a:latin typeface="open sans" panose="020B0606030504020204" pitchFamily="34" charset="0"/>
              </a:rPr>
              <a:t>This scheme uses a registered </a:t>
            </a:r>
            <a:r>
              <a:rPr lang="en-GB" b="1" i="0" u="none" strike="noStrike" dirty="0">
                <a:solidFill>
                  <a:srgbClr val="874E9F"/>
                </a:solidFill>
                <a:effectLst/>
                <a:latin typeface="open sans" panose="020B0606030504020204" pitchFamily="34" charset="0"/>
              </a:rPr>
              <a:t>BGP</a:t>
            </a:r>
            <a:r>
              <a:rPr lang="en-GB" b="0" i="0" dirty="0">
                <a:solidFill>
                  <a:srgbClr val="252627"/>
                </a:solidFill>
                <a:effectLst/>
                <a:latin typeface="open sans" panose="020B0606030504020204" pitchFamily="34" charset="0"/>
              </a:rPr>
              <a:t> ASN to create a multicast address range.</a:t>
            </a:r>
          </a:p>
          <a:p>
            <a:pPr algn="l"/>
            <a:r>
              <a:rPr lang="en-GB" b="0" i="0" dirty="0">
                <a:solidFill>
                  <a:srgbClr val="252627"/>
                </a:solidFill>
                <a:effectLst/>
                <a:latin typeface="open sans" panose="020B0606030504020204" pitchFamily="34" charset="0"/>
              </a:rPr>
              <a:t>Since BGP ASNs were originally two bytes long, the GLOP scheme takes the 233.0.0.0/8 range of addresses and encodes that 2-byte ASN into the second and third bytes of the address</a:t>
            </a:r>
            <a:r>
              <a:rPr lang="en-GB" b="0" i="0" dirty="0">
                <a:solidFill>
                  <a:srgbClr val="262262"/>
                </a:solidFill>
                <a:effectLst/>
                <a:latin typeface="open sans" panose="020B0606030504020204" pitchFamily="34" charset="0"/>
              </a:rPr>
              <a:t>. </a:t>
            </a:r>
            <a:endParaRPr lang="en-GB" b="0" i="0" dirty="0">
              <a:solidFill>
                <a:srgbClr val="252627"/>
              </a:solidFill>
              <a:effectLst/>
              <a:latin typeface="open sans" panose="020B0606030504020204" pitchFamily="34" charset="0"/>
            </a:endParaRPr>
          </a:p>
        </p:txBody>
      </p:sp>
      <p:sp>
        <p:nvSpPr>
          <p:cNvPr id="4" name="Slide Number Placeholder 3">
            <a:extLst>
              <a:ext uri="{FF2B5EF4-FFF2-40B4-BE49-F238E27FC236}">
                <a16:creationId xmlns:a16="http://schemas.microsoft.com/office/drawing/2014/main" id="{A31A13DC-4447-4D61-9868-039454CE5097}"/>
              </a:ext>
            </a:extLst>
          </p:cNvPr>
          <p:cNvSpPr>
            <a:spLocks noGrp="1"/>
          </p:cNvSpPr>
          <p:nvPr>
            <p:ph type="sldNum" sz="quarter" idx="10"/>
          </p:nvPr>
        </p:nvSpPr>
        <p:spPr/>
        <p:txBody>
          <a:bodyPr/>
          <a:lstStyle/>
          <a:p>
            <a:fld id="{D1F379FA-D8C7-43B9-8189-65FB6C4F1922}" type="slidenum">
              <a:rPr lang="en-US" altLang="en-US" smtClean="0"/>
              <a:pPr/>
              <a:t>9</a:t>
            </a:fld>
            <a:endParaRPr lang="en-US" altLang="en-US"/>
          </a:p>
        </p:txBody>
      </p:sp>
    </p:spTree>
    <p:extLst>
      <p:ext uri="{BB962C8B-B14F-4D97-AF65-F5344CB8AC3E}">
        <p14:creationId xmlns:p14="http://schemas.microsoft.com/office/powerpoint/2010/main" val="93823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6ADB0-1F37-4EC9-8B1F-1D685C419350}"/>
              </a:ext>
            </a:extLst>
          </p:cNvPr>
          <p:cNvSpPr>
            <a:spLocks noGrp="1"/>
          </p:cNvSpPr>
          <p:nvPr>
            <p:ph type="title"/>
          </p:nvPr>
        </p:nvSpPr>
        <p:spPr/>
        <p:txBody>
          <a:bodyPr/>
          <a:lstStyle/>
          <a:p>
            <a:r>
              <a:rPr lang="en-GB" b="0" i="0" dirty="0">
                <a:solidFill>
                  <a:srgbClr val="262262"/>
                </a:solidFill>
                <a:effectLst/>
                <a:latin typeface="open sans" panose="020B0606030504020204" pitchFamily="34" charset="0"/>
              </a:rPr>
              <a:t>Permanently assigned addresses</a:t>
            </a:r>
            <a:endParaRPr lang="en-GB" dirty="0"/>
          </a:p>
        </p:txBody>
      </p:sp>
      <p:sp>
        <p:nvSpPr>
          <p:cNvPr id="3" name="Content Placeholder 2">
            <a:extLst>
              <a:ext uri="{FF2B5EF4-FFF2-40B4-BE49-F238E27FC236}">
                <a16:creationId xmlns:a16="http://schemas.microsoft.com/office/drawing/2014/main" id="{32A95A17-4C97-44C2-BAD4-5D9A76656B90}"/>
              </a:ext>
            </a:extLst>
          </p:cNvPr>
          <p:cNvSpPr>
            <a:spLocks noGrp="1"/>
          </p:cNvSpPr>
          <p:nvPr>
            <p:ph idx="1"/>
          </p:nvPr>
        </p:nvSpPr>
        <p:spPr/>
        <p:txBody>
          <a:bodyPr/>
          <a:lstStyle/>
          <a:p>
            <a:r>
              <a:rPr lang="en-GB" b="0" i="0" dirty="0">
                <a:solidFill>
                  <a:srgbClr val="252627"/>
                </a:solidFill>
                <a:effectLst/>
                <a:latin typeface="open sans" panose="020B0606030504020204" pitchFamily="34" charset="0"/>
              </a:rPr>
              <a:t>3.  The third way to get a permanently assigned address in the ranges 224.0.2.0-224.0.255.0 and 224.1.0.0-224.1.255.255 by applying to the IANA. These addresses are in relatively short supply, though. So, unless you have a multicast application that you intend to share with a large number of downstream clients, it’s probably better to use one of the other methods.</a:t>
            </a:r>
          </a:p>
          <a:p>
            <a:endParaRPr lang="en-GB" dirty="0">
              <a:solidFill>
                <a:srgbClr val="252627"/>
              </a:solidFill>
              <a:latin typeface="open sans" panose="020B0606030504020204" pitchFamily="34" charset="0"/>
            </a:endParaRPr>
          </a:p>
          <a:p>
            <a:pPr marL="0" indent="0">
              <a:buNone/>
            </a:pPr>
            <a:r>
              <a:rPr lang="en-GB" dirty="0">
                <a:solidFill>
                  <a:srgbClr val="252627"/>
                </a:solidFill>
                <a:latin typeface="open sans" panose="020B0606030504020204" pitchFamily="34" charset="0"/>
              </a:rPr>
              <a:t>Walt Disney’s Multicast addresses are </a:t>
            </a:r>
            <a:r>
              <a:rPr lang="en-GB" b="0" i="0" dirty="0">
                <a:solidFill>
                  <a:srgbClr val="000000"/>
                </a:solidFill>
                <a:effectLst/>
                <a:latin typeface="Noto"/>
              </a:rPr>
              <a:t>224.0.19.0-224.0.19.63</a:t>
            </a:r>
          </a:p>
          <a:p>
            <a:pPr marL="0" indent="0">
              <a:buNone/>
            </a:pPr>
            <a:endParaRPr lang="en-GB" dirty="0">
              <a:solidFill>
                <a:srgbClr val="000000"/>
              </a:solidFill>
              <a:latin typeface="Noto"/>
            </a:endParaRPr>
          </a:p>
          <a:p>
            <a:pPr marL="0" indent="0">
              <a:buNone/>
            </a:pPr>
            <a:r>
              <a:rPr lang="en-GB" dirty="0">
                <a:solidFill>
                  <a:srgbClr val="FF0000"/>
                </a:solidFill>
                <a:hlinkClick r:id="rId2">
                  <a:extLst>
                    <a:ext uri="{A12FA001-AC4F-418D-AE19-62706E023703}">
                      <ahyp:hlinkClr xmlns:ahyp="http://schemas.microsoft.com/office/drawing/2018/hyperlinkcolor" val="tx"/>
                    </a:ext>
                  </a:extLst>
                </a:hlinkClick>
              </a:rPr>
              <a:t>Full list of fixed Multicast  addresses</a:t>
            </a:r>
            <a:endParaRPr lang="en-GB" dirty="0">
              <a:solidFill>
                <a:srgbClr val="FF0000"/>
              </a:solidFill>
            </a:endParaRPr>
          </a:p>
          <a:p>
            <a:pPr marL="0" indent="0">
              <a:buNone/>
            </a:pPr>
            <a:endParaRPr lang="en-GB" dirty="0"/>
          </a:p>
        </p:txBody>
      </p:sp>
      <p:sp>
        <p:nvSpPr>
          <p:cNvPr id="4" name="Slide Number Placeholder 3">
            <a:extLst>
              <a:ext uri="{FF2B5EF4-FFF2-40B4-BE49-F238E27FC236}">
                <a16:creationId xmlns:a16="http://schemas.microsoft.com/office/drawing/2014/main" id="{9E6C5411-DA4B-4B39-AE95-62774F07A0EA}"/>
              </a:ext>
            </a:extLst>
          </p:cNvPr>
          <p:cNvSpPr>
            <a:spLocks noGrp="1"/>
          </p:cNvSpPr>
          <p:nvPr>
            <p:ph type="sldNum" sz="quarter" idx="10"/>
          </p:nvPr>
        </p:nvSpPr>
        <p:spPr/>
        <p:txBody>
          <a:bodyPr/>
          <a:lstStyle/>
          <a:p>
            <a:fld id="{D1F379FA-D8C7-43B9-8189-65FB6C4F1922}" type="slidenum">
              <a:rPr lang="en-US" altLang="en-US" smtClean="0"/>
              <a:pPr/>
              <a:t>10</a:t>
            </a:fld>
            <a:endParaRPr lang="en-US" altLang="en-US"/>
          </a:p>
        </p:txBody>
      </p:sp>
    </p:spTree>
    <p:extLst>
      <p:ext uri="{BB962C8B-B14F-4D97-AF65-F5344CB8AC3E}">
        <p14:creationId xmlns:p14="http://schemas.microsoft.com/office/powerpoint/2010/main" val="237597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AC118876-6ED2-47F3-8CCF-781C19D599A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0E57D9FF-20ED-4364-B1A9-A64BD322F97D}" type="slidenum">
              <a:rPr lang="en-US" altLang="en-US" sz="1000">
                <a:latin typeface="Times New Roman" panose="02020603050405020304" pitchFamily="18" charset="0"/>
              </a:rPr>
              <a:pPr/>
              <a:t>11</a:t>
            </a:fld>
            <a:endParaRPr lang="en-US" altLang="en-US" sz="1000">
              <a:latin typeface="Times New Roman" panose="02020603050405020304" pitchFamily="18" charset="0"/>
            </a:endParaRPr>
          </a:p>
        </p:txBody>
      </p:sp>
      <p:sp>
        <p:nvSpPr>
          <p:cNvPr id="20483" name="Rectangle 2">
            <a:extLst>
              <a:ext uri="{FF2B5EF4-FFF2-40B4-BE49-F238E27FC236}">
                <a16:creationId xmlns:a16="http://schemas.microsoft.com/office/drawing/2014/main" id="{C042436E-EFED-4CDB-8062-D57FCEA6163D}"/>
              </a:ext>
            </a:extLst>
          </p:cNvPr>
          <p:cNvSpPr>
            <a:spLocks noGrp="1" noChangeArrowheads="1"/>
          </p:cNvSpPr>
          <p:nvPr>
            <p:ph type="title"/>
          </p:nvPr>
        </p:nvSpPr>
        <p:spPr/>
        <p:txBody>
          <a:bodyPr/>
          <a:lstStyle/>
          <a:p>
            <a:r>
              <a:rPr lang="en-US" altLang="en-US" dirty="0"/>
              <a:t>Semantics of IP Multicast</a:t>
            </a:r>
          </a:p>
        </p:txBody>
      </p:sp>
      <p:sp>
        <p:nvSpPr>
          <p:cNvPr id="20484" name="Rectangle 3">
            <a:extLst>
              <a:ext uri="{FF2B5EF4-FFF2-40B4-BE49-F238E27FC236}">
                <a16:creationId xmlns:a16="http://schemas.microsoft.com/office/drawing/2014/main" id="{567AD117-9DBA-4584-BE44-30E031C0EEC1}"/>
              </a:ext>
            </a:extLst>
          </p:cNvPr>
          <p:cNvSpPr>
            <a:spLocks noGrp="1" noChangeArrowheads="1"/>
          </p:cNvSpPr>
          <p:nvPr>
            <p:ph type="body" idx="1"/>
          </p:nvPr>
        </p:nvSpPr>
        <p:spPr>
          <a:xfrm>
            <a:off x="114300" y="1143000"/>
            <a:ext cx="8915400" cy="4572000"/>
          </a:xfrm>
        </p:spPr>
        <p:txBody>
          <a:bodyPr/>
          <a:lstStyle/>
          <a:p>
            <a:pPr>
              <a:lnSpc>
                <a:spcPct val="90000"/>
              </a:lnSpc>
            </a:pPr>
            <a:r>
              <a:rPr lang="en-US" altLang="en-US" dirty="0"/>
              <a:t>Multicast groups are identified by IP addresses in the range 224.0.0.0 - 239.255.255.255 (class D address)</a:t>
            </a:r>
          </a:p>
          <a:p>
            <a:pPr>
              <a:lnSpc>
                <a:spcPct val="90000"/>
              </a:lnSpc>
            </a:pPr>
            <a:r>
              <a:rPr lang="en-US" altLang="en-US" dirty="0"/>
              <a:t>Every host (</a:t>
            </a:r>
            <a:r>
              <a:rPr lang="en-US" altLang="en-US" sz="1800" i="1" dirty="0"/>
              <a:t>more precisely:</a:t>
            </a:r>
            <a:r>
              <a:rPr lang="en-US" altLang="en-US" dirty="0"/>
              <a:t> interface) can join and leave a multicast group dynamically</a:t>
            </a:r>
          </a:p>
          <a:p>
            <a:pPr lvl="2">
              <a:lnSpc>
                <a:spcPct val="90000"/>
              </a:lnSpc>
            </a:pPr>
            <a:r>
              <a:rPr lang="en-US" altLang="en-US" dirty="0"/>
              <a:t>no access control</a:t>
            </a:r>
          </a:p>
          <a:p>
            <a:pPr lvl="2">
              <a:lnSpc>
                <a:spcPct val="90000"/>
              </a:lnSpc>
            </a:pPr>
            <a:endParaRPr lang="en-US" altLang="en-US" dirty="0"/>
          </a:p>
          <a:p>
            <a:pPr>
              <a:lnSpc>
                <a:spcPct val="90000"/>
              </a:lnSpc>
            </a:pPr>
            <a:r>
              <a:rPr lang="en-US" altLang="en-US" dirty="0"/>
              <a:t>Every IP datagram sent to a multicast group is transmitted to all members of the group</a:t>
            </a:r>
          </a:p>
          <a:p>
            <a:pPr lvl="2">
              <a:lnSpc>
                <a:spcPct val="90000"/>
              </a:lnSpc>
            </a:pPr>
            <a:r>
              <a:rPr lang="en-US" altLang="en-US" dirty="0"/>
              <a:t>no security, </a:t>
            </a:r>
          </a:p>
          <a:p>
            <a:pPr lvl="2">
              <a:lnSpc>
                <a:spcPct val="90000"/>
              </a:lnSpc>
            </a:pPr>
            <a:r>
              <a:rPr lang="en-US" altLang="en-US" dirty="0"/>
              <a:t>Sender does not need to be a member of the group</a:t>
            </a:r>
          </a:p>
          <a:p>
            <a:pPr lvl="4">
              <a:lnSpc>
                <a:spcPct val="90000"/>
              </a:lnSpc>
            </a:pPr>
            <a:endParaRPr lang="en-US" altLang="en-US" dirty="0"/>
          </a:p>
          <a:p>
            <a:pPr>
              <a:lnSpc>
                <a:spcPct val="90000"/>
              </a:lnSpc>
            </a:pPr>
            <a:r>
              <a:rPr lang="en-US" altLang="en-US" dirty="0"/>
              <a:t>The IP Multicast service is unreliable</a:t>
            </a:r>
          </a:p>
          <a:p>
            <a:pPr lvl="2">
              <a:lnSpc>
                <a:spcPct val="90000"/>
              </a:lnSpc>
            </a:pP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48170891-6CE2-413F-9CA8-FD442D091CA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ACACB6AA-0C91-4B84-8163-C5D34D560740}" type="slidenum">
              <a:rPr lang="en-US" altLang="en-US" sz="1000">
                <a:latin typeface="Times New Roman" panose="02020603050405020304" pitchFamily="18" charset="0"/>
              </a:rPr>
              <a:pPr/>
              <a:t>12</a:t>
            </a:fld>
            <a:endParaRPr lang="en-US" altLang="en-US" sz="1000">
              <a:latin typeface="Times New Roman" panose="02020603050405020304" pitchFamily="18" charset="0"/>
            </a:endParaRPr>
          </a:p>
        </p:txBody>
      </p:sp>
      <p:sp>
        <p:nvSpPr>
          <p:cNvPr id="21507" name="Rectangle 59">
            <a:extLst>
              <a:ext uri="{FF2B5EF4-FFF2-40B4-BE49-F238E27FC236}">
                <a16:creationId xmlns:a16="http://schemas.microsoft.com/office/drawing/2014/main" id="{8E446516-8003-4270-8A1D-8DC6705149AC}"/>
              </a:ext>
            </a:extLst>
          </p:cNvPr>
          <p:cNvSpPr>
            <a:spLocks noChangeArrowheads="1"/>
          </p:cNvSpPr>
          <p:nvPr/>
        </p:nvSpPr>
        <p:spPr bwMode="auto">
          <a:xfrm>
            <a:off x="1752600" y="5181600"/>
            <a:ext cx="5486400" cy="533400"/>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Network Interface</a:t>
            </a:r>
          </a:p>
        </p:txBody>
      </p:sp>
      <p:grpSp>
        <p:nvGrpSpPr>
          <p:cNvPr id="21508" name="Group 72">
            <a:extLst>
              <a:ext uri="{FF2B5EF4-FFF2-40B4-BE49-F238E27FC236}">
                <a16:creationId xmlns:a16="http://schemas.microsoft.com/office/drawing/2014/main" id="{6785FBFB-7BB2-436B-84D5-D60414773EAD}"/>
              </a:ext>
            </a:extLst>
          </p:cNvPr>
          <p:cNvGrpSpPr>
            <a:grpSpLocks/>
          </p:cNvGrpSpPr>
          <p:nvPr/>
        </p:nvGrpSpPr>
        <p:grpSpPr bwMode="auto">
          <a:xfrm>
            <a:off x="1752600" y="4552950"/>
            <a:ext cx="5486400" cy="533400"/>
            <a:chOff x="1104" y="2880"/>
            <a:chExt cx="3456" cy="336"/>
          </a:xfrm>
        </p:grpSpPr>
        <p:sp>
          <p:nvSpPr>
            <p:cNvPr id="21521" name="Rectangle 60">
              <a:extLst>
                <a:ext uri="{FF2B5EF4-FFF2-40B4-BE49-F238E27FC236}">
                  <a16:creationId xmlns:a16="http://schemas.microsoft.com/office/drawing/2014/main" id="{06974460-B272-457B-8516-DB541CC60BCF}"/>
                </a:ext>
              </a:extLst>
            </p:cNvPr>
            <p:cNvSpPr>
              <a:spLocks noChangeArrowheads="1"/>
            </p:cNvSpPr>
            <p:nvPr/>
          </p:nvSpPr>
          <p:spPr bwMode="auto">
            <a:xfrm>
              <a:off x="1104" y="2880"/>
              <a:ext cx="2256" cy="336"/>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IP</a:t>
              </a:r>
            </a:p>
          </p:txBody>
        </p:sp>
        <p:sp>
          <p:nvSpPr>
            <p:cNvPr id="21522" name="Rectangle 61">
              <a:extLst>
                <a:ext uri="{FF2B5EF4-FFF2-40B4-BE49-F238E27FC236}">
                  <a16:creationId xmlns:a16="http://schemas.microsoft.com/office/drawing/2014/main" id="{FC0F140C-98BC-4847-91F3-1BA935267D41}"/>
                </a:ext>
              </a:extLst>
            </p:cNvPr>
            <p:cNvSpPr>
              <a:spLocks noChangeArrowheads="1"/>
            </p:cNvSpPr>
            <p:nvPr/>
          </p:nvSpPr>
          <p:spPr bwMode="auto">
            <a:xfrm>
              <a:off x="3504" y="2880"/>
              <a:ext cx="1056" cy="336"/>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IP Multicast</a:t>
              </a:r>
            </a:p>
          </p:txBody>
        </p:sp>
      </p:grpSp>
      <p:grpSp>
        <p:nvGrpSpPr>
          <p:cNvPr id="21509" name="Group 71">
            <a:extLst>
              <a:ext uri="{FF2B5EF4-FFF2-40B4-BE49-F238E27FC236}">
                <a16:creationId xmlns:a16="http://schemas.microsoft.com/office/drawing/2014/main" id="{71601CDE-C44E-4AFA-8321-E586713E9AAF}"/>
              </a:ext>
            </a:extLst>
          </p:cNvPr>
          <p:cNvGrpSpPr>
            <a:grpSpLocks/>
          </p:cNvGrpSpPr>
          <p:nvPr/>
        </p:nvGrpSpPr>
        <p:grpSpPr bwMode="auto">
          <a:xfrm>
            <a:off x="1752600" y="3924300"/>
            <a:ext cx="5486400" cy="533400"/>
            <a:chOff x="1104" y="2448"/>
            <a:chExt cx="3456" cy="336"/>
          </a:xfrm>
        </p:grpSpPr>
        <p:sp>
          <p:nvSpPr>
            <p:cNvPr id="21519" name="Rectangle 63">
              <a:extLst>
                <a:ext uri="{FF2B5EF4-FFF2-40B4-BE49-F238E27FC236}">
                  <a16:creationId xmlns:a16="http://schemas.microsoft.com/office/drawing/2014/main" id="{B6AFCDA7-B66D-41D7-B116-B739FFEDF1FA}"/>
                </a:ext>
              </a:extLst>
            </p:cNvPr>
            <p:cNvSpPr>
              <a:spLocks noChangeArrowheads="1"/>
            </p:cNvSpPr>
            <p:nvPr/>
          </p:nvSpPr>
          <p:spPr bwMode="auto">
            <a:xfrm>
              <a:off x="2304" y="2448"/>
              <a:ext cx="2256" cy="336"/>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UDP</a:t>
              </a:r>
            </a:p>
          </p:txBody>
        </p:sp>
        <p:sp>
          <p:nvSpPr>
            <p:cNvPr id="21520" name="Rectangle 64">
              <a:extLst>
                <a:ext uri="{FF2B5EF4-FFF2-40B4-BE49-F238E27FC236}">
                  <a16:creationId xmlns:a16="http://schemas.microsoft.com/office/drawing/2014/main" id="{1CACEC20-430F-44AB-8EFD-9C387A28ED16}"/>
                </a:ext>
              </a:extLst>
            </p:cNvPr>
            <p:cNvSpPr>
              <a:spLocks noChangeArrowheads="1"/>
            </p:cNvSpPr>
            <p:nvPr/>
          </p:nvSpPr>
          <p:spPr bwMode="auto">
            <a:xfrm>
              <a:off x="1104" y="2448"/>
              <a:ext cx="1056" cy="336"/>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TCP</a:t>
              </a:r>
            </a:p>
          </p:txBody>
        </p:sp>
      </p:grpSp>
      <p:grpSp>
        <p:nvGrpSpPr>
          <p:cNvPr id="21510" name="Group 73">
            <a:extLst>
              <a:ext uri="{FF2B5EF4-FFF2-40B4-BE49-F238E27FC236}">
                <a16:creationId xmlns:a16="http://schemas.microsoft.com/office/drawing/2014/main" id="{C0A85D44-1D40-4859-A1D2-35A203090CA7}"/>
              </a:ext>
            </a:extLst>
          </p:cNvPr>
          <p:cNvGrpSpPr>
            <a:grpSpLocks/>
          </p:cNvGrpSpPr>
          <p:nvPr/>
        </p:nvGrpSpPr>
        <p:grpSpPr bwMode="auto">
          <a:xfrm>
            <a:off x="1752600" y="2914650"/>
            <a:ext cx="5486400" cy="914400"/>
            <a:chOff x="1104" y="1824"/>
            <a:chExt cx="3456" cy="576"/>
          </a:xfrm>
        </p:grpSpPr>
        <p:sp>
          <p:nvSpPr>
            <p:cNvPr id="21515" name="Rectangle 62">
              <a:extLst>
                <a:ext uri="{FF2B5EF4-FFF2-40B4-BE49-F238E27FC236}">
                  <a16:creationId xmlns:a16="http://schemas.microsoft.com/office/drawing/2014/main" id="{8F2A5897-C3F3-4AC1-B924-2153FD0339DC}"/>
                </a:ext>
              </a:extLst>
            </p:cNvPr>
            <p:cNvSpPr>
              <a:spLocks noChangeArrowheads="1"/>
            </p:cNvSpPr>
            <p:nvPr/>
          </p:nvSpPr>
          <p:spPr bwMode="auto">
            <a:xfrm>
              <a:off x="1104" y="1824"/>
              <a:ext cx="3456" cy="576"/>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Socket Layer</a:t>
              </a:r>
              <a:br>
                <a:rPr lang="en-US" altLang="en-US" sz="1800" b="1">
                  <a:latin typeface="Arial" panose="020B0604020202020204" pitchFamily="34" charset="0"/>
                </a:rPr>
              </a:br>
              <a:br>
                <a:rPr lang="en-US" altLang="en-US" sz="1800" b="1">
                  <a:latin typeface="Arial" panose="020B0604020202020204" pitchFamily="34" charset="0"/>
                </a:rPr>
              </a:br>
              <a:endParaRPr lang="en-US" altLang="en-US" sz="1800" b="1">
                <a:latin typeface="Arial" panose="020B0604020202020204" pitchFamily="34" charset="0"/>
              </a:endParaRPr>
            </a:p>
          </p:txBody>
        </p:sp>
        <p:sp>
          <p:nvSpPr>
            <p:cNvPr id="21516" name="Rectangle 65">
              <a:extLst>
                <a:ext uri="{FF2B5EF4-FFF2-40B4-BE49-F238E27FC236}">
                  <a16:creationId xmlns:a16="http://schemas.microsoft.com/office/drawing/2014/main" id="{EA4DBC49-BBB1-4216-BD38-62E91E2D3F3A}"/>
                </a:ext>
              </a:extLst>
            </p:cNvPr>
            <p:cNvSpPr>
              <a:spLocks noChangeArrowheads="1"/>
            </p:cNvSpPr>
            <p:nvPr/>
          </p:nvSpPr>
          <p:spPr bwMode="auto">
            <a:xfrm>
              <a:off x="1104" y="2112"/>
              <a:ext cx="1056" cy="288"/>
            </a:xfrm>
            <a:prstGeom prst="rect">
              <a:avLst/>
            </a:prstGeom>
            <a:solidFill>
              <a:srgbClr val="FF99CC"/>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400" b="1">
                  <a:latin typeface="Arial" panose="020B0604020202020204" pitchFamily="34" charset="0"/>
                </a:rPr>
                <a:t>Stream Sockets</a:t>
              </a:r>
            </a:p>
          </p:txBody>
        </p:sp>
        <p:sp>
          <p:nvSpPr>
            <p:cNvPr id="21517" name="Rectangle 66">
              <a:extLst>
                <a:ext uri="{FF2B5EF4-FFF2-40B4-BE49-F238E27FC236}">
                  <a16:creationId xmlns:a16="http://schemas.microsoft.com/office/drawing/2014/main" id="{5F1B21E9-EB5B-4CC0-89AE-30C75FEFC5DD}"/>
                </a:ext>
              </a:extLst>
            </p:cNvPr>
            <p:cNvSpPr>
              <a:spLocks noChangeArrowheads="1"/>
            </p:cNvSpPr>
            <p:nvPr/>
          </p:nvSpPr>
          <p:spPr bwMode="auto">
            <a:xfrm>
              <a:off x="2304" y="2112"/>
              <a:ext cx="1056" cy="288"/>
            </a:xfrm>
            <a:prstGeom prst="rect">
              <a:avLst/>
            </a:prstGeom>
            <a:solidFill>
              <a:srgbClr val="FF99CC"/>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400" b="1">
                  <a:latin typeface="Arial" panose="020B0604020202020204" pitchFamily="34" charset="0"/>
                </a:rPr>
                <a:t>Datagram Sockets</a:t>
              </a:r>
            </a:p>
          </p:txBody>
        </p:sp>
        <p:sp>
          <p:nvSpPr>
            <p:cNvPr id="21518" name="Rectangle 67">
              <a:extLst>
                <a:ext uri="{FF2B5EF4-FFF2-40B4-BE49-F238E27FC236}">
                  <a16:creationId xmlns:a16="http://schemas.microsoft.com/office/drawing/2014/main" id="{160BACAF-478F-4697-9B86-B53155BC60D9}"/>
                </a:ext>
              </a:extLst>
            </p:cNvPr>
            <p:cNvSpPr>
              <a:spLocks noChangeArrowheads="1"/>
            </p:cNvSpPr>
            <p:nvPr/>
          </p:nvSpPr>
          <p:spPr bwMode="auto">
            <a:xfrm>
              <a:off x="3504" y="2112"/>
              <a:ext cx="1056" cy="288"/>
            </a:xfrm>
            <a:prstGeom prst="rect">
              <a:avLst/>
            </a:prstGeom>
            <a:solidFill>
              <a:srgbClr val="FF99CC"/>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400" b="1">
                  <a:latin typeface="Arial" panose="020B0604020202020204" pitchFamily="34" charset="0"/>
                </a:rPr>
                <a:t>Multicast Sockets</a:t>
              </a:r>
            </a:p>
          </p:txBody>
        </p:sp>
      </p:grpSp>
      <p:sp>
        <p:nvSpPr>
          <p:cNvPr id="21511" name="Rectangle 68">
            <a:extLst>
              <a:ext uri="{FF2B5EF4-FFF2-40B4-BE49-F238E27FC236}">
                <a16:creationId xmlns:a16="http://schemas.microsoft.com/office/drawing/2014/main" id="{239C687E-1270-4092-8D08-64B3F71D48FB}"/>
              </a:ext>
            </a:extLst>
          </p:cNvPr>
          <p:cNvSpPr>
            <a:spLocks noChangeArrowheads="1"/>
          </p:cNvSpPr>
          <p:nvPr/>
        </p:nvSpPr>
        <p:spPr bwMode="auto">
          <a:xfrm>
            <a:off x="1752600" y="2286000"/>
            <a:ext cx="5486400" cy="533400"/>
          </a:xfrm>
          <a:prstGeom prst="rect">
            <a:avLst/>
          </a:prstGeom>
          <a:solidFill>
            <a:srgbClr val="CCECFF"/>
          </a:solidFill>
          <a:ln w="9525">
            <a:solidFill>
              <a:schemeClr val="tx1"/>
            </a:solidFill>
            <a:miter lim="800000"/>
            <a:headEnd/>
            <a:tailEnd/>
          </a:ln>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lgn="ctr"/>
            <a:r>
              <a:rPr lang="en-US" altLang="en-US" sz="1800" b="1">
                <a:latin typeface="Arial" panose="020B0604020202020204" pitchFamily="34" charset="0"/>
              </a:rPr>
              <a:t>User Layer</a:t>
            </a:r>
          </a:p>
        </p:txBody>
      </p:sp>
      <p:sp>
        <p:nvSpPr>
          <p:cNvPr id="21512" name="Rectangle 2">
            <a:extLst>
              <a:ext uri="{FF2B5EF4-FFF2-40B4-BE49-F238E27FC236}">
                <a16:creationId xmlns:a16="http://schemas.microsoft.com/office/drawing/2014/main" id="{C9B7F786-8EBE-4A91-9D64-698D968C4FC7}"/>
              </a:ext>
            </a:extLst>
          </p:cNvPr>
          <p:cNvSpPr>
            <a:spLocks noGrp="1" noChangeArrowheads="1"/>
          </p:cNvSpPr>
          <p:nvPr>
            <p:ph type="title"/>
          </p:nvPr>
        </p:nvSpPr>
        <p:spPr/>
        <p:txBody>
          <a:bodyPr/>
          <a:lstStyle/>
          <a:p>
            <a:r>
              <a:rPr lang="en-US" altLang="en-US"/>
              <a:t>The IP Protocol Stack</a:t>
            </a:r>
          </a:p>
        </p:txBody>
      </p:sp>
      <p:sp>
        <p:nvSpPr>
          <p:cNvPr id="21513" name="Rectangle 3">
            <a:extLst>
              <a:ext uri="{FF2B5EF4-FFF2-40B4-BE49-F238E27FC236}">
                <a16:creationId xmlns:a16="http://schemas.microsoft.com/office/drawing/2014/main" id="{94F39493-9BB9-4C83-9A9D-59616042FE4F}"/>
              </a:ext>
            </a:extLst>
          </p:cNvPr>
          <p:cNvSpPr>
            <a:spLocks noGrp="1" noChangeArrowheads="1"/>
          </p:cNvSpPr>
          <p:nvPr>
            <p:ph type="body" idx="1"/>
          </p:nvPr>
        </p:nvSpPr>
        <p:spPr/>
        <p:txBody>
          <a:bodyPr/>
          <a:lstStyle/>
          <a:p>
            <a:r>
              <a:rPr lang="en-US" altLang="en-US"/>
              <a:t>IP Multicasting only supports UDP as higher layer </a:t>
            </a:r>
          </a:p>
          <a:p>
            <a:r>
              <a:rPr lang="en-US" altLang="en-US"/>
              <a:t>There is no multicast TCP !</a:t>
            </a:r>
          </a:p>
        </p:txBody>
      </p:sp>
      <p:sp>
        <p:nvSpPr>
          <p:cNvPr id="163898" name="Line 58">
            <a:extLst>
              <a:ext uri="{FF2B5EF4-FFF2-40B4-BE49-F238E27FC236}">
                <a16:creationId xmlns:a16="http://schemas.microsoft.com/office/drawing/2014/main" id="{19A6794E-FF9A-4EBC-9AC7-D263EE42A54A}"/>
              </a:ext>
            </a:extLst>
          </p:cNvPr>
          <p:cNvSpPr>
            <a:spLocks noChangeShapeType="1"/>
          </p:cNvSpPr>
          <p:nvPr/>
        </p:nvSpPr>
        <p:spPr bwMode="auto">
          <a:xfrm>
            <a:off x="6019800" y="2514600"/>
            <a:ext cx="0" cy="30480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Slide Number Placeholder 3">
            <a:extLst>
              <a:ext uri="{FF2B5EF4-FFF2-40B4-BE49-F238E27FC236}">
                <a16:creationId xmlns:a16="http://schemas.microsoft.com/office/drawing/2014/main" id="{B923ED5F-7B2D-422D-AB49-F560E0AF24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81767335-145B-4B87-A791-793C32AED198}" type="slidenum">
              <a:rPr lang="en-US" altLang="en-US" sz="1000">
                <a:latin typeface="Times New Roman" panose="02020603050405020304" pitchFamily="18" charset="0"/>
              </a:rPr>
              <a:pPr/>
              <a:t>13</a:t>
            </a:fld>
            <a:endParaRPr lang="en-US" altLang="en-US" sz="1000">
              <a:latin typeface="Times New Roman" panose="02020603050405020304" pitchFamily="18" charset="0"/>
            </a:endParaRPr>
          </a:p>
        </p:txBody>
      </p:sp>
      <p:sp>
        <p:nvSpPr>
          <p:cNvPr id="1029" name="Rectangle 2">
            <a:extLst>
              <a:ext uri="{FF2B5EF4-FFF2-40B4-BE49-F238E27FC236}">
                <a16:creationId xmlns:a16="http://schemas.microsoft.com/office/drawing/2014/main" id="{1783C842-A8CA-4023-8E19-79DF5D58FC39}"/>
              </a:ext>
            </a:extLst>
          </p:cNvPr>
          <p:cNvSpPr>
            <a:spLocks noGrp="1" noChangeArrowheads="1"/>
          </p:cNvSpPr>
          <p:nvPr>
            <p:ph type="title"/>
          </p:nvPr>
        </p:nvSpPr>
        <p:spPr/>
        <p:txBody>
          <a:bodyPr/>
          <a:lstStyle/>
          <a:p>
            <a:r>
              <a:rPr lang="en-US" altLang="en-US"/>
              <a:t>Multicast Addressing</a:t>
            </a:r>
          </a:p>
        </p:txBody>
      </p:sp>
      <p:graphicFrame>
        <p:nvGraphicFramePr>
          <p:cNvPr id="1026" name="Object 4">
            <a:extLst>
              <a:ext uri="{FF2B5EF4-FFF2-40B4-BE49-F238E27FC236}">
                <a16:creationId xmlns:a16="http://schemas.microsoft.com/office/drawing/2014/main" id="{90D94ED2-CD19-49FC-9DC5-95D9EB4B3472}"/>
              </a:ext>
            </a:extLst>
          </p:cNvPr>
          <p:cNvGraphicFramePr>
            <a:graphicFrameLocks noGrp="1" noChangeAspect="1"/>
          </p:cNvGraphicFramePr>
          <p:nvPr>
            <p:ph type="body" idx="1"/>
          </p:nvPr>
        </p:nvGraphicFramePr>
        <p:xfrm>
          <a:off x="228600" y="1981200"/>
          <a:ext cx="8915400" cy="1065213"/>
        </p:xfrm>
        <a:graphic>
          <a:graphicData uri="http://schemas.openxmlformats.org/presentationml/2006/ole">
            <mc:AlternateContent xmlns:mc="http://schemas.openxmlformats.org/markup-compatibility/2006">
              <mc:Choice xmlns:v="urn:schemas-microsoft-com:vml" Requires="v">
                <p:oleObj name="VISIO" r:id="rId3" imgW="8758800" imgH="1046160" progId="Visio.Drawing.4">
                  <p:embed/>
                </p:oleObj>
              </mc:Choice>
              <mc:Fallback>
                <p:oleObj name="VISIO" r:id="rId3" imgW="8758800" imgH="1046160" progId="Visio.Drawing.4">
                  <p:embed/>
                  <p:pic>
                    <p:nvPicPr>
                      <p:cNvPr id="1026" name="Object 4">
                        <a:extLst>
                          <a:ext uri="{FF2B5EF4-FFF2-40B4-BE49-F238E27FC236}">
                            <a16:creationId xmlns:a16="http://schemas.microsoft.com/office/drawing/2014/main" id="{90D94ED2-CD19-49FC-9DC5-95D9EB4B34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981200"/>
                        <a:ext cx="8915400"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Text Box 6">
            <a:extLst>
              <a:ext uri="{FF2B5EF4-FFF2-40B4-BE49-F238E27FC236}">
                <a16:creationId xmlns:a16="http://schemas.microsoft.com/office/drawing/2014/main" id="{364A4A62-8680-4B8D-8F3A-51C09D66DA09}"/>
              </a:ext>
            </a:extLst>
          </p:cNvPr>
          <p:cNvSpPr txBox="1">
            <a:spLocks noChangeArrowheads="1"/>
          </p:cNvSpPr>
          <p:nvPr/>
        </p:nvSpPr>
        <p:spPr bwMode="auto">
          <a:xfrm>
            <a:off x="228600" y="1371600"/>
            <a:ext cx="868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buFontTx/>
              <a:buChar char="•"/>
            </a:pPr>
            <a:r>
              <a:rPr lang="en-US" altLang="en-US">
                <a:solidFill>
                  <a:srgbClr val="000000"/>
                </a:solidFill>
                <a:latin typeface="Arial" panose="020B0604020202020204" pitchFamily="34" charset="0"/>
              </a:rPr>
              <a:t> All Class D addresses are multicast addresses:</a:t>
            </a:r>
            <a:endParaRPr lang="en-US" altLang="en-US" i="1">
              <a:solidFill>
                <a:srgbClr val="000000"/>
              </a:solidFill>
            </a:endParaRPr>
          </a:p>
        </p:txBody>
      </p:sp>
      <p:graphicFrame>
        <p:nvGraphicFramePr>
          <p:cNvPr id="1027" name="Object 9">
            <a:extLst>
              <a:ext uri="{FF2B5EF4-FFF2-40B4-BE49-F238E27FC236}">
                <a16:creationId xmlns:a16="http://schemas.microsoft.com/office/drawing/2014/main" id="{C7A23734-C834-4EDB-A611-5147D4853C97}"/>
              </a:ext>
            </a:extLst>
          </p:cNvPr>
          <p:cNvGraphicFramePr>
            <a:graphicFrameLocks noChangeAspect="1"/>
          </p:cNvGraphicFramePr>
          <p:nvPr/>
        </p:nvGraphicFramePr>
        <p:xfrm>
          <a:off x="2076450" y="3276600"/>
          <a:ext cx="6000750" cy="1304925"/>
        </p:xfrm>
        <a:graphic>
          <a:graphicData uri="http://schemas.openxmlformats.org/presentationml/2006/ole">
            <mc:AlternateContent xmlns:mc="http://schemas.openxmlformats.org/markup-compatibility/2006">
              <mc:Choice xmlns:v="urn:schemas-microsoft-com:vml" Requires="v">
                <p:oleObj name="Document" r:id="rId5" imgW="6004440" imgH="1419120" progId="Word.Document.8">
                  <p:embed/>
                </p:oleObj>
              </mc:Choice>
              <mc:Fallback>
                <p:oleObj name="Document" r:id="rId5" imgW="6004440" imgH="1419120" progId="Word.Document.8">
                  <p:embed/>
                  <p:pic>
                    <p:nvPicPr>
                      <p:cNvPr id="1027" name="Object 9">
                        <a:extLst>
                          <a:ext uri="{FF2B5EF4-FFF2-40B4-BE49-F238E27FC236}">
                            <a16:creationId xmlns:a16="http://schemas.microsoft.com/office/drawing/2014/main" id="{C7A23734-C834-4EDB-A611-5147D4853C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6450" y="3276600"/>
                        <a:ext cx="6000750" cy="130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1" name="Text Box 12">
            <a:extLst>
              <a:ext uri="{FF2B5EF4-FFF2-40B4-BE49-F238E27FC236}">
                <a16:creationId xmlns:a16="http://schemas.microsoft.com/office/drawing/2014/main" id="{8579B048-1BB2-409B-A681-FE734BE836A0}"/>
              </a:ext>
            </a:extLst>
          </p:cNvPr>
          <p:cNvSpPr txBox="1">
            <a:spLocks noChangeArrowheads="1"/>
          </p:cNvSpPr>
          <p:nvPr/>
        </p:nvSpPr>
        <p:spPr bwMode="auto">
          <a:xfrm>
            <a:off x="228600" y="4343400"/>
            <a:ext cx="868680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marL="228600" indent="-228600">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pPr>
              <a:spcBef>
                <a:spcPct val="50000"/>
              </a:spcBef>
              <a:spcAft>
                <a:spcPts val="1000"/>
              </a:spcAft>
              <a:buFontTx/>
              <a:buChar char="•"/>
            </a:pPr>
            <a:r>
              <a:rPr lang="en-US" altLang="en-US">
                <a:solidFill>
                  <a:srgbClr val="000000"/>
                </a:solidFill>
                <a:latin typeface="Arial" panose="020B0604020202020204" pitchFamily="34" charset="0"/>
              </a:rPr>
              <a:t> </a:t>
            </a:r>
            <a:r>
              <a:rPr lang="en-US" altLang="en-US" sz="2000">
                <a:solidFill>
                  <a:srgbClr val="000000"/>
                </a:solidFill>
                <a:latin typeface="Arial" panose="020B0604020202020204" pitchFamily="34" charset="0"/>
              </a:rPr>
              <a:t>Multicast addresses are dynamically assigned.</a:t>
            </a:r>
          </a:p>
          <a:p>
            <a:pPr>
              <a:spcBef>
                <a:spcPct val="50000"/>
              </a:spcBef>
              <a:spcAft>
                <a:spcPts val="1000"/>
              </a:spcAft>
              <a:buFontTx/>
              <a:buChar char="•"/>
            </a:pPr>
            <a:r>
              <a:rPr lang="en-US" altLang="en-US" sz="2000">
                <a:solidFill>
                  <a:srgbClr val="000000"/>
                </a:solidFill>
                <a:latin typeface="Arial" panose="020B0604020202020204" pitchFamily="34" charset="0"/>
              </a:rPr>
              <a:t> An IP datagram sent to a multicast address is forwarded to everyone who has joined  the multicast group</a:t>
            </a:r>
          </a:p>
          <a:p>
            <a:pPr>
              <a:spcBef>
                <a:spcPct val="50000"/>
              </a:spcBef>
              <a:spcAft>
                <a:spcPts val="1000"/>
              </a:spcAft>
              <a:buFontTx/>
              <a:buChar char="•"/>
            </a:pPr>
            <a:r>
              <a:rPr lang="en-US" altLang="en-US" sz="2000">
                <a:solidFill>
                  <a:srgbClr val="000000"/>
                </a:solidFill>
                <a:latin typeface="Arial" panose="020B0604020202020204" pitchFamily="34" charset="0"/>
              </a:rPr>
              <a:t>If an application is terminated, the multicast address is (implicitly) released.</a:t>
            </a:r>
            <a:endParaRPr lang="en-US" altLang="en-US" i="1">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3">
            <a:extLst>
              <a:ext uri="{FF2B5EF4-FFF2-40B4-BE49-F238E27FC236}">
                <a16:creationId xmlns:a16="http://schemas.microsoft.com/office/drawing/2014/main" id="{90D9B608-1FDB-47C4-961E-C4265064025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A1467C85-FCE0-4D3B-BC41-8C28C1F9A2C1}" type="slidenum">
              <a:rPr lang="en-US" altLang="en-US" sz="1000">
                <a:latin typeface="Times New Roman" panose="02020603050405020304" pitchFamily="18" charset="0"/>
              </a:rPr>
              <a:pPr/>
              <a:t>14</a:t>
            </a:fld>
            <a:endParaRPr lang="en-US" altLang="en-US" sz="1000">
              <a:latin typeface="Times New Roman" panose="02020603050405020304" pitchFamily="18" charset="0"/>
            </a:endParaRPr>
          </a:p>
        </p:txBody>
      </p:sp>
      <p:sp>
        <p:nvSpPr>
          <p:cNvPr id="2052" name="Rectangle 2">
            <a:extLst>
              <a:ext uri="{FF2B5EF4-FFF2-40B4-BE49-F238E27FC236}">
                <a16:creationId xmlns:a16="http://schemas.microsoft.com/office/drawing/2014/main" id="{8A47CA6C-83AC-471C-99B1-2FB0DE93BF9A}"/>
              </a:ext>
            </a:extLst>
          </p:cNvPr>
          <p:cNvSpPr>
            <a:spLocks noGrp="1" noChangeArrowheads="1"/>
          </p:cNvSpPr>
          <p:nvPr>
            <p:ph type="title"/>
          </p:nvPr>
        </p:nvSpPr>
        <p:spPr/>
        <p:txBody>
          <a:bodyPr/>
          <a:lstStyle/>
          <a:p>
            <a:r>
              <a:rPr lang="en-US" altLang="en-US"/>
              <a:t>Types of Multicast addresses</a:t>
            </a:r>
          </a:p>
        </p:txBody>
      </p:sp>
      <p:sp>
        <p:nvSpPr>
          <p:cNvPr id="2053" name="Rectangle 3">
            <a:extLst>
              <a:ext uri="{FF2B5EF4-FFF2-40B4-BE49-F238E27FC236}">
                <a16:creationId xmlns:a16="http://schemas.microsoft.com/office/drawing/2014/main" id="{8F2F474B-6DEB-4153-87A3-24455B0CDFAC}"/>
              </a:ext>
            </a:extLst>
          </p:cNvPr>
          <p:cNvSpPr>
            <a:spLocks noGrp="1" noChangeArrowheads="1"/>
          </p:cNvSpPr>
          <p:nvPr>
            <p:ph type="body" idx="1"/>
          </p:nvPr>
        </p:nvSpPr>
        <p:spPr>
          <a:xfrm>
            <a:off x="152400" y="1371600"/>
            <a:ext cx="8915400" cy="674688"/>
          </a:xfrm>
        </p:spPr>
        <p:txBody>
          <a:bodyPr/>
          <a:lstStyle/>
          <a:p>
            <a:r>
              <a:rPr lang="en-US" altLang="en-US"/>
              <a:t>The range of addresses between 224.0.0.0 and 224.0.0.255, inclusive, is reserved for the use of routing protocols and other low-level topology discovery or maintenance protocols</a:t>
            </a:r>
          </a:p>
          <a:p>
            <a:r>
              <a:rPr lang="en-US" altLang="en-US"/>
              <a:t>Multicast routers should not forward any multicast datagram with destination addresses in this range.</a:t>
            </a:r>
          </a:p>
          <a:p>
            <a:endParaRPr lang="en-US" altLang="en-US"/>
          </a:p>
          <a:p>
            <a:r>
              <a:rPr lang="en-US" altLang="en-US"/>
              <a:t>Examples of special and reserved Class D addresses, e.g, </a:t>
            </a:r>
          </a:p>
        </p:txBody>
      </p:sp>
      <p:graphicFrame>
        <p:nvGraphicFramePr>
          <p:cNvPr id="2050" name="Object 4">
            <a:extLst>
              <a:ext uri="{FF2B5EF4-FFF2-40B4-BE49-F238E27FC236}">
                <a16:creationId xmlns:a16="http://schemas.microsoft.com/office/drawing/2014/main" id="{B2A0DD18-ACF1-46A2-A525-68BC2853F0E5}"/>
              </a:ext>
            </a:extLst>
          </p:cNvPr>
          <p:cNvGraphicFramePr>
            <a:graphicFrameLocks noChangeAspect="1"/>
          </p:cNvGraphicFramePr>
          <p:nvPr/>
        </p:nvGraphicFramePr>
        <p:xfrm>
          <a:off x="1295400" y="4362450"/>
          <a:ext cx="6000750" cy="1657350"/>
        </p:xfrm>
        <a:graphic>
          <a:graphicData uri="http://schemas.openxmlformats.org/presentationml/2006/ole">
            <mc:AlternateContent xmlns:mc="http://schemas.openxmlformats.org/markup-compatibility/2006">
              <mc:Choice xmlns:v="urn:schemas-microsoft-com:vml" Requires="v">
                <p:oleObj name="Document" r:id="rId3" imgW="6004440" imgH="1657440" progId="Word.Document.8">
                  <p:embed/>
                </p:oleObj>
              </mc:Choice>
              <mc:Fallback>
                <p:oleObj name="Document" r:id="rId3" imgW="6004440" imgH="1657440" progId="Word.Document.8">
                  <p:embed/>
                  <p:pic>
                    <p:nvPicPr>
                      <p:cNvPr id="2050" name="Object 4">
                        <a:extLst>
                          <a:ext uri="{FF2B5EF4-FFF2-40B4-BE49-F238E27FC236}">
                            <a16:creationId xmlns:a16="http://schemas.microsoft.com/office/drawing/2014/main" id="{B2A0DD18-ACF1-46A2-A525-68BC2853F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362450"/>
                        <a:ext cx="6000750" cy="165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3">
            <a:extLst>
              <a:ext uri="{FF2B5EF4-FFF2-40B4-BE49-F238E27FC236}">
                <a16:creationId xmlns:a16="http://schemas.microsoft.com/office/drawing/2014/main" id="{E7305E2C-40F7-4C62-B0BF-BD2A6B55DC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2D72ACC1-CC1C-4418-8523-58C4617A40E6}" type="slidenum">
              <a:rPr lang="en-US" altLang="en-US" sz="1000">
                <a:latin typeface="Times New Roman" panose="02020603050405020304" pitchFamily="18" charset="0"/>
              </a:rPr>
              <a:pPr/>
              <a:t>15</a:t>
            </a:fld>
            <a:endParaRPr lang="en-US" altLang="en-US" sz="1000">
              <a:latin typeface="Times New Roman" panose="02020603050405020304" pitchFamily="18" charset="0"/>
            </a:endParaRPr>
          </a:p>
        </p:txBody>
      </p:sp>
      <p:sp>
        <p:nvSpPr>
          <p:cNvPr id="3076" name="Rectangle 2">
            <a:extLst>
              <a:ext uri="{FF2B5EF4-FFF2-40B4-BE49-F238E27FC236}">
                <a16:creationId xmlns:a16="http://schemas.microsoft.com/office/drawing/2014/main" id="{6BA1B262-F1F2-44EC-BDB6-14525476E717}"/>
              </a:ext>
            </a:extLst>
          </p:cNvPr>
          <p:cNvSpPr>
            <a:spLocks noGrp="1" noChangeArrowheads="1"/>
          </p:cNvSpPr>
          <p:nvPr>
            <p:ph type="title"/>
          </p:nvPr>
        </p:nvSpPr>
        <p:spPr/>
        <p:txBody>
          <a:bodyPr/>
          <a:lstStyle/>
          <a:p>
            <a:r>
              <a:rPr lang="en-US" altLang="en-US" dirty="0"/>
              <a:t>Multicast MAC address</a:t>
            </a:r>
          </a:p>
        </p:txBody>
      </p:sp>
      <p:sp>
        <p:nvSpPr>
          <p:cNvPr id="3077" name="Rectangle 3">
            <a:extLst>
              <a:ext uri="{FF2B5EF4-FFF2-40B4-BE49-F238E27FC236}">
                <a16:creationId xmlns:a16="http://schemas.microsoft.com/office/drawing/2014/main" id="{9E77FF4C-F7E6-4718-89FF-02F2FAF395B2}"/>
              </a:ext>
            </a:extLst>
          </p:cNvPr>
          <p:cNvSpPr>
            <a:spLocks noGrp="1" noChangeArrowheads="1"/>
          </p:cNvSpPr>
          <p:nvPr>
            <p:ph type="body" idx="1"/>
          </p:nvPr>
        </p:nvSpPr>
        <p:spPr>
          <a:xfrm>
            <a:off x="152400" y="1371600"/>
            <a:ext cx="8915400" cy="1725613"/>
          </a:xfrm>
        </p:spPr>
        <p:txBody>
          <a:bodyPr/>
          <a:lstStyle/>
          <a:p>
            <a:r>
              <a:rPr lang="en-US" altLang="en-US" dirty="0"/>
              <a:t>In Ethernet a multicast address is identified by setting the lowest bit of the “most left byte”</a:t>
            </a:r>
          </a:p>
        </p:txBody>
      </p:sp>
      <p:graphicFrame>
        <p:nvGraphicFramePr>
          <p:cNvPr id="3074" name="Object 4">
            <a:extLst>
              <a:ext uri="{FF2B5EF4-FFF2-40B4-BE49-F238E27FC236}">
                <a16:creationId xmlns:a16="http://schemas.microsoft.com/office/drawing/2014/main" id="{CCA3FC58-74EF-465D-AFF1-73B484CDB4B9}"/>
              </a:ext>
            </a:extLst>
          </p:cNvPr>
          <p:cNvGraphicFramePr>
            <a:graphicFrameLocks noChangeAspect="1"/>
          </p:cNvGraphicFramePr>
          <p:nvPr/>
        </p:nvGraphicFramePr>
        <p:xfrm>
          <a:off x="228600" y="2133600"/>
          <a:ext cx="8915400" cy="1065213"/>
        </p:xfrm>
        <a:graphic>
          <a:graphicData uri="http://schemas.openxmlformats.org/presentationml/2006/ole">
            <mc:AlternateContent xmlns:mc="http://schemas.openxmlformats.org/markup-compatibility/2006">
              <mc:Choice xmlns:v="urn:schemas-microsoft-com:vml" Requires="v">
                <p:oleObj name="VISIO" r:id="rId3" imgW="8758800" imgH="1046160" progId="Visio.Drawing.4">
                  <p:embed/>
                </p:oleObj>
              </mc:Choice>
              <mc:Fallback>
                <p:oleObj name="VISIO" r:id="rId3" imgW="8758800" imgH="1046160" progId="Visio.Drawing.4">
                  <p:embed/>
                  <p:pic>
                    <p:nvPicPr>
                      <p:cNvPr id="3074" name="Object 4">
                        <a:extLst>
                          <a:ext uri="{FF2B5EF4-FFF2-40B4-BE49-F238E27FC236}">
                            <a16:creationId xmlns:a16="http://schemas.microsoft.com/office/drawing/2014/main" id="{CCA3FC58-74EF-465D-AFF1-73B484CDB4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133600"/>
                        <a:ext cx="8915400"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8" name="Rectangle 5">
            <a:extLst>
              <a:ext uri="{FF2B5EF4-FFF2-40B4-BE49-F238E27FC236}">
                <a16:creationId xmlns:a16="http://schemas.microsoft.com/office/drawing/2014/main" id="{69285C10-222D-4B7B-A3A3-C5C4DA879C92}"/>
              </a:ext>
            </a:extLst>
          </p:cNvPr>
          <p:cNvSpPr>
            <a:spLocks noChangeArrowheads="1"/>
          </p:cNvSpPr>
          <p:nvPr/>
        </p:nvSpPr>
        <p:spPr bwMode="auto">
          <a:xfrm>
            <a:off x="228600" y="4114800"/>
            <a:ext cx="8915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a:tabLst>
                <a:tab pos="3943350" algn="l"/>
                <a:tab pos="4400550" algn="l"/>
                <a:tab pos="5661025" algn="l"/>
              </a:tabLst>
              <a:defRPr sz="2400">
                <a:solidFill>
                  <a:schemeClr val="tx1"/>
                </a:solidFill>
                <a:latin typeface="Courier New" panose="02070309020205020404" pitchFamily="49" charset="0"/>
              </a:defRPr>
            </a:lvl1pPr>
            <a:lvl2pPr marL="742950" indent="-285750">
              <a:tabLst>
                <a:tab pos="3943350" algn="l"/>
                <a:tab pos="4400550" algn="l"/>
                <a:tab pos="5661025" algn="l"/>
              </a:tabLst>
              <a:defRPr sz="2400">
                <a:solidFill>
                  <a:schemeClr val="tx1"/>
                </a:solidFill>
                <a:latin typeface="Courier New" panose="02070309020205020404" pitchFamily="49" charset="0"/>
              </a:defRPr>
            </a:lvl2pPr>
            <a:lvl3pPr marL="1143000" indent="-228600">
              <a:tabLst>
                <a:tab pos="3943350" algn="l"/>
                <a:tab pos="4400550" algn="l"/>
                <a:tab pos="5661025" algn="l"/>
              </a:tabLst>
              <a:defRPr sz="2400">
                <a:solidFill>
                  <a:schemeClr val="tx1"/>
                </a:solidFill>
                <a:latin typeface="Courier New" panose="02070309020205020404" pitchFamily="49" charset="0"/>
              </a:defRPr>
            </a:lvl3pPr>
            <a:lvl4pPr marL="1600200" indent="-228600">
              <a:tabLst>
                <a:tab pos="3943350" algn="l"/>
                <a:tab pos="4400550" algn="l"/>
                <a:tab pos="5661025" algn="l"/>
              </a:tabLst>
              <a:defRPr sz="2400">
                <a:solidFill>
                  <a:schemeClr val="tx1"/>
                </a:solidFill>
                <a:latin typeface="Courier New" panose="02070309020205020404" pitchFamily="49" charset="0"/>
              </a:defRPr>
            </a:lvl4pPr>
            <a:lvl5pPr marL="2057400" indent="-228600">
              <a:tabLst>
                <a:tab pos="3943350" algn="l"/>
                <a:tab pos="4400550" algn="l"/>
                <a:tab pos="5661025" algn="l"/>
              </a:tabLst>
              <a:defRPr sz="2400">
                <a:solidFill>
                  <a:schemeClr val="tx1"/>
                </a:solidFill>
                <a:latin typeface="Courier New" panose="02070309020205020404" pitchFamily="49" charset="0"/>
              </a:defRPr>
            </a:lvl5pPr>
            <a:lvl6pPr marL="2514600" indent="-228600" eaLnBrk="0" fontAlgn="base" hangingPunct="0">
              <a:spcBef>
                <a:spcPct val="0"/>
              </a:spcBef>
              <a:spcAft>
                <a:spcPct val="0"/>
              </a:spcAft>
              <a:tabLst>
                <a:tab pos="3943350" algn="l"/>
                <a:tab pos="4400550" algn="l"/>
                <a:tab pos="5661025" algn="l"/>
              </a:tabLs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tabLst>
                <a:tab pos="3943350" algn="l"/>
                <a:tab pos="4400550" algn="l"/>
                <a:tab pos="5661025" algn="l"/>
              </a:tabLs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tabLst>
                <a:tab pos="3943350" algn="l"/>
                <a:tab pos="4400550" algn="l"/>
                <a:tab pos="5661025" algn="l"/>
              </a:tabLs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tabLst>
                <a:tab pos="3943350" algn="l"/>
                <a:tab pos="4400550" algn="l"/>
                <a:tab pos="5661025" algn="l"/>
              </a:tabLst>
              <a:defRPr sz="2400">
                <a:solidFill>
                  <a:schemeClr val="tx1"/>
                </a:solidFill>
                <a:latin typeface="Courier New" panose="02070309020205020404" pitchFamily="49" charset="0"/>
              </a:defRPr>
            </a:lvl9pPr>
          </a:lstStyle>
          <a:p>
            <a:r>
              <a:rPr lang="en-US" dirty="0"/>
              <a:t> The multicast MAC address is a special value that begins with 01-00-5E in hexadecimal. The remaining portion of the multicast MAC address is created by converting the lower 23 bits of the IP multicast group address into 6 hexadecimal characters.</a:t>
            </a:r>
            <a:endParaRPr lang="en-US" altLang="en-US" dirty="0">
              <a:solidFill>
                <a:srgbClr val="FF00FF"/>
              </a:solidFill>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01D1F-0510-49E6-92A4-98DD9EBBCDD4}"/>
              </a:ext>
            </a:extLst>
          </p:cNvPr>
          <p:cNvSpPr>
            <a:spLocks noGrp="1"/>
          </p:cNvSpPr>
          <p:nvPr>
            <p:ph type="title"/>
          </p:nvPr>
        </p:nvSpPr>
        <p:spPr/>
        <p:txBody>
          <a:bodyPr/>
          <a:lstStyle/>
          <a:p>
            <a:r>
              <a:rPr lang="en-US" dirty="0"/>
              <a:t>An example of how a multicast address is created</a:t>
            </a:r>
            <a:endParaRPr lang="en-GB" dirty="0"/>
          </a:p>
        </p:txBody>
      </p:sp>
      <p:sp>
        <p:nvSpPr>
          <p:cNvPr id="3" name="Slide Number Placeholder 2">
            <a:extLst>
              <a:ext uri="{FF2B5EF4-FFF2-40B4-BE49-F238E27FC236}">
                <a16:creationId xmlns:a16="http://schemas.microsoft.com/office/drawing/2014/main" id="{7EB164E0-F381-46A7-AFAB-0E15B2E0ECD9}"/>
              </a:ext>
            </a:extLst>
          </p:cNvPr>
          <p:cNvSpPr>
            <a:spLocks noGrp="1"/>
          </p:cNvSpPr>
          <p:nvPr>
            <p:ph type="sldNum" sz="quarter" idx="10"/>
          </p:nvPr>
        </p:nvSpPr>
        <p:spPr/>
        <p:txBody>
          <a:bodyPr/>
          <a:lstStyle/>
          <a:p>
            <a:fld id="{EA194C43-A5B1-4A2E-A3D1-D22B21D3C3C6}" type="slidenum">
              <a:rPr lang="en-US" altLang="en-US" smtClean="0"/>
              <a:pPr/>
              <a:t>16</a:t>
            </a:fld>
            <a:endParaRPr lang="en-US" altLang="en-US"/>
          </a:p>
        </p:txBody>
      </p:sp>
      <p:pic>
        <p:nvPicPr>
          <p:cNvPr id="74754" name="Picture 2">
            <a:extLst>
              <a:ext uri="{FF2B5EF4-FFF2-40B4-BE49-F238E27FC236}">
                <a16:creationId xmlns:a16="http://schemas.microsoft.com/office/drawing/2014/main" id="{FDF306D3-882B-464E-B95D-909C566676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979" y="1571624"/>
            <a:ext cx="7914544" cy="4676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572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E889D7-2D42-767D-1B68-6EB9E84BF910}"/>
              </a:ext>
            </a:extLst>
          </p:cNvPr>
          <p:cNvSpPr>
            <a:spLocks noGrp="1"/>
          </p:cNvSpPr>
          <p:nvPr>
            <p:ph type="sldNum" sz="quarter" idx="10"/>
          </p:nvPr>
        </p:nvSpPr>
        <p:spPr/>
        <p:txBody>
          <a:bodyPr/>
          <a:lstStyle/>
          <a:p>
            <a:fld id="{EA194C43-A5B1-4A2E-A3D1-D22B21D3C3C6}" type="slidenum">
              <a:rPr lang="en-US" altLang="en-US" smtClean="0"/>
              <a:pPr/>
              <a:t>17</a:t>
            </a:fld>
            <a:endParaRPr lang="en-US" altLang="en-US"/>
          </a:p>
        </p:txBody>
      </p:sp>
      <p:pic>
        <p:nvPicPr>
          <p:cNvPr id="9218" name="Picture 2" descr="what-is-multicast-routing-ipcisco">
            <a:extLst>
              <a:ext uri="{FF2B5EF4-FFF2-40B4-BE49-F238E27FC236}">
                <a16:creationId xmlns:a16="http://schemas.microsoft.com/office/drawing/2014/main" id="{0122B69E-D2EF-9BDD-C815-55AE24ECB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71186"/>
            <a:ext cx="6172200" cy="6172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37B999-47D7-1609-406C-FF1BDD1C7C92}"/>
              </a:ext>
            </a:extLst>
          </p:cNvPr>
          <p:cNvSpPr txBox="1"/>
          <p:nvPr/>
        </p:nvSpPr>
        <p:spPr>
          <a:xfrm>
            <a:off x="6629400" y="1143000"/>
            <a:ext cx="1828800" cy="1938992"/>
          </a:xfrm>
          <a:prstGeom prst="rect">
            <a:avLst/>
          </a:prstGeom>
          <a:noFill/>
        </p:spPr>
        <p:txBody>
          <a:bodyPr wrap="square" rtlCol="0">
            <a:spAutoFit/>
          </a:bodyPr>
          <a:lstStyle/>
          <a:p>
            <a:r>
              <a:rPr lang="en-GB" b="1" dirty="0">
                <a:solidFill>
                  <a:srgbClr val="FF0000"/>
                </a:solidFill>
              </a:rPr>
              <a:t>Protocol for edge routers to manage receivers </a:t>
            </a:r>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40987D8-9507-EBF8-6955-65F288AB9E7D}"/>
                  </a:ext>
                </a:extLst>
              </p14:cNvPr>
              <p14:cNvContentPartPr/>
              <p14:nvPr/>
            </p14:nvContentPartPr>
            <p14:xfrm>
              <a:off x="4255769" y="1602484"/>
              <a:ext cx="2254680" cy="1107000"/>
            </p14:xfrm>
          </p:contentPart>
        </mc:Choice>
        <mc:Fallback>
          <p:pic>
            <p:nvPicPr>
              <p:cNvPr id="5" name="Ink 4">
                <a:extLst>
                  <a:ext uri="{FF2B5EF4-FFF2-40B4-BE49-F238E27FC236}">
                    <a16:creationId xmlns:a16="http://schemas.microsoft.com/office/drawing/2014/main" id="{440987D8-9507-EBF8-6955-65F288AB9E7D}"/>
                  </a:ext>
                </a:extLst>
              </p:cNvPr>
              <p:cNvPicPr/>
              <p:nvPr/>
            </p:nvPicPr>
            <p:blipFill>
              <a:blip r:embed="rId4"/>
              <a:stretch>
                <a:fillRect/>
              </a:stretch>
            </p:blipFill>
            <p:spPr>
              <a:xfrm>
                <a:off x="4237769" y="1584844"/>
                <a:ext cx="2290320" cy="11426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3495DDC1-A396-C659-DD99-42573F059A47}"/>
                  </a:ext>
                </a:extLst>
              </p14:cNvPr>
              <p14:cNvContentPartPr/>
              <p14:nvPr/>
            </p14:nvContentPartPr>
            <p14:xfrm>
              <a:off x="4334969" y="2619124"/>
              <a:ext cx="360" cy="360"/>
            </p14:xfrm>
          </p:contentPart>
        </mc:Choice>
        <mc:Fallback>
          <p:pic>
            <p:nvPicPr>
              <p:cNvPr id="6" name="Ink 5">
                <a:extLst>
                  <a:ext uri="{FF2B5EF4-FFF2-40B4-BE49-F238E27FC236}">
                    <a16:creationId xmlns:a16="http://schemas.microsoft.com/office/drawing/2014/main" id="{3495DDC1-A396-C659-DD99-42573F059A47}"/>
                  </a:ext>
                </a:extLst>
              </p:cNvPr>
              <p:cNvPicPr/>
              <p:nvPr/>
            </p:nvPicPr>
            <p:blipFill>
              <a:blip r:embed="rId6"/>
              <a:stretch>
                <a:fillRect/>
              </a:stretch>
            </p:blipFill>
            <p:spPr>
              <a:xfrm>
                <a:off x="4316969" y="2601124"/>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2F837B5A-C6C6-C766-ABF4-5A908F52593D}"/>
                  </a:ext>
                </a:extLst>
              </p14:cNvPr>
              <p14:cNvContentPartPr/>
              <p14:nvPr/>
            </p14:nvContentPartPr>
            <p14:xfrm>
              <a:off x="-1603231" y="508084"/>
              <a:ext cx="360" cy="360"/>
            </p14:xfrm>
          </p:contentPart>
        </mc:Choice>
        <mc:Fallback>
          <p:pic>
            <p:nvPicPr>
              <p:cNvPr id="10" name="Ink 9">
                <a:extLst>
                  <a:ext uri="{FF2B5EF4-FFF2-40B4-BE49-F238E27FC236}">
                    <a16:creationId xmlns:a16="http://schemas.microsoft.com/office/drawing/2014/main" id="{2F837B5A-C6C6-C766-ABF4-5A908F52593D}"/>
                  </a:ext>
                </a:extLst>
              </p:cNvPr>
              <p:cNvPicPr/>
              <p:nvPr/>
            </p:nvPicPr>
            <p:blipFill>
              <a:blip r:embed="rId6"/>
              <a:stretch>
                <a:fillRect/>
              </a:stretch>
            </p:blipFill>
            <p:spPr>
              <a:xfrm>
                <a:off x="-1620871" y="490444"/>
                <a:ext cx="36000" cy="36000"/>
              </a:xfrm>
              <a:prstGeom prst="rect">
                <a:avLst/>
              </a:prstGeom>
            </p:spPr>
          </p:pic>
        </mc:Fallback>
      </mc:AlternateContent>
      <p:sp>
        <p:nvSpPr>
          <p:cNvPr id="11" name="TextBox 10">
            <a:extLst>
              <a:ext uri="{FF2B5EF4-FFF2-40B4-BE49-F238E27FC236}">
                <a16:creationId xmlns:a16="http://schemas.microsoft.com/office/drawing/2014/main" id="{D70E35B6-874B-F8B0-BE86-B646EA95B0BB}"/>
              </a:ext>
            </a:extLst>
          </p:cNvPr>
          <p:cNvSpPr txBox="1"/>
          <p:nvPr/>
        </p:nvSpPr>
        <p:spPr>
          <a:xfrm>
            <a:off x="6779871" y="3658612"/>
            <a:ext cx="1981200" cy="3046988"/>
          </a:xfrm>
          <a:prstGeom prst="rect">
            <a:avLst/>
          </a:prstGeom>
          <a:noFill/>
        </p:spPr>
        <p:txBody>
          <a:bodyPr wrap="square" rtlCol="0">
            <a:spAutoFit/>
          </a:bodyPr>
          <a:lstStyle/>
          <a:p>
            <a:r>
              <a:rPr lang="en-GB" b="1" dirty="0">
                <a:solidFill>
                  <a:schemeClr val="accent6">
                    <a:lumMod val="75000"/>
                  </a:schemeClr>
                </a:solidFill>
              </a:rPr>
              <a:t>Protocol for routers to manage if they are to receive traffic</a:t>
            </a:r>
          </a:p>
        </p:txBody>
      </p:sp>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84D32988-6270-6834-C26D-C65BEDD15C9F}"/>
                  </a:ext>
                </a:extLst>
              </p14:cNvPr>
              <p14:cNvContentPartPr/>
              <p14:nvPr/>
            </p14:nvContentPartPr>
            <p14:xfrm>
              <a:off x="4154249" y="4467724"/>
              <a:ext cx="2698200" cy="217080"/>
            </p14:xfrm>
          </p:contentPart>
        </mc:Choice>
        <mc:Fallback>
          <p:pic>
            <p:nvPicPr>
              <p:cNvPr id="12" name="Ink 11">
                <a:extLst>
                  <a:ext uri="{FF2B5EF4-FFF2-40B4-BE49-F238E27FC236}">
                    <a16:creationId xmlns:a16="http://schemas.microsoft.com/office/drawing/2014/main" id="{84D32988-6270-6834-C26D-C65BEDD15C9F}"/>
                  </a:ext>
                </a:extLst>
              </p:cNvPr>
              <p:cNvPicPr/>
              <p:nvPr/>
            </p:nvPicPr>
            <p:blipFill>
              <a:blip r:embed="rId9"/>
              <a:stretch>
                <a:fillRect/>
              </a:stretch>
            </p:blipFill>
            <p:spPr>
              <a:xfrm>
                <a:off x="4136249" y="4450084"/>
                <a:ext cx="2733840" cy="252720"/>
              </a:xfrm>
              <a:prstGeom prst="rect">
                <a:avLst/>
              </a:prstGeom>
            </p:spPr>
          </p:pic>
        </mc:Fallback>
      </mc:AlternateContent>
    </p:spTree>
    <p:extLst>
      <p:ext uri="{BB962C8B-B14F-4D97-AF65-F5344CB8AC3E}">
        <p14:creationId xmlns:p14="http://schemas.microsoft.com/office/powerpoint/2010/main" val="1062054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E3A7-51FD-4E58-BD1B-95CD71587793}"/>
              </a:ext>
            </a:extLst>
          </p:cNvPr>
          <p:cNvSpPr>
            <a:spLocks noGrp="1"/>
          </p:cNvSpPr>
          <p:nvPr>
            <p:ph type="title"/>
          </p:nvPr>
        </p:nvSpPr>
        <p:spPr/>
        <p:txBody>
          <a:bodyPr/>
          <a:lstStyle/>
          <a:p>
            <a:r>
              <a:rPr lang="en-US" dirty="0"/>
              <a:t>Multicasting protocols</a:t>
            </a:r>
            <a:endParaRPr lang="en-GB" dirty="0"/>
          </a:p>
        </p:txBody>
      </p:sp>
      <p:sp>
        <p:nvSpPr>
          <p:cNvPr id="4" name="Slide Number Placeholder 3">
            <a:extLst>
              <a:ext uri="{FF2B5EF4-FFF2-40B4-BE49-F238E27FC236}">
                <a16:creationId xmlns:a16="http://schemas.microsoft.com/office/drawing/2014/main" id="{7C0E5AF5-A484-4D94-B5B8-8574707497A8}"/>
              </a:ext>
            </a:extLst>
          </p:cNvPr>
          <p:cNvSpPr>
            <a:spLocks noGrp="1"/>
          </p:cNvSpPr>
          <p:nvPr>
            <p:ph type="sldNum" sz="quarter" idx="10"/>
          </p:nvPr>
        </p:nvSpPr>
        <p:spPr/>
        <p:txBody>
          <a:bodyPr/>
          <a:lstStyle/>
          <a:p>
            <a:fld id="{D1F379FA-D8C7-43B9-8189-65FB6C4F1922}" type="slidenum">
              <a:rPr lang="en-US" altLang="en-US" smtClean="0"/>
              <a:pPr/>
              <a:t>18</a:t>
            </a:fld>
            <a:endParaRPr lang="en-US" altLang="en-US"/>
          </a:p>
        </p:txBody>
      </p:sp>
      <p:pic>
        <p:nvPicPr>
          <p:cNvPr id="9218" name="Picture 2">
            <a:extLst>
              <a:ext uri="{FF2B5EF4-FFF2-40B4-BE49-F238E27FC236}">
                <a16:creationId xmlns:a16="http://schemas.microsoft.com/office/drawing/2014/main" id="{29925110-159F-415D-A233-F55AD89B90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358" y="2179414"/>
            <a:ext cx="8333427" cy="3443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169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02607AFE-ADB3-4D3D-9E4B-72B536EC55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15FF1120-8696-4313-AEE9-9FA00BD53447}" type="slidenum">
              <a:rPr lang="en-US" altLang="en-US" sz="1000">
                <a:latin typeface="Times New Roman" panose="02020603050405020304" pitchFamily="18" charset="0"/>
              </a:rPr>
              <a:pPr/>
              <a:t>19</a:t>
            </a:fld>
            <a:endParaRPr lang="en-US" altLang="en-US" sz="1000">
              <a:latin typeface="Times New Roman" panose="02020603050405020304" pitchFamily="18" charset="0"/>
            </a:endParaRPr>
          </a:p>
        </p:txBody>
      </p:sp>
      <p:sp>
        <p:nvSpPr>
          <p:cNvPr id="23555" name="Rectangle 2">
            <a:extLst>
              <a:ext uri="{FF2B5EF4-FFF2-40B4-BE49-F238E27FC236}">
                <a16:creationId xmlns:a16="http://schemas.microsoft.com/office/drawing/2014/main" id="{F8D546D1-3DBF-4F29-A586-6255DE68AD1D}"/>
              </a:ext>
            </a:extLst>
          </p:cNvPr>
          <p:cNvSpPr>
            <a:spLocks noGrp="1" noChangeArrowheads="1"/>
          </p:cNvSpPr>
          <p:nvPr>
            <p:ph type="title"/>
          </p:nvPr>
        </p:nvSpPr>
        <p:spPr/>
        <p:txBody>
          <a:bodyPr/>
          <a:lstStyle/>
          <a:p>
            <a:r>
              <a:rPr lang="en-US" altLang="en-US" dirty="0"/>
              <a:t>Internet </a:t>
            </a:r>
            <a:r>
              <a:rPr lang="en-US" altLang="en-US" dirty="0">
                <a:solidFill>
                  <a:srgbClr val="FF0000"/>
                </a:solidFill>
              </a:rPr>
              <a:t>Group Management </a:t>
            </a:r>
            <a:r>
              <a:rPr lang="en-US" altLang="en-US" dirty="0"/>
              <a:t>Protocol (IGMP)</a:t>
            </a:r>
          </a:p>
        </p:txBody>
      </p:sp>
      <p:sp>
        <p:nvSpPr>
          <p:cNvPr id="23556" name="Rectangle 3">
            <a:extLst>
              <a:ext uri="{FF2B5EF4-FFF2-40B4-BE49-F238E27FC236}">
                <a16:creationId xmlns:a16="http://schemas.microsoft.com/office/drawing/2014/main" id="{4144A83A-D225-4E51-B091-FB884296F5F2}"/>
              </a:ext>
            </a:extLst>
          </p:cNvPr>
          <p:cNvSpPr>
            <a:spLocks noGrp="1" noChangeArrowheads="1"/>
          </p:cNvSpPr>
          <p:nvPr>
            <p:ph type="body" idx="1"/>
          </p:nvPr>
        </p:nvSpPr>
        <p:spPr/>
        <p:txBody>
          <a:bodyPr/>
          <a:lstStyle/>
          <a:p>
            <a:r>
              <a:rPr lang="en-US" altLang="en-US" dirty="0"/>
              <a:t>The </a:t>
            </a:r>
            <a:r>
              <a:rPr lang="en-US" altLang="en-US" b="1" dirty="0"/>
              <a:t>Internet Group Management Protocol (IGMP)</a:t>
            </a:r>
            <a:r>
              <a:rPr lang="en-US" altLang="en-US" dirty="0"/>
              <a:t> is a simple protocol for the support of IP multicast.</a:t>
            </a:r>
          </a:p>
          <a:p>
            <a:r>
              <a:rPr lang="en-US" altLang="en-US" dirty="0"/>
              <a:t>IGMP operates on a physical network (e.g., single Ethernet Segment.</a:t>
            </a:r>
          </a:p>
          <a:p>
            <a:r>
              <a:rPr lang="en-US" altLang="en-US" dirty="0"/>
              <a:t>IGMP is used by multicast routers to keep track of membership in a multicast group.</a:t>
            </a:r>
          </a:p>
          <a:p>
            <a:r>
              <a:rPr lang="en-US" altLang="en-US" dirty="0"/>
              <a:t>It is only used between a local router and its clients</a:t>
            </a:r>
          </a:p>
          <a:p>
            <a:r>
              <a:rPr lang="en-US" altLang="en-US" dirty="0"/>
              <a:t>Support for:</a:t>
            </a:r>
          </a:p>
          <a:p>
            <a:pPr lvl="3"/>
            <a:r>
              <a:rPr lang="en-US" altLang="en-US" dirty="0"/>
              <a:t> Joining a multicast group</a:t>
            </a:r>
          </a:p>
          <a:p>
            <a:pPr lvl="3"/>
            <a:r>
              <a:rPr lang="en-US" altLang="en-US" dirty="0"/>
              <a:t> Leaving a multicast group</a:t>
            </a:r>
          </a:p>
          <a:p>
            <a:pPr lvl="3"/>
            <a:r>
              <a:rPr lang="en-US" altLang="en-US" dirty="0"/>
              <a:t> Query membership</a:t>
            </a:r>
          </a:p>
          <a:p>
            <a:pPr lvl="3"/>
            <a:r>
              <a:rPr lang="en-US" altLang="en-US" dirty="0"/>
              <a:t>Send membership reports</a:t>
            </a:r>
          </a:p>
          <a:p>
            <a:pPr lvl="3"/>
            <a:endParaRPr lang="en-US" altLang="en-US" dirty="0"/>
          </a:p>
          <a:p>
            <a:pPr lvl="3"/>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47D9D6DC-52C1-47A5-BA88-8E9E8E1F97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55156CE7-EF14-44D5-BB2F-F393554A4BD8}" type="slidenum">
              <a:rPr lang="en-US" altLang="en-US" sz="1000">
                <a:latin typeface="Times New Roman" panose="02020603050405020304" pitchFamily="18" charset="0"/>
              </a:rPr>
              <a:pPr/>
              <a:t>20</a:t>
            </a:fld>
            <a:endParaRPr lang="en-US" altLang="en-US" sz="1000">
              <a:latin typeface="Times New Roman" panose="02020603050405020304" pitchFamily="18" charset="0"/>
            </a:endParaRPr>
          </a:p>
        </p:txBody>
      </p:sp>
      <p:sp>
        <p:nvSpPr>
          <p:cNvPr id="24579" name="Rectangle 3">
            <a:extLst>
              <a:ext uri="{FF2B5EF4-FFF2-40B4-BE49-F238E27FC236}">
                <a16:creationId xmlns:a16="http://schemas.microsoft.com/office/drawing/2014/main" id="{3ED09E01-C3FF-46F8-8F36-E4144D588905}"/>
              </a:ext>
            </a:extLst>
          </p:cNvPr>
          <p:cNvSpPr>
            <a:spLocks noGrp="1" noChangeArrowheads="1"/>
          </p:cNvSpPr>
          <p:nvPr>
            <p:ph type="body" idx="1"/>
          </p:nvPr>
        </p:nvSpPr>
        <p:spPr>
          <a:xfrm>
            <a:off x="228600" y="1333500"/>
            <a:ext cx="8915400" cy="4876800"/>
          </a:xfrm>
        </p:spPr>
        <p:txBody>
          <a:bodyPr/>
          <a:lstStyle/>
          <a:p>
            <a:r>
              <a:rPr lang="en-US" altLang="en-US" dirty="0"/>
              <a:t>A host sends an </a:t>
            </a:r>
            <a:r>
              <a:rPr lang="en-US" altLang="en-US" dirty="0">
                <a:solidFill>
                  <a:srgbClr val="FF0000"/>
                </a:solidFill>
              </a:rPr>
              <a:t>IGMP report</a:t>
            </a:r>
            <a:r>
              <a:rPr lang="en-US" altLang="en-US" dirty="0"/>
              <a:t> when it joins a multicast group </a:t>
            </a:r>
          </a:p>
          <a:p>
            <a:r>
              <a:rPr lang="en-US" altLang="en-US" dirty="0">
                <a:solidFill>
                  <a:srgbClr val="FF0000"/>
                </a:solidFill>
              </a:rPr>
              <a:t>Leave Group </a:t>
            </a:r>
            <a:r>
              <a:rPr lang="en-US" altLang="en-US" dirty="0"/>
              <a:t>when a host leaves the multicast group</a:t>
            </a:r>
          </a:p>
          <a:p>
            <a:r>
              <a:rPr lang="en-US" altLang="en-US" dirty="0"/>
              <a:t>A multicast router regularly multicasts an </a:t>
            </a:r>
            <a:r>
              <a:rPr lang="en-US" altLang="en-US" dirty="0">
                <a:solidFill>
                  <a:srgbClr val="FF0000"/>
                </a:solidFill>
              </a:rPr>
              <a:t>IGMP query</a:t>
            </a:r>
            <a:r>
              <a:rPr lang="en-US" altLang="en-US" dirty="0"/>
              <a:t> to all  hosts </a:t>
            </a:r>
          </a:p>
          <a:p>
            <a:pPr lvl="1"/>
            <a:r>
              <a:rPr lang="en-US" dirty="0"/>
              <a:t>There are two types of Membership Queries:</a:t>
            </a:r>
          </a:p>
          <a:p>
            <a:pPr lvl="2"/>
            <a:r>
              <a:rPr lang="en-US" dirty="0"/>
              <a:t>- used to learn which groups have members on an attached network.</a:t>
            </a:r>
          </a:p>
          <a:p>
            <a:pPr lvl="2"/>
            <a:r>
              <a:rPr lang="en-US" i="1" dirty="0">
                <a:solidFill>
                  <a:schemeClr val="accent1"/>
                </a:solidFill>
              </a:rPr>
              <a:t>Group-Specific Query</a:t>
            </a:r>
            <a:r>
              <a:rPr lang="en-US" dirty="0">
                <a:solidFill>
                  <a:schemeClr val="accent1"/>
                </a:solidFill>
              </a:rPr>
              <a:t> </a:t>
            </a:r>
            <a:r>
              <a:rPr lang="en-US" dirty="0"/>
              <a:t>- used to learn if a specific group has any members on an attached network</a:t>
            </a:r>
            <a:endParaRPr lang="en-US" altLang="en-US" dirty="0"/>
          </a:p>
          <a:p>
            <a:r>
              <a:rPr lang="en-US" altLang="en-US" dirty="0"/>
              <a:t>A </a:t>
            </a:r>
            <a:r>
              <a:rPr lang="en-US" altLang="en-US" dirty="0">
                <a:solidFill>
                  <a:schemeClr val="accent2"/>
                </a:solidFill>
              </a:rPr>
              <a:t>host</a:t>
            </a:r>
            <a:r>
              <a:rPr lang="en-US" altLang="en-US" dirty="0"/>
              <a:t> responds to an IGMP query with an </a:t>
            </a:r>
            <a:r>
              <a:rPr lang="en-US" altLang="en-US" dirty="0">
                <a:solidFill>
                  <a:srgbClr val="FF0000"/>
                </a:solidFill>
              </a:rPr>
              <a:t>IGMP report</a:t>
            </a:r>
            <a:r>
              <a:rPr lang="en-US" altLang="en-US" dirty="0"/>
              <a:t>.</a:t>
            </a:r>
          </a:p>
          <a:p>
            <a:r>
              <a:rPr lang="en-US" altLang="en-US" sz="2000" dirty="0"/>
              <a:t>Multicast router keeps a table on the multicast groups that have joined hosts. The router only forwards a packet, if there is a host still joined.</a:t>
            </a:r>
          </a:p>
          <a:p>
            <a:r>
              <a:rPr lang="en-US" altLang="en-US" sz="2000" dirty="0"/>
              <a:t>Note: Router does not keep track which host is joined.</a:t>
            </a:r>
          </a:p>
        </p:txBody>
      </p:sp>
      <p:sp>
        <p:nvSpPr>
          <p:cNvPr id="24580" name="Rectangle 2">
            <a:extLst>
              <a:ext uri="{FF2B5EF4-FFF2-40B4-BE49-F238E27FC236}">
                <a16:creationId xmlns:a16="http://schemas.microsoft.com/office/drawing/2014/main" id="{6827D548-374A-4D29-9D6F-A8266D102D76}"/>
              </a:ext>
            </a:extLst>
          </p:cNvPr>
          <p:cNvSpPr>
            <a:spLocks noGrp="1" noChangeArrowheads="1"/>
          </p:cNvSpPr>
          <p:nvPr>
            <p:ph type="title"/>
          </p:nvPr>
        </p:nvSpPr>
        <p:spPr/>
        <p:txBody>
          <a:bodyPr/>
          <a:lstStyle/>
          <a:p>
            <a:r>
              <a:rPr lang="en-US" altLang="en-US"/>
              <a:t>IGMP Protocol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2">
            <a:extLst>
              <a:ext uri="{FF2B5EF4-FFF2-40B4-BE49-F238E27FC236}">
                <a16:creationId xmlns:a16="http://schemas.microsoft.com/office/drawing/2014/main" id="{F8E133EE-A225-442B-9383-7498456819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F0469488-9843-4514-80C2-F7B90EBDF01F}" type="slidenum">
              <a:rPr lang="en-US" altLang="en-US" sz="1000">
                <a:latin typeface="Times New Roman" panose="02020603050405020304" pitchFamily="18" charset="0"/>
              </a:rPr>
              <a:pPr/>
              <a:t>21</a:t>
            </a:fld>
            <a:endParaRPr lang="en-US" altLang="en-US" sz="1000">
              <a:latin typeface="Times New Roman" panose="02020603050405020304" pitchFamily="18" charset="0"/>
            </a:endParaRPr>
          </a:p>
        </p:txBody>
      </p:sp>
      <p:sp>
        <p:nvSpPr>
          <p:cNvPr id="6148" name="Rectangle 2">
            <a:extLst>
              <a:ext uri="{FF2B5EF4-FFF2-40B4-BE49-F238E27FC236}">
                <a16:creationId xmlns:a16="http://schemas.microsoft.com/office/drawing/2014/main" id="{CEAA1FC3-7CCD-462E-8A69-48BCB89BBCA6}"/>
              </a:ext>
            </a:extLst>
          </p:cNvPr>
          <p:cNvSpPr>
            <a:spLocks noGrp="1" noChangeArrowheads="1"/>
          </p:cNvSpPr>
          <p:nvPr>
            <p:ph type="title"/>
          </p:nvPr>
        </p:nvSpPr>
        <p:spPr/>
        <p:txBody>
          <a:bodyPr/>
          <a:lstStyle/>
          <a:p>
            <a:r>
              <a:rPr lang="en-US" altLang="en-US"/>
              <a:t>IGMP Protocol</a:t>
            </a:r>
          </a:p>
        </p:txBody>
      </p:sp>
      <p:graphicFrame>
        <p:nvGraphicFramePr>
          <p:cNvPr id="6146" name="Object 4">
            <a:extLst>
              <a:ext uri="{FF2B5EF4-FFF2-40B4-BE49-F238E27FC236}">
                <a16:creationId xmlns:a16="http://schemas.microsoft.com/office/drawing/2014/main" id="{D634FA95-D4A1-4BC7-AC0F-32766D281C6A}"/>
              </a:ext>
            </a:extLst>
          </p:cNvPr>
          <p:cNvGraphicFramePr>
            <a:graphicFrameLocks noChangeAspect="1"/>
          </p:cNvGraphicFramePr>
          <p:nvPr/>
        </p:nvGraphicFramePr>
        <p:xfrm>
          <a:off x="762000" y="1600200"/>
          <a:ext cx="7143750" cy="3209925"/>
        </p:xfrm>
        <a:graphic>
          <a:graphicData uri="http://schemas.openxmlformats.org/presentationml/2006/ole">
            <mc:AlternateContent xmlns:mc="http://schemas.openxmlformats.org/markup-compatibility/2006">
              <mc:Choice xmlns:v="urn:schemas-microsoft-com:vml" Requires="v">
                <p:oleObj name="Visio" r:id="rId3" imgW="6716649" imgH="3510077" progId="Visio.Drawing.6">
                  <p:embed/>
                </p:oleObj>
              </mc:Choice>
              <mc:Fallback>
                <p:oleObj name="Visio" r:id="rId3" imgW="6716649" imgH="3510077" progId="Visio.Drawing.6">
                  <p:embed/>
                  <p:pic>
                    <p:nvPicPr>
                      <p:cNvPr id="6146" name="Object 4">
                        <a:extLst>
                          <a:ext uri="{FF2B5EF4-FFF2-40B4-BE49-F238E27FC236}">
                            <a16:creationId xmlns:a16="http://schemas.microsoft.com/office/drawing/2014/main" id="{D634FA95-D4A1-4BC7-AC0F-32766D281C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600200"/>
                        <a:ext cx="7143750"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 name="Rectangle 6">
            <a:extLst>
              <a:ext uri="{FF2B5EF4-FFF2-40B4-BE49-F238E27FC236}">
                <a16:creationId xmlns:a16="http://schemas.microsoft.com/office/drawing/2014/main" id="{FBF08C60-15BC-4BFE-B45A-E9B1F9123B54}"/>
              </a:ext>
            </a:extLst>
          </p:cNvPr>
          <p:cNvSpPr>
            <a:spLocks noChangeArrowheads="1"/>
          </p:cNvSpPr>
          <p:nvPr/>
        </p:nvSpPr>
        <p:spPr bwMode="auto">
          <a:xfrm>
            <a:off x="0" y="1743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nchor="ctr">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1C8C0D82-0C4C-4882-B11A-C500C91C1AE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B8DD2AD4-0C9B-4822-ACF2-809BFE51756B}" type="slidenum">
              <a:rPr lang="en-US" altLang="en-US" sz="1000">
                <a:latin typeface="Times New Roman" panose="02020603050405020304" pitchFamily="18" charset="0"/>
              </a:rPr>
              <a:pPr/>
              <a:t>22</a:t>
            </a:fld>
            <a:endParaRPr lang="en-US" altLang="en-US" sz="1000">
              <a:latin typeface="Times New Roman" panose="02020603050405020304" pitchFamily="18" charset="0"/>
            </a:endParaRPr>
          </a:p>
        </p:txBody>
      </p:sp>
      <p:sp>
        <p:nvSpPr>
          <p:cNvPr id="25603" name="Rectangle 2">
            <a:extLst>
              <a:ext uri="{FF2B5EF4-FFF2-40B4-BE49-F238E27FC236}">
                <a16:creationId xmlns:a16="http://schemas.microsoft.com/office/drawing/2014/main" id="{2B439BE3-59E6-4448-9838-826FD4741045}"/>
              </a:ext>
            </a:extLst>
          </p:cNvPr>
          <p:cNvSpPr>
            <a:spLocks noGrp="1" noChangeArrowheads="1"/>
          </p:cNvSpPr>
          <p:nvPr>
            <p:ph type="title"/>
          </p:nvPr>
        </p:nvSpPr>
        <p:spPr/>
        <p:txBody>
          <a:bodyPr/>
          <a:lstStyle/>
          <a:p>
            <a:r>
              <a:rPr lang="en-US" altLang="en-US"/>
              <a:t>Multicast Routing Protocols</a:t>
            </a:r>
          </a:p>
        </p:txBody>
      </p:sp>
      <p:sp>
        <p:nvSpPr>
          <p:cNvPr id="25604" name="Rectangle 3">
            <a:extLst>
              <a:ext uri="{FF2B5EF4-FFF2-40B4-BE49-F238E27FC236}">
                <a16:creationId xmlns:a16="http://schemas.microsoft.com/office/drawing/2014/main" id="{89B5860C-06C5-4F3B-BE52-42EE49FAF60C}"/>
              </a:ext>
            </a:extLst>
          </p:cNvPr>
          <p:cNvSpPr>
            <a:spLocks noGrp="1" noChangeArrowheads="1"/>
          </p:cNvSpPr>
          <p:nvPr>
            <p:ph type="body" idx="1"/>
          </p:nvPr>
        </p:nvSpPr>
        <p:spPr>
          <a:xfrm>
            <a:off x="152400" y="1371600"/>
            <a:ext cx="8915400" cy="990600"/>
          </a:xfrm>
        </p:spPr>
        <p:txBody>
          <a:bodyPr/>
          <a:lstStyle/>
          <a:p>
            <a:r>
              <a:rPr lang="en-US" altLang="en-US" b="1" dirty="0"/>
              <a:t>Goal:</a:t>
            </a:r>
            <a:r>
              <a:rPr lang="en-US" altLang="en-US" dirty="0"/>
              <a:t> Build a spanning tree between all members of a multicast group</a:t>
            </a:r>
          </a:p>
          <a:p>
            <a:endParaRPr lang="en-US" altLang="en-US" sz="2000" dirty="0"/>
          </a:p>
          <a:p>
            <a:endParaRPr lang="en-US" altLang="en-US" dirty="0"/>
          </a:p>
        </p:txBody>
      </p:sp>
      <p:grpSp>
        <p:nvGrpSpPr>
          <p:cNvPr id="2" name="Group 1">
            <a:extLst>
              <a:ext uri="{FF2B5EF4-FFF2-40B4-BE49-F238E27FC236}">
                <a16:creationId xmlns:a16="http://schemas.microsoft.com/office/drawing/2014/main" id="{B2C985FC-09E8-4783-A123-31EE0BF8F23D}"/>
              </a:ext>
            </a:extLst>
          </p:cNvPr>
          <p:cNvGrpSpPr/>
          <p:nvPr/>
        </p:nvGrpSpPr>
        <p:grpSpPr>
          <a:xfrm>
            <a:off x="1066800" y="2667000"/>
            <a:ext cx="6858000" cy="3886200"/>
            <a:chOff x="1066800" y="2667000"/>
            <a:chExt cx="6858000" cy="3886200"/>
          </a:xfrm>
        </p:grpSpPr>
        <p:grpSp>
          <p:nvGrpSpPr>
            <p:cNvPr id="25605" name="Group 4">
              <a:extLst>
                <a:ext uri="{FF2B5EF4-FFF2-40B4-BE49-F238E27FC236}">
                  <a16:creationId xmlns:a16="http://schemas.microsoft.com/office/drawing/2014/main" id="{4BCB0B44-56DE-4711-9447-32049C8CEEBF}"/>
                </a:ext>
              </a:extLst>
            </p:cNvPr>
            <p:cNvGrpSpPr>
              <a:grpSpLocks/>
            </p:cNvGrpSpPr>
            <p:nvPr/>
          </p:nvGrpSpPr>
          <p:grpSpPr bwMode="auto">
            <a:xfrm flipV="1">
              <a:off x="2057400" y="3048000"/>
              <a:ext cx="4876800" cy="2590800"/>
              <a:chOff x="1344" y="1441"/>
              <a:chExt cx="2691" cy="1439"/>
            </a:xfrm>
          </p:grpSpPr>
          <p:sp>
            <p:nvSpPr>
              <p:cNvPr id="25634" name="Rectangle 5">
                <a:extLst>
                  <a:ext uri="{FF2B5EF4-FFF2-40B4-BE49-F238E27FC236}">
                    <a16:creationId xmlns:a16="http://schemas.microsoft.com/office/drawing/2014/main" id="{1AB352ED-F522-47AB-BEA8-70FDCAECE930}"/>
                  </a:ext>
                </a:extLst>
              </p:cNvPr>
              <p:cNvSpPr>
                <a:spLocks noChangeArrowheads="1"/>
              </p:cNvSpPr>
              <p:nvPr/>
            </p:nvSpPr>
            <p:spPr bwMode="auto">
              <a:xfrm>
                <a:off x="1680" y="1680"/>
                <a:ext cx="2112"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sp>
            <p:nvSpPr>
              <p:cNvPr id="25635" name="Arc 6">
                <a:extLst>
                  <a:ext uri="{FF2B5EF4-FFF2-40B4-BE49-F238E27FC236}">
                    <a16:creationId xmlns:a16="http://schemas.microsoft.com/office/drawing/2014/main" id="{CB9F64BC-92BC-4B4B-A438-DA1A910EE369}"/>
                  </a:ext>
                </a:extLst>
              </p:cNvPr>
              <p:cNvSpPr>
                <a:spLocks/>
              </p:cNvSpPr>
              <p:nvPr/>
            </p:nvSpPr>
            <p:spPr bwMode="auto">
              <a:xfrm>
                <a:off x="2880" y="1536"/>
                <a:ext cx="1144" cy="488"/>
              </a:xfrm>
              <a:custGeom>
                <a:avLst/>
                <a:gdLst>
                  <a:gd name="T0" fmla="*/ 0 w 30285"/>
                  <a:gd name="T1" fmla="*/ 28 h 31341"/>
                  <a:gd name="T2" fmla="*/ 1056 w 30285"/>
                  <a:gd name="T3" fmla="*/ 488 h 31341"/>
                  <a:gd name="T4" fmla="*/ 328 w 30285"/>
                  <a:gd name="T5" fmla="*/ 336 h 31341"/>
                  <a:gd name="T6" fmla="*/ 0 60000 65536"/>
                  <a:gd name="T7" fmla="*/ 0 60000 65536"/>
                  <a:gd name="T8" fmla="*/ 0 60000 65536"/>
                  <a:gd name="T9" fmla="*/ 0 w 30285"/>
                  <a:gd name="T10" fmla="*/ 0 h 31341"/>
                  <a:gd name="T11" fmla="*/ 30285 w 30285"/>
                  <a:gd name="T12" fmla="*/ 31341 h 31341"/>
                </a:gdLst>
                <a:ahLst/>
                <a:cxnLst>
                  <a:cxn ang="T6">
                    <a:pos x="T0" y="T1"/>
                  </a:cxn>
                  <a:cxn ang="T7">
                    <a:pos x="T2" y="T3"/>
                  </a:cxn>
                  <a:cxn ang="T8">
                    <a:pos x="T4" y="T5"/>
                  </a:cxn>
                </a:cxnLst>
                <a:rect l="T9" t="T10" r="T11" b="T12"/>
                <a:pathLst>
                  <a:path w="30285" h="31341" fill="none" extrusionOk="0">
                    <a:moveTo>
                      <a:pt x="-1" y="1822"/>
                    </a:moveTo>
                    <a:cubicBezTo>
                      <a:pt x="2737" y="620"/>
                      <a:pt x="5695" y="-1"/>
                      <a:pt x="8685" y="0"/>
                    </a:cubicBezTo>
                    <a:cubicBezTo>
                      <a:pt x="20614" y="0"/>
                      <a:pt x="30285" y="9670"/>
                      <a:pt x="30285" y="21600"/>
                    </a:cubicBezTo>
                    <a:cubicBezTo>
                      <a:pt x="30285" y="24983"/>
                      <a:pt x="29489" y="28320"/>
                      <a:pt x="27963" y="31340"/>
                    </a:cubicBezTo>
                  </a:path>
                  <a:path w="30285" h="31341" stroke="0" extrusionOk="0">
                    <a:moveTo>
                      <a:pt x="-1" y="1822"/>
                    </a:moveTo>
                    <a:cubicBezTo>
                      <a:pt x="2737" y="620"/>
                      <a:pt x="5695" y="-1"/>
                      <a:pt x="8685" y="0"/>
                    </a:cubicBezTo>
                    <a:cubicBezTo>
                      <a:pt x="20614" y="0"/>
                      <a:pt x="30285" y="9670"/>
                      <a:pt x="30285" y="21600"/>
                    </a:cubicBezTo>
                    <a:cubicBezTo>
                      <a:pt x="30285" y="24983"/>
                      <a:pt x="29489" y="28320"/>
                      <a:pt x="27963" y="31340"/>
                    </a:cubicBezTo>
                    <a:lnTo>
                      <a:pt x="8685"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36" name="Arc 7">
                <a:extLst>
                  <a:ext uri="{FF2B5EF4-FFF2-40B4-BE49-F238E27FC236}">
                    <a16:creationId xmlns:a16="http://schemas.microsoft.com/office/drawing/2014/main" id="{6CB247A9-9B48-497A-B661-0E80A6A7B3CD}"/>
                  </a:ext>
                </a:extLst>
              </p:cNvPr>
              <p:cNvSpPr>
                <a:spLocks/>
              </p:cNvSpPr>
              <p:nvPr/>
            </p:nvSpPr>
            <p:spPr bwMode="auto">
              <a:xfrm>
                <a:off x="1433" y="1441"/>
                <a:ext cx="1632" cy="501"/>
              </a:xfrm>
              <a:custGeom>
                <a:avLst/>
                <a:gdLst>
                  <a:gd name="T0" fmla="*/ 105 w 43200"/>
                  <a:gd name="T1" fmla="*/ 501 h 32215"/>
                  <a:gd name="T2" fmla="*/ 1632 w 43200"/>
                  <a:gd name="T3" fmla="*/ 336 h 32215"/>
                  <a:gd name="T4" fmla="*/ 816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37" name="Arc 8">
                <a:extLst>
                  <a:ext uri="{FF2B5EF4-FFF2-40B4-BE49-F238E27FC236}">
                    <a16:creationId xmlns:a16="http://schemas.microsoft.com/office/drawing/2014/main" id="{EDEF5555-5E8A-47CD-83C5-A25B9CF75E16}"/>
                  </a:ext>
                </a:extLst>
              </p:cNvPr>
              <p:cNvSpPr>
                <a:spLocks/>
              </p:cNvSpPr>
              <p:nvPr/>
            </p:nvSpPr>
            <p:spPr bwMode="auto">
              <a:xfrm rot="-5400000">
                <a:off x="1235" y="1885"/>
                <a:ext cx="720" cy="501"/>
              </a:xfrm>
              <a:custGeom>
                <a:avLst/>
                <a:gdLst>
                  <a:gd name="T0" fmla="*/ 46 w 43200"/>
                  <a:gd name="T1" fmla="*/ 501 h 32215"/>
                  <a:gd name="T2" fmla="*/ 720 w 43200"/>
                  <a:gd name="T3" fmla="*/ 336 h 32215"/>
                  <a:gd name="T4" fmla="*/ 360 w 43200"/>
                  <a:gd name="T5" fmla="*/ 336 h 32215"/>
                  <a:gd name="T6" fmla="*/ 0 60000 65536"/>
                  <a:gd name="T7" fmla="*/ 0 60000 65536"/>
                  <a:gd name="T8" fmla="*/ 0 60000 65536"/>
                  <a:gd name="T9" fmla="*/ 0 w 43200"/>
                  <a:gd name="T10" fmla="*/ 0 h 32215"/>
                  <a:gd name="T11" fmla="*/ 43200 w 43200"/>
                  <a:gd name="T12" fmla="*/ 32215 h 32215"/>
                </a:gdLst>
                <a:ahLst/>
                <a:cxnLst>
                  <a:cxn ang="T6">
                    <a:pos x="T0" y="T1"/>
                  </a:cxn>
                  <a:cxn ang="T7">
                    <a:pos x="T2" y="T3"/>
                  </a:cxn>
                  <a:cxn ang="T8">
                    <a:pos x="T4" y="T5"/>
                  </a:cxn>
                </a:cxnLst>
                <a:rect l="T9" t="T10" r="T11" b="T12"/>
                <a:pathLst>
                  <a:path w="43200" h="32215" fill="none" extrusionOk="0">
                    <a:moveTo>
                      <a:pt x="2788" y="32214"/>
                    </a:moveTo>
                    <a:cubicBezTo>
                      <a:pt x="960" y="28975"/>
                      <a:pt x="0" y="25319"/>
                      <a:pt x="0" y="21600"/>
                    </a:cubicBezTo>
                    <a:cubicBezTo>
                      <a:pt x="0" y="9670"/>
                      <a:pt x="9670" y="0"/>
                      <a:pt x="21600" y="0"/>
                    </a:cubicBezTo>
                    <a:cubicBezTo>
                      <a:pt x="33529" y="-1"/>
                      <a:pt x="43199" y="9670"/>
                      <a:pt x="43200" y="21599"/>
                    </a:cubicBezTo>
                  </a:path>
                  <a:path w="43200" h="32215" stroke="0" extrusionOk="0">
                    <a:moveTo>
                      <a:pt x="2788" y="32214"/>
                    </a:moveTo>
                    <a:cubicBezTo>
                      <a:pt x="960" y="28975"/>
                      <a:pt x="0" y="25319"/>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38" name="Arc 9">
                <a:extLst>
                  <a:ext uri="{FF2B5EF4-FFF2-40B4-BE49-F238E27FC236}">
                    <a16:creationId xmlns:a16="http://schemas.microsoft.com/office/drawing/2014/main" id="{AA9B6D80-CCCC-40E2-B632-04CC703EAA14}"/>
                  </a:ext>
                </a:extLst>
              </p:cNvPr>
              <p:cNvSpPr>
                <a:spLocks/>
              </p:cNvSpPr>
              <p:nvPr/>
            </p:nvSpPr>
            <p:spPr bwMode="auto">
              <a:xfrm rot="-8988979">
                <a:off x="1536" y="2208"/>
                <a:ext cx="1021" cy="613"/>
              </a:xfrm>
              <a:custGeom>
                <a:avLst/>
                <a:gdLst>
                  <a:gd name="T0" fmla="*/ 222 w 43200"/>
                  <a:gd name="T1" fmla="*/ 613 h 39421"/>
                  <a:gd name="T2" fmla="*/ 1021 w 43200"/>
                  <a:gd name="T3" fmla="*/ 336 h 39421"/>
                  <a:gd name="T4" fmla="*/ 511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39" name="Arc 10">
                <a:extLst>
                  <a:ext uri="{FF2B5EF4-FFF2-40B4-BE49-F238E27FC236}">
                    <a16:creationId xmlns:a16="http://schemas.microsoft.com/office/drawing/2014/main" id="{D1D5D1C7-7BED-438E-ABC5-8A117D79E689}"/>
                  </a:ext>
                </a:extLst>
              </p:cNvPr>
              <p:cNvSpPr>
                <a:spLocks/>
              </p:cNvSpPr>
              <p:nvPr/>
            </p:nvSpPr>
            <p:spPr bwMode="auto">
              <a:xfrm rot="-10583242">
                <a:off x="2207" y="2267"/>
                <a:ext cx="1392" cy="613"/>
              </a:xfrm>
              <a:custGeom>
                <a:avLst/>
                <a:gdLst>
                  <a:gd name="T0" fmla="*/ 303 w 43200"/>
                  <a:gd name="T1" fmla="*/ 613 h 39421"/>
                  <a:gd name="T2" fmla="*/ 1392 w 43200"/>
                  <a:gd name="T3" fmla="*/ 336 h 39421"/>
                  <a:gd name="T4" fmla="*/ 696 w 43200"/>
                  <a:gd name="T5" fmla="*/ 336 h 39421"/>
                  <a:gd name="T6" fmla="*/ 0 60000 65536"/>
                  <a:gd name="T7" fmla="*/ 0 60000 65536"/>
                  <a:gd name="T8" fmla="*/ 0 60000 65536"/>
                  <a:gd name="T9" fmla="*/ 0 w 43200"/>
                  <a:gd name="T10" fmla="*/ 0 h 39421"/>
                  <a:gd name="T11" fmla="*/ 43200 w 43200"/>
                  <a:gd name="T12" fmla="*/ 39421 h 39421"/>
                </a:gdLst>
                <a:ahLst/>
                <a:cxnLst>
                  <a:cxn ang="T6">
                    <a:pos x="T0" y="T1"/>
                  </a:cxn>
                  <a:cxn ang="T7">
                    <a:pos x="T2" y="T3"/>
                  </a:cxn>
                  <a:cxn ang="T8">
                    <a:pos x="T4" y="T5"/>
                  </a:cxn>
                </a:cxnLst>
                <a:rect l="T9" t="T10" r="T11" b="T12"/>
                <a:pathLst>
                  <a:path w="43200" h="39421" fill="none" extrusionOk="0">
                    <a:moveTo>
                      <a:pt x="9394" y="39420"/>
                    </a:moveTo>
                    <a:cubicBezTo>
                      <a:pt x="3514" y="35393"/>
                      <a:pt x="0" y="28726"/>
                      <a:pt x="0" y="21600"/>
                    </a:cubicBezTo>
                    <a:cubicBezTo>
                      <a:pt x="0" y="9670"/>
                      <a:pt x="9670" y="0"/>
                      <a:pt x="21600" y="0"/>
                    </a:cubicBezTo>
                    <a:cubicBezTo>
                      <a:pt x="33529" y="-1"/>
                      <a:pt x="43199" y="9670"/>
                      <a:pt x="43200" y="21599"/>
                    </a:cubicBezTo>
                  </a:path>
                  <a:path w="43200" h="39421" stroke="0" extrusionOk="0">
                    <a:moveTo>
                      <a:pt x="9394" y="39420"/>
                    </a:moveTo>
                    <a:cubicBezTo>
                      <a:pt x="3514" y="35393"/>
                      <a:pt x="0" y="28726"/>
                      <a:pt x="0" y="21600"/>
                    </a:cubicBezTo>
                    <a:cubicBezTo>
                      <a:pt x="0" y="9670"/>
                      <a:pt x="9670" y="0"/>
                      <a:pt x="21600" y="0"/>
                    </a:cubicBezTo>
                    <a:cubicBezTo>
                      <a:pt x="33529" y="-1"/>
                      <a:pt x="43199" y="9670"/>
                      <a:pt x="43200" y="21599"/>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40" name="Arc 11">
                <a:extLst>
                  <a:ext uri="{FF2B5EF4-FFF2-40B4-BE49-F238E27FC236}">
                    <a16:creationId xmlns:a16="http://schemas.microsoft.com/office/drawing/2014/main" id="{8296C93A-4785-4560-A0F0-262A39FABF26}"/>
                  </a:ext>
                </a:extLst>
              </p:cNvPr>
              <p:cNvSpPr>
                <a:spLocks/>
              </p:cNvSpPr>
              <p:nvPr/>
            </p:nvSpPr>
            <p:spPr bwMode="auto">
              <a:xfrm rot="9905626">
                <a:off x="3264" y="1968"/>
                <a:ext cx="771" cy="501"/>
              </a:xfrm>
              <a:custGeom>
                <a:avLst/>
                <a:gdLst>
                  <a:gd name="T0" fmla="*/ 56 w 38664"/>
                  <a:gd name="T1" fmla="*/ 501 h 32215"/>
                  <a:gd name="T2" fmla="*/ 771 w 38664"/>
                  <a:gd name="T3" fmla="*/ 130 h 32215"/>
                  <a:gd name="T4" fmla="*/ 431 w 38664"/>
                  <a:gd name="T5" fmla="*/ 336 h 32215"/>
                  <a:gd name="T6" fmla="*/ 0 60000 65536"/>
                  <a:gd name="T7" fmla="*/ 0 60000 65536"/>
                  <a:gd name="T8" fmla="*/ 0 60000 65536"/>
                  <a:gd name="T9" fmla="*/ 0 w 38664"/>
                  <a:gd name="T10" fmla="*/ 0 h 32215"/>
                  <a:gd name="T11" fmla="*/ 38664 w 38664"/>
                  <a:gd name="T12" fmla="*/ 32215 h 32215"/>
                </a:gdLst>
                <a:ahLst/>
                <a:cxnLst>
                  <a:cxn ang="T6">
                    <a:pos x="T0" y="T1"/>
                  </a:cxn>
                  <a:cxn ang="T7">
                    <a:pos x="T2" y="T3"/>
                  </a:cxn>
                  <a:cxn ang="T8">
                    <a:pos x="T4" y="T5"/>
                  </a:cxn>
                </a:cxnLst>
                <a:rect l="T9" t="T10" r="T11" b="T12"/>
                <a:pathLst>
                  <a:path w="38664" h="32215" fill="none" extrusionOk="0">
                    <a:moveTo>
                      <a:pt x="2788" y="32214"/>
                    </a:moveTo>
                    <a:cubicBezTo>
                      <a:pt x="960" y="28975"/>
                      <a:pt x="0" y="25319"/>
                      <a:pt x="0" y="21600"/>
                    </a:cubicBezTo>
                    <a:cubicBezTo>
                      <a:pt x="0" y="9670"/>
                      <a:pt x="9670" y="0"/>
                      <a:pt x="21600" y="0"/>
                    </a:cubicBezTo>
                    <a:cubicBezTo>
                      <a:pt x="28273" y="-1"/>
                      <a:pt x="34571" y="3084"/>
                      <a:pt x="38663" y="8356"/>
                    </a:cubicBezTo>
                  </a:path>
                  <a:path w="38664" h="32215" stroke="0" extrusionOk="0">
                    <a:moveTo>
                      <a:pt x="2788" y="32214"/>
                    </a:moveTo>
                    <a:cubicBezTo>
                      <a:pt x="960" y="28975"/>
                      <a:pt x="0" y="25319"/>
                      <a:pt x="0" y="21600"/>
                    </a:cubicBezTo>
                    <a:cubicBezTo>
                      <a:pt x="0" y="9670"/>
                      <a:pt x="9670" y="0"/>
                      <a:pt x="21600" y="0"/>
                    </a:cubicBezTo>
                    <a:cubicBezTo>
                      <a:pt x="28273" y="-1"/>
                      <a:pt x="34571" y="3084"/>
                      <a:pt x="38663" y="8356"/>
                    </a:cubicBezTo>
                    <a:lnTo>
                      <a:pt x="21600" y="21600"/>
                    </a:lnTo>
                    <a:close/>
                  </a:path>
                </a:pathLst>
              </a:custGeom>
              <a:solidFill>
                <a:schemeClr val="bg1"/>
              </a:solidFill>
              <a:ln w="28575">
                <a:solidFill>
                  <a:srgbClr val="000000"/>
                </a:solidFill>
                <a:round/>
                <a:headEnd/>
                <a:tailEnd/>
              </a:ln>
            </p:spPr>
            <p:txBody>
              <a:bodyPr wrap="none" lIns="91433" tIns="45717" rIns="91433" bIns="45717" anchor="ctr"/>
              <a:lstStyle/>
              <a:p>
                <a:endParaRPr lang="en-GB"/>
              </a:p>
            </p:txBody>
          </p:sp>
          <p:sp>
            <p:nvSpPr>
              <p:cNvPr id="25641" name="Rectangle 12">
                <a:extLst>
                  <a:ext uri="{FF2B5EF4-FFF2-40B4-BE49-F238E27FC236}">
                    <a16:creationId xmlns:a16="http://schemas.microsoft.com/office/drawing/2014/main" id="{7162B0DD-B937-4F53-9473-71B09FCC9584}"/>
                  </a:ext>
                </a:extLst>
              </p:cNvPr>
              <p:cNvSpPr>
                <a:spLocks noChangeArrowheads="1"/>
              </p:cNvSpPr>
              <p:nvPr/>
            </p:nvSpPr>
            <p:spPr bwMode="auto">
              <a:xfrm>
                <a:off x="1776" y="1968"/>
                <a:ext cx="1728" cy="624"/>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1433" tIns="45717" rIns="91433" bIns="45717" anchor="ct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pSp>
        <p:sp>
          <p:nvSpPr>
            <p:cNvPr id="25606" name="Line 14">
              <a:extLst>
                <a:ext uri="{FF2B5EF4-FFF2-40B4-BE49-F238E27FC236}">
                  <a16:creationId xmlns:a16="http://schemas.microsoft.com/office/drawing/2014/main" id="{7AFA3480-2A36-42A6-8890-5ED93BD5CDAA}"/>
                </a:ext>
              </a:extLst>
            </p:cNvPr>
            <p:cNvSpPr>
              <a:spLocks noChangeShapeType="1"/>
            </p:cNvSpPr>
            <p:nvPr/>
          </p:nvSpPr>
          <p:spPr bwMode="auto">
            <a:xfrm flipV="1">
              <a:off x="2971800" y="4724400"/>
              <a:ext cx="2971800" cy="76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07" name="Line 15">
              <a:extLst>
                <a:ext uri="{FF2B5EF4-FFF2-40B4-BE49-F238E27FC236}">
                  <a16:creationId xmlns:a16="http://schemas.microsoft.com/office/drawing/2014/main" id="{C362BD65-5E33-43F6-AC60-32229FDEC29F}"/>
                </a:ext>
              </a:extLst>
            </p:cNvPr>
            <p:cNvSpPr>
              <a:spLocks noChangeShapeType="1"/>
            </p:cNvSpPr>
            <p:nvPr/>
          </p:nvSpPr>
          <p:spPr bwMode="auto">
            <a:xfrm>
              <a:off x="5410200" y="3505200"/>
              <a:ext cx="533400" cy="12192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08" name="Line 16">
              <a:extLst>
                <a:ext uri="{FF2B5EF4-FFF2-40B4-BE49-F238E27FC236}">
                  <a16:creationId xmlns:a16="http://schemas.microsoft.com/office/drawing/2014/main" id="{1651A657-7DFC-4C9A-B104-D0B0EA37EA82}"/>
                </a:ext>
              </a:extLst>
            </p:cNvPr>
            <p:cNvSpPr>
              <a:spLocks noChangeShapeType="1"/>
            </p:cNvSpPr>
            <p:nvPr/>
          </p:nvSpPr>
          <p:spPr bwMode="auto">
            <a:xfrm flipH="1" flipV="1">
              <a:off x="3124200" y="3733800"/>
              <a:ext cx="1219200" cy="6096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09" name="Line 17">
              <a:extLst>
                <a:ext uri="{FF2B5EF4-FFF2-40B4-BE49-F238E27FC236}">
                  <a16:creationId xmlns:a16="http://schemas.microsoft.com/office/drawing/2014/main" id="{AC117DF6-6E96-4A62-AAE2-0E3EB9AF3BDF}"/>
                </a:ext>
              </a:extLst>
            </p:cNvPr>
            <p:cNvSpPr>
              <a:spLocks noChangeShapeType="1"/>
            </p:cNvSpPr>
            <p:nvPr/>
          </p:nvSpPr>
          <p:spPr bwMode="auto">
            <a:xfrm flipV="1">
              <a:off x="4343400" y="3581400"/>
              <a:ext cx="1066800" cy="7620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10" name="Line 18">
              <a:extLst>
                <a:ext uri="{FF2B5EF4-FFF2-40B4-BE49-F238E27FC236}">
                  <a16:creationId xmlns:a16="http://schemas.microsoft.com/office/drawing/2014/main" id="{FE751363-FCBB-4D42-AB6A-9856485C5DEE}"/>
                </a:ext>
              </a:extLst>
            </p:cNvPr>
            <p:cNvSpPr>
              <a:spLocks noChangeShapeType="1"/>
            </p:cNvSpPr>
            <p:nvPr/>
          </p:nvSpPr>
          <p:spPr bwMode="auto">
            <a:xfrm flipV="1">
              <a:off x="2971800" y="4267200"/>
              <a:ext cx="13716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11" name="Line 19">
              <a:extLst>
                <a:ext uri="{FF2B5EF4-FFF2-40B4-BE49-F238E27FC236}">
                  <a16:creationId xmlns:a16="http://schemas.microsoft.com/office/drawing/2014/main" id="{719308CC-0292-4049-87CC-2F72C7F5D3FE}"/>
                </a:ext>
              </a:extLst>
            </p:cNvPr>
            <p:cNvSpPr>
              <a:spLocks noChangeShapeType="1"/>
            </p:cNvSpPr>
            <p:nvPr/>
          </p:nvSpPr>
          <p:spPr bwMode="auto">
            <a:xfrm flipH="1">
              <a:off x="3200400" y="3581400"/>
              <a:ext cx="2133600" cy="152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3316" name="Oval 20">
              <a:extLst>
                <a:ext uri="{FF2B5EF4-FFF2-40B4-BE49-F238E27FC236}">
                  <a16:creationId xmlns:a16="http://schemas.microsoft.com/office/drawing/2014/main" id="{DF5FA3BB-6A5F-41B4-92B0-5EDFF2DB21EB}"/>
                </a:ext>
              </a:extLst>
            </p:cNvPr>
            <p:cNvSpPr>
              <a:spLocks noChangeArrowheads="1"/>
            </p:cNvSpPr>
            <p:nvPr/>
          </p:nvSpPr>
          <p:spPr bwMode="auto">
            <a:xfrm>
              <a:off x="4038600" y="40386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17" name="Oval 21">
              <a:extLst>
                <a:ext uri="{FF2B5EF4-FFF2-40B4-BE49-F238E27FC236}">
                  <a16:creationId xmlns:a16="http://schemas.microsoft.com/office/drawing/2014/main" id="{E3BAE9FF-BE73-4B7A-8C08-7EC97F77FE76}"/>
                </a:ext>
              </a:extLst>
            </p:cNvPr>
            <p:cNvSpPr>
              <a:spLocks noChangeArrowheads="1"/>
            </p:cNvSpPr>
            <p:nvPr/>
          </p:nvSpPr>
          <p:spPr bwMode="auto">
            <a:xfrm>
              <a:off x="2667000" y="4572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25614" name="Line 22">
              <a:extLst>
                <a:ext uri="{FF2B5EF4-FFF2-40B4-BE49-F238E27FC236}">
                  <a16:creationId xmlns:a16="http://schemas.microsoft.com/office/drawing/2014/main" id="{6E6A2404-64D3-4B9A-A92A-4C39BAF24686}"/>
                </a:ext>
              </a:extLst>
            </p:cNvPr>
            <p:cNvSpPr>
              <a:spLocks noChangeShapeType="1"/>
            </p:cNvSpPr>
            <p:nvPr/>
          </p:nvSpPr>
          <p:spPr bwMode="auto">
            <a:xfrm flipH="1" flipV="1">
              <a:off x="1600200" y="3429000"/>
              <a:ext cx="1600200" cy="304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15" name="Line 23">
              <a:extLst>
                <a:ext uri="{FF2B5EF4-FFF2-40B4-BE49-F238E27FC236}">
                  <a16:creationId xmlns:a16="http://schemas.microsoft.com/office/drawing/2014/main" id="{05289ADE-F9A4-4D2C-91BA-FCC056834BE8}"/>
                </a:ext>
              </a:extLst>
            </p:cNvPr>
            <p:cNvSpPr>
              <a:spLocks noChangeShapeType="1"/>
            </p:cNvSpPr>
            <p:nvPr/>
          </p:nvSpPr>
          <p:spPr bwMode="auto">
            <a:xfrm flipH="1">
              <a:off x="5486400" y="2895600"/>
              <a:ext cx="167640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16" name="Line 24">
              <a:extLst>
                <a:ext uri="{FF2B5EF4-FFF2-40B4-BE49-F238E27FC236}">
                  <a16:creationId xmlns:a16="http://schemas.microsoft.com/office/drawing/2014/main" id="{EB4FF1D2-BB9A-4472-BCB7-3519787F8EB7}"/>
                </a:ext>
              </a:extLst>
            </p:cNvPr>
            <p:cNvSpPr>
              <a:spLocks noChangeShapeType="1"/>
            </p:cNvSpPr>
            <p:nvPr/>
          </p:nvSpPr>
          <p:spPr bwMode="auto">
            <a:xfrm flipH="1">
              <a:off x="5943600" y="4191000"/>
              <a:ext cx="1676400" cy="533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17" name="Line 25">
              <a:extLst>
                <a:ext uri="{FF2B5EF4-FFF2-40B4-BE49-F238E27FC236}">
                  <a16:creationId xmlns:a16="http://schemas.microsoft.com/office/drawing/2014/main" id="{D779450F-BD25-4398-822B-D4E1C0A7C98B}"/>
                </a:ext>
              </a:extLst>
            </p:cNvPr>
            <p:cNvSpPr>
              <a:spLocks noChangeShapeType="1"/>
            </p:cNvSpPr>
            <p:nvPr/>
          </p:nvSpPr>
          <p:spPr bwMode="auto">
            <a:xfrm flipH="1" flipV="1">
              <a:off x="3048000" y="5105400"/>
              <a:ext cx="609600" cy="914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183322" name="Oval 26">
              <a:extLst>
                <a:ext uri="{FF2B5EF4-FFF2-40B4-BE49-F238E27FC236}">
                  <a16:creationId xmlns:a16="http://schemas.microsoft.com/office/drawing/2014/main" id="{2CC13185-2FDF-4F13-B853-11125927A924}"/>
                </a:ext>
              </a:extLst>
            </p:cNvPr>
            <p:cNvSpPr>
              <a:spLocks noChangeArrowheads="1"/>
            </p:cNvSpPr>
            <p:nvPr/>
          </p:nvSpPr>
          <p:spPr bwMode="auto">
            <a:xfrm>
              <a:off x="5181600" y="32766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3" name="Oval 27">
              <a:extLst>
                <a:ext uri="{FF2B5EF4-FFF2-40B4-BE49-F238E27FC236}">
                  <a16:creationId xmlns:a16="http://schemas.microsoft.com/office/drawing/2014/main" id="{393C1A7D-72D4-4849-ADD0-5239990C7347}"/>
                </a:ext>
              </a:extLst>
            </p:cNvPr>
            <p:cNvSpPr>
              <a:spLocks noChangeArrowheads="1"/>
            </p:cNvSpPr>
            <p:nvPr/>
          </p:nvSpPr>
          <p:spPr bwMode="auto">
            <a:xfrm>
              <a:off x="5638800" y="44196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4" name="Oval 28">
              <a:extLst>
                <a:ext uri="{FF2B5EF4-FFF2-40B4-BE49-F238E27FC236}">
                  <a16:creationId xmlns:a16="http://schemas.microsoft.com/office/drawing/2014/main" id="{3C398326-EB04-4025-9EC4-3BD6CFA40D63}"/>
                </a:ext>
              </a:extLst>
            </p:cNvPr>
            <p:cNvSpPr>
              <a:spLocks noChangeArrowheads="1"/>
            </p:cNvSpPr>
            <p:nvPr/>
          </p:nvSpPr>
          <p:spPr bwMode="auto">
            <a:xfrm>
              <a:off x="2895600" y="3429000"/>
              <a:ext cx="533400" cy="533400"/>
            </a:xfrm>
            <a:prstGeom prst="ellipse">
              <a:avLst/>
            </a:prstGeom>
            <a:solidFill>
              <a:schemeClr val="accent1"/>
            </a:solidFill>
            <a:ln w="12700">
              <a:solidFill>
                <a:srgbClr val="000000"/>
              </a:solidFill>
              <a:round/>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5" name="Rectangle 29">
              <a:extLst>
                <a:ext uri="{FF2B5EF4-FFF2-40B4-BE49-F238E27FC236}">
                  <a16:creationId xmlns:a16="http://schemas.microsoft.com/office/drawing/2014/main" id="{8093B97E-D6B8-4F33-BF20-F093832AC1B9}"/>
                </a:ext>
              </a:extLst>
            </p:cNvPr>
            <p:cNvSpPr>
              <a:spLocks noChangeArrowheads="1"/>
            </p:cNvSpPr>
            <p:nvPr/>
          </p:nvSpPr>
          <p:spPr bwMode="auto">
            <a:xfrm>
              <a:off x="1066800" y="3154251"/>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6" name="Rectangle 30">
              <a:extLst>
                <a:ext uri="{FF2B5EF4-FFF2-40B4-BE49-F238E27FC236}">
                  <a16:creationId xmlns:a16="http://schemas.microsoft.com/office/drawing/2014/main" id="{40BD19FC-D708-4439-B288-CF931B202AE7}"/>
                </a:ext>
              </a:extLst>
            </p:cNvPr>
            <p:cNvSpPr>
              <a:spLocks noChangeArrowheads="1"/>
            </p:cNvSpPr>
            <p:nvPr/>
          </p:nvSpPr>
          <p:spPr bwMode="auto">
            <a:xfrm>
              <a:off x="6858000" y="26670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7" name="Rectangle 31">
              <a:extLst>
                <a:ext uri="{FF2B5EF4-FFF2-40B4-BE49-F238E27FC236}">
                  <a16:creationId xmlns:a16="http://schemas.microsoft.com/office/drawing/2014/main" id="{56296AD8-9350-479D-B2A7-5C77C87EEB0A}"/>
                </a:ext>
              </a:extLst>
            </p:cNvPr>
            <p:cNvSpPr>
              <a:spLocks noChangeArrowheads="1"/>
            </p:cNvSpPr>
            <p:nvPr/>
          </p:nvSpPr>
          <p:spPr bwMode="auto">
            <a:xfrm>
              <a:off x="7391400" y="38862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sp>
          <p:nvSpPr>
            <p:cNvPr id="183328" name="Rectangle 32">
              <a:extLst>
                <a:ext uri="{FF2B5EF4-FFF2-40B4-BE49-F238E27FC236}">
                  <a16:creationId xmlns:a16="http://schemas.microsoft.com/office/drawing/2014/main" id="{66B29908-AF7D-494E-8B9C-19402593D18B}"/>
                </a:ext>
              </a:extLst>
            </p:cNvPr>
            <p:cNvSpPr>
              <a:spLocks noChangeArrowheads="1"/>
            </p:cNvSpPr>
            <p:nvPr/>
          </p:nvSpPr>
          <p:spPr bwMode="auto">
            <a:xfrm>
              <a:off x="3505200" y="6019800"/>
              <a:ext cx="533400" cy="533400"/>
            </a:xfrm>
            <a:prstGeom prst="rect">
              <a:avLst/>
            </a:prstGeom>
            <a:solidFill>
              <a:srgbClr val="FF6699"/>
            </a:solidFill>
            <a:ln w="12700">
              <a:solidFill>
                <a:srgbClr val="000000"/>
              </a:solidFill>
              <a:miter lim="800000"/>
              <a:headEnd/>
              <a:tailEnd/>
            </a:ln>
            <a:effectLst>
              <a:outerShdw dist="107763" dir="2700000" algn="ctr" rotWithShape="0">
                <a:schemeClr val="bg2"/>
              </a:outerShdw>
            </a:effectLst>
          </p:spPr>
          <p:txBody>
            <a:bodyPr wrap="none" lIns="91433" tIns="45717" rIns="91433" bIns="45717" anchor="ctr"/>
            <a:lstStyle/>
            <a:p>
              <a:pPr>
                <a:defRPr/>
              </a:pPr>
              <a:endParaRPr lang="en-GB"/>
            </a:p>
          </p:txBody>
        </p:sp>
        <p:grpSp>
          <p:nvGrpSpPr>
            <p:cNvPr id="3" name="Group 41">
              <a:extLst>
                <a:ext uri="{FF2B5EF4-FFF2-40B4-BE49-F238E27FC236}">
                  <a16:creationId xmlns:a16="http://schemas.microsoft.com/office/drawing/2014/main" id="{1DEA6BD0-4621-463B-A436-4EAE34FE8F6B}"/>
                </a:ext>
              </a:extLst>
            </p:cNvPr>
            <p:cNvGrpSpPr>
              <a:grpSpLocks/>
            </p:cNvGrpSpPr>
            <p:nvPr/>
          </p:nvGrpSpPr>
          <p:grpSpPr bwMode="auto">
            <a:xfrm>
              <a:off x="1600200" y="2895600"/>
              <a:ext cx="5715000" cy="3048000"/>
              <a:chOff x="1008" y="1824"/>
              <a:chExt cx="3600" cy="1920"/>
            </a:xfrm>
          </p:grpSpPr>
          <p:sp>
            <p:nvSpPr>
              <p:cNvPr id="25626" name="Line 33">
                <a:extLst>
                  <a:ext uri="{FF2B5EF4-FFF2-40B4-BE49-F238E27FC236}">
                    <a16:creationId xmlns:a16="http://schemas.microsoft.com/office/drawing/2014/main" id="{B3512CB8-5529-4A35-9801-22B18A6D8A15}"/>
                  </a:ext>
                </a:extLst>
              </p:cNvPr>
              <p:cNvSpPr>
                <a:spLocks noChangeShapeType="1"/>
              </p:cNvSpPr>
              <p:nvPr/>
            </p:nvSpPr>
            <p:spPr bwMode="auto">
              <a:xfrm>
                <a:off x="1008" y="2112"/>
                <a:ext cx="1008" cy="192"/>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27" name="Line 34">
                <a:extLst>
                  <a:ext uri="{FF2B5EF4-FFF2-40B4-BE49-F238E27FC236}">
                    <a16:creationId xmlns:a16="http://schemas.microsoft.com/office/drawing/2014/main" id="{54ABEAC7-B87B-47CA-B96A-52F63110715C}"/>
                  </a:ext>
                </a:extLst>
              </p:cNvPr>
              <p:cNvSpPr>
                <a:spLocks noChangeShapeType="1"/>
              </p:cNvSpPr>
              <p:nvPr/>
            </p:nvSpPr>
            <p:spPr bwMode="auto">
              <a:xfrm flipV="1">
                <a:off x="1998" y="2208"/>
                <a:ext cx="1410" cy="102"/>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28" name="Line 35">
                <a:extLst>
                  <a:ext uri="{FF2B5EF4-FFF2-40B4-BE49-F238E27FC236}">
                    <a16:creationId xmlns:a16="http://schemas.microsoft.com/office/drawing/2014/main" id="{53CD9C7E-8A86-41B3-A921-98E34C5B123C}"/>
                  </a:ext>
                </a:extLst>
              </p:cNvPr>
              <p:cNvSpPr>
                <a:spLocks noChangeShapeType="1"/>
              </p:cNvSpPr>
              <p:nvPr/>
            </p:nvSpPr>
            <p:spPr bwMode="auto">
              <a:xfrm flipV="1">
                <a:off x="3408" y="1824"/>
                <a:ext cx="912" cy="390"/>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29" name="Line 36">
                <a:extLst>
                  <a:ext uri="{FF2B5EF4-FFF2-40B4-BE49-F238E27FC236}">
                    <a16:creationId xmlns:a16="http://schemas.microsoft.com/office/drawing/2014/main" id="{1A1FCA19-AC5F-4661-9C2E-6E3A75624C11}"/>
                  </a:ext>
                </a:extLst>
              </p:cNvPr>
              <p:cNvSpPr>
                <a:spLocks noChangeShapeType="1"/>
              </p:cNvSpPr>
              <p:nvPr/>
            </p:nvSpPr>
            <p:spPr bwMode="auto">
              <a:xfrm>
                <a:off x="2016" y="2304"/>
                <a:ext cx="768" cy="432"/>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30" name="Line 37">
                <a:extLst>
                  <a:ext uri="{FF2B5EF4-FFF2-40B4-BE49-F238E27FC236}">
                    <a16:creationId xmlns:a16="http://schemas.microsoft.com/office/drawing/2014/main" id="{DDBE1D97-D7C3-4237-B599-A4F16B23A73A}"/>
                  </a:ext>
                </a:extLst>
              </p:cNvPr>
              <p:cNvSpPr>
                <a:spLocks noChangeShapeType="1"/>
              </p:cNvSpPr>
              <p:nvPr/>
            </p:nvSpPr>
            <p:spPr bwMode="auto">
              <a:xfrm>
                <a:off x="1872" y="3078"/>
                <a:ext cx="480" cy="666"/>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31" name="Line 38">
                <a:extLst>
                  <a:ext uri="{FF2B5EF4-FFF2-40B4-BE49-F238E27FC236}">
                    <a16:creationId xmlns:a16="http://schemas.microsoft.com/office/drawing/2014/main" id="{D79AED71-507C-4B16-834E-9BC0EDCB4FBB}"/>
                  </a:ext>
                </a:extLst>
              </p:cNvPr>
              <p:cNvSpPr>
                <a:spLocks noChangeShapeType="1"/>
              </p:cNvSpPr>
              <p:nvPr/>
            </p:nvSpPr>
            <p:spPr bwMode="auto">
              <a:xfrm>
                <a:off x="3456" y="2214"/>
                <a:ext cx="336" cy="714"/>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32" name="Line 39">
                <a:extLst>
                  <a:ext uri="{FF2B5EF4-FFF2-40B4-BE49-F238E27FC236}">
                    <a16:creationId xmlns:a16="http://schemas.microsoft.com/office/drawing/2014/main" id="{8268FF05-CB46-439E-997E-B6AAA6A26E2E}"/>
                  </a:ext>
                </a:extLst>
              </p:cNvPr>
              <p:cNvSpPr>
                <a:spLocks noChangeShapeType="1"/>
              </p:cNvSpPr>
              <p:nvPr/>
            </p:nvSpPr>
            <p:spPr bwMode="auto">
              <a:xfrm flipV="1">
                <a:off x="1872" y="2736"/>
                <a:ext cx="912" cy="336"/>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sp>
            <p:nvSpPr>
              <p:cNvPr id="25633" name="Line 40">
                <a:extLst>
                  <a:ext uri="{FF2B5EF4-FFF2-40B4-BE49-F238E27FC236}">
                    <a16:creationId xmlns:a16="http://schemas.microsoft.com/office/drawing/2014/main" id="{5D1B3953-8723-4271-80B0-E00D83710D69}"/>
                  </a:ext>
                </a:extLst>
              </p:cNvPr>
              <p:cNvSpPr>
                <a:spLocks noChangeShapeType="1"/>
              </p:cNvSpPr>
              <p:nvPr/>
            </p:nvSpPr>
            <p:spPr bwMode="auto">
              <a:xfrm flipV="1">
                <a:off x="3792" y="2592"/>
                <a:ext cx="816" cy="342"/>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lIns="91433" tIns="45717" rIns="91433" bIns="45717" anchor="ctr"/>
              <a:lstStyle/>
              <a:p>
                <a:endParaRPr lang="en-GB"/>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3">
            <a:extLst>
              <a:ext uri="{FF2B5EF4-FFF2-40B4-BE49-F238E27FC236}">
                <a16:creationId xmlns:a16="http://schemas.microsoft.com/office/drawing/2014/main" id="{AAE2873C-076C-46F9-9C86-1D36888AB5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9755BE18-35A0-4EBD-AB1A-AEA9A9545B29}" type="slidenum">
              <a:rPr lang="en-US" altLang="en-US" sz="1000">
                <a:latin typeface="Times New Roman" panose="02020603050405020304" pitchFamily="18" charset="0"/>
              </a:rPr>
              <a:pPr/>
              <a:t>23</a:t>
            </a:fld>
            <a:endParaRPr lang="en-US" altLang="en-US" sz="1000">
              <a:latin typeface="Times New Roman" panose="02020603050405020304" pitchFamily="18" charset="0"/>
            </a:endParaRPr>
          </a:p>
        </p:txBody>
      </p:sp>
      <p:sp>
        <p:nvSpPr>
          <p:cNvPr id="8196" name="Rectangle 2">
            <a:extLst>
              <a:ext uri="{FF2B5EF4-FFF2-40B4-BE49-F238E27FC236}">
                <a16:creationId xmlns:a16="http://schemas.microsoft.com/office/drawing/2014/main" id="{DC83F74F-1335-4971-89C4-F73A8477FC36}"/>
              </a:ext>
            </a:extLst>
          </p:cNvPr>
          <p:cNvSpPr>
            <a:spLocks noGrp="1" noChangeArrowheads="1"/>
          </p:cNvSpPr>
          <p:nvPr>
            <p:ph type="title"/>
          </p:nvPr>
        </p:nvSpPr>
        <p:spPr/>
        <p:txBody>
          <a:bodyPr/>
          <a:lstStyle/>
          <a:p>
            <a:r>
              <a:rPr lang="en-US" altLang="en-US"/>
              <a:t>Multicast routing as a graph problem</a:t>
            </a:r>
          </a:p>
        </p:txBody>
      </p:sp>
      <p:sp>
        <p:nvSpPr>
          <p:cNvPr id="8197" name="Rectangle 5">
            <a:extLst>
              <a:ext uri="{FF2B5EF4-FFF2-40B4-BE49-F238E27FC236}">
                <a16:creationId xmlns:a16="http://schemas.microsoft.com/office/drawing/2014/main" id="{D837895B-BE80-474E-A223-16B1D708AD15}"/>
              </a:ext>
            </a:extLst>
          </p:cNvPr>
          <p:cNvSpPr>
            <a:spLocks noChangeArrowheads="1"/>
          </p:cNvSpPr>
          <p:nvPr/>
        </p:nvSpPr>
        <p:spPr bwMode="auto">
          <a:xfrm>
            <a:off x="0" y="2009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nchor="ctr">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aphicFrame>
        <p:nvGraphicFramePr>
          <p:cNvPr id="8194" name="Object 4">
            <a:extLst>
              <a:ext uri="{FF2B5EF4-FFF2-40B4-BE49-F238E27FC236}">
                <a16:creationId xmlns:a16="http://schemas.microsoft.com/office/drawing/2014/main" id="{E60A0195-28AE-4DB3-B9A8-7A1606C158EF}"/>
              </a:ext>
            </a:extLst>
          </p:cNvPr>
          <p:cNvGraphicFramePr>
            <a:graphicFrameLocks noChangeAspect="1"/>
          </p:cNvGraphicFramePr>
          <p:nvPr/>
        </p:nvGraphicFramePr>
        <p:xfrm>
          <a:off x="5715000" y="1295400"/>
          <a:ext cx="10591800" cy="5332413"/>
        </p:xfrm>
        <a:graphic>
          <a:graphicData uri="http://schemas.openxmlformats.org/presentationml/2006/ole">
            <mc:AlternateContent xmlns:mc="http://schemas.openxmlformats.org/markup-compatibility/2006">
              <mc:Choice xmlns:v="urn:schemas-microsoft-com:vml" Requires="v">
                <p:oleObj name="Visio" r:id="rId3" imgW="5761482" imgH="3084170" progId="Visio.Drawing.6">
                  <p:embed/>
                </p:oleObj>
              </mc:Choice>
              <mc:Fallback>
                <p:oleObj name="Visio" r:id="rId3" imgW="5761482" imgH="3084170" progId="Visio.Drawing.6">
                  <p:embed/>
                  <p:pic>
                    <p:nvPicPr>
                      <p:cNvPr id="8194" name="Object 4">
                        <a:extLst>
                          <a:ext uri="{FF2B5EF4-FFF2-40B4-BE49-F238E27FC236}">
                            <a16:creationId xmlns:a16="http://schemas.microsoft.com/office/drawing/2014/main" id="{E60A0195-28AE-4DB3-B9A8-7A1606C15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295400"/>
                        <a:ext cx="10591800" cy="533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Rectangle 6">
            <a:extLst>
              <a:ext uri="{FF2B5EF4-FFF2-40B4-BE49-F238E27FC236}">
                <a16:creationId xmlns:a16="http://schemas.microsoft.com/office/drawing/2014/main" id="{12A21BCE-4668-42B8-9084-0415FFB73F9E}"/>
              </a:ext>
            </a:extLst>
          </p:cNvPr>
          <p:cNvSpPr>
            <a:spLocks noGrp="1" noChangeArrowheads="1"/>
          </p:cNvSpPr>
          <p:nvPr>
            <p:ph type="body" idx="1"/>
          </p:nvPr>
        </p:nvSpPr>
        <p:spPr>
          <a:xfrm>
            <a:off x="152400" y="1371600"/>
            <a:ext cx="5562600" cy="4876800"/>
          </a:xfrm>
        </p:spPr>
        <p:txBody>
          <a:bodyPr/>
          <a:lstStyle/>
          <a:p>
            <a:r>
              <a:rPr lang="en-US" altLang="en-US" b="1"/>
              <a:t>Problem</a:t>
            </a:r>
            <a:r>
              <a:rPr lang="en-US" altLang="en-US"/>
              <a:t>: Embed a tree such that all multicast group members are connected by the tree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3">
            <a:extLst>
              <a:ext uri="{FF2B5EF4-FFF2-40B4-BE49-F238E27FC236}">
                <a16:creationId xmlns:a16="http://schemas.microsoft.com/office/drawing/2014/main" id="{06520A41-1660-4DFC-9168-87B1EC4C2D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AB5D2D5F-43C6-472D-A4EF-C96C95197D39}" type="slidenum">
              <a:rPr lang="en-US" altLang="en-US" sz="1000">
                <a:latin typeface="Times New Roman" panose="02020603050405020304" pitchFamily="18" charset="0"/>
              </a:rPr>
              <a:pPr/>
              <a:t>24</a:t>
            </a:fld>
            <a:endParaRPr lang="en-US" altLang="en-US" sz="1000">
              <a:latin typeface="Times New Roman" panose="02020603050405020304" pitchFamily="18" charset="0"/>
            </a:endParaRPr>
          </a:p>
        </p:txBody>
      </p:sp>
      <p:sp>
        <p:nvSpPr>
          <p:cNvPr id="9220" name="Rectangle 2">
            <a:extLst>
              <a:ext uri="{FF2B5EF4-FFF2-40B4-BE49-F238E27FC236}">
                <a16:creationId xmlns:a16="http://schemas.microsoft.com/office/drawing/2014/main" id="{B4DD640B-2E84-43C3-89DA-AF9F3A50C466}"/>
              </a:ext>
            </a:extLst>
          </p:cNvPr>
          <p:cNvSpPr>
            <a:spLocks noGrp="1" noChangeArrowheads="1"/>
          </p:cNvSpPr>
          <p:nvPr>
            <p:ph type="title"/>
          </p:nvPr>
        </p:nvSpPr>
        <p:spPr/>
        <p:txBody>
          <a:bodyPr/>
          <a:lstStyle/>
          <a:p>
            <a:r>
              <a:rPr lang="en-US" altLang="en-US"/>
              <a:t>Multicast routing as a graph problem</a:t>
            </a:r>
          </a:p>
        </p:txBody>
      </p:sp>
      <p:sp>
        <p:nvSpPr>
          <p:cNvPr id="9221" name="Rectangle 3">
            <a:extLst>
              <a:ext uri="{FF2B5EF4-FFF2-40B4-BE49-F238E27FC236}">
                <a16:creationId xmlns:a16="http://schemas.microsoft.com/office/drawing/2014/main" id="{33A1ECB2-74E0-4F98-9252-AA28606E1E40}"/>
              </a:ext>
            </a:extLst>
          </p:cNvPr>
          <p:cNvSpPr>
            <a:spLocks noChangeArrowheads="1"/>
          </p:cNvSpPr>
          <p:nvPr/>
        </p:nvSpPr>
        <p:spPr bwMode="auto">
          <a:xfrm>
            <a:off x="0" y="2009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nchor="ctr">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aphicFrame>
        <p:nvGraphicFramePr>
          <p:cNvPr id="9218" name="Object 4">
            <a:extLst>
              <a:ext uri="{FF2B5EF4-FFF2-40B4-BE49-F238E27FC236}">
                <a16:creationId xmlns:a16="http://schemas.microsoft.com/office/drawing/2014/main" id="{4AD7D21E-BDBD-4581-BA3C-04F3DCD16EC5}"/>
              </a:ext>
            </a:extLst>
          </p:cNvPr>
          <p:cNvGraphicFramePr>
            <a:graphicFrameLocks noChangeAspect="1"/>
          </p:cNvGraphicFramePr>
          <p:nvPr/>
        </p:nvGraphicFramePr>
        <p:xfrm>
          <a:off x="5715000" y="1295400"/>
          <a:ext cx="10591800" cy="5332413"/>
        </p:xfrm>
        <a:graphic>
          <a:graphicData uri="http://schemas.openxmlformats.org/presentationml/2006/ole">
            <mc:AlternateContent xmlns:mc="http://schemas.openxmlformats.org/markup-compatibility/2006">
              <mc:Choice xmlns:v="urn:schemas-microsoft-com:vml" Requires="v">
                <p:oleObj name="Visio" r:id="rId3" imgW="5761482" imgH="3084170" progId="Visio.Drawing.6">
                  <p:embed/>
                </p:oleObj>
              </mc:Choice>
              <mc:Fallback>
                <p:oleObj name="Visio" r:id="rId3" imgW="5761482" imgH="3084170" progId="Visio.Drawing.6">
                  <p:embed/>
                  <p:pic>
                    <p:nvPicPr>
                      <p:cNvPr id="9218" name="Object 4">
                        <a:extLst>
                          <a:ext uri="{FF2B5EF4-FFF2-40B4-BE49-F238E27FC236}">
                            <a16:creationId xmlns:a16="http://schemas.microsoft.com/office/drawing/2014/main" id="{4AD7D21E-BDBD-4581-BA3C-04F3DCD16E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295400"/>
                        <a:ext cx="10591800" cy="533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2" name="Rectangle 5">
            <a:extLst>
              <a:ext uri="{FF2B5EF4-FFF2-40B4-BE49-F238E27FC236}">
                <a16:creationId xmlns:a16="http://schemas.microsoft.com/office/drawing/2014/main" id="{A29F8C27-A41A-477C-A15A-7F20F9F3E67C}"/>
              </a:ext>
            </a:extLst>
          </p:cNvPr>
          <p:cNvSpPr>
            <a:spLocks noGrp="1" noChangeArrowheads="1"/>
          </p:cNvSpPr>
          <p:nvPr>
            <p:ph type="body" idx="1"/>
          </p:nvPr>
        </p:nvSpPr>
        <p:spPr>
          <a:xfrm>
            <a:off x="152400" y="1371600"/>
            <a:ext cx="5562600" cy="4876800"/>
          </a:xfrm>
        </p:spPr>
        <p:txBody>
          <a:bodyPr/>
          <a:lstStyle/>
          <a:p>
            <a:r>
              <a:rPr lang="en-US" altLang="en-US" b="1" dirty="0"/>
              <a:t>Problem</a:t>
            </a:r>
            <a:r>
              <a:rPr lang="en-US" altLang="en-US" dirty="0"/>
              <a:t>: Embed a tree such that all multicast group members are connected by the tree </a:t>
            </a:r>
          </a:p>
          <a:p>
            <a:endParaRPr lang="en-US" altLang="en-US" b="1" dirty="0"/>
          </a:p>
          <a:p>
            <a:r>
              <a:rPr lang="en-US" altLang="en-US" b="1" dirty="0"/>
              <a:t>Solution 1: </a:t>
            </a:r>
            <a:r>
              <a:rPr lang="en-US" altLang="en-US" b="1" dirty="0">
                <a:solidFill>
                  <a:schemeClr val="accent2"/>
                </a:solidFill>
              </a:rPr>
              <a:t>Shortest Path Tree or source-based tree</a:t>
            </a:r>
            <a:r>
              <a:rPr lang="en-US" altLang="en-US" dirty="0"/>
              <a:t> </a:t>
            </a:r>
            <a:r>
              <a:rPr lang="en-US" altLang="en-US" b="1" dirty="0"/>
              <a:t> </a:t>
            </a:r>
            <a:br>
              <a:rPr lang="en-US" altLang="en-US" b="1" dirty="0"/>
            </a:br>
            <a:r>
              <a:rPr lang="en-US" altLang="en-US" dirty="0"/>
              <a:t>Build a tree that minimizes the path cost </a:t>
            </a:r>
            <a:r>
              <a:rPr lang="en-US" altLang="en-US" dirty="0">
                <a:solidFill>
                  <a:srgbClr val="FF0000"/>
                </a:solidFill>
              </a:rPr>
              <a:t>from the source to each receiver</a:t>
            </a:r>
          </a:p>
          <a:p>
            <a:pPr lvl="1"/>
            <a:r>
              <a:rPr lang="en-US" altLang="en-US" sz="2000" i="1" dirty="0"/>
              <a:t>Good tree if there is a single sender</a:t>
            </a:r>
          </a:p>
          <a:p>
            <a:pPr lvl="1"/>
            <a:r>
              <a:rPr lang="en-US" altLang="en-US" sz="2000" i="1" dirty="0"/>
              <a:t>If there are multiple senders, need one tree per sender </a:t>
            </a:r>
          </a:p>
          <a:p>
            <a:pPr lvl="1"/>
            <a:r>
              <a:rPr lang="en-US" altLang="en-US" sz="2000" i="1" dirty="0"/>
              <a:t>Easy to compute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3">
            <a:extLst>
              <a:ext uri="{FF2B5EF4-FFF2-40B4-BE49-F238E27FC236}">
                <a16:creationId xmlns:a16="http://schemas.microsoft.com/office/drawing/2014/main" id="{7B086A27-0AF8-4982-A949-20055B39AAC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364C60EC-8B0C-4367-A628-9C96E50CDE4A}" type="slidenum">
              <a:rPr lang="en-US" altLang="en-US" sz="1000">
                <a:latin typeface="Times New Roman" panose="02020603050405020304" pitchFamily="18" charset="0"/>
              </a:rPr>
              <a:pPr/>
              <a:t>25</a:t>
            </a:fld>
            <a:endParaRPr lang="en-US" altLang="en-US" sz="1000">
              <a:latin typeface="Times New Roman" panose="02020603050405020304" pitchFamily="18" charset="0"/>
            </a:endParaRPr>
          </a:p>
        </p:txBody>
      </p:sp>
      <p:sp>
        <p:nvSpPr>
          <p:cNvPr id="10244" name="Rectangle 2">
            <a:extLst>
              <a:ext uri="{FF2B5EF4-FFF2-40B4-BE49-F238E27FC236}">
                <a16:creationId xmlns:a16="http://schemas.microsoft.com/office/drawing/2014/main" id="{678C0E8E-F869-4B46-BC8C-0E841EF9CBDB}"/>
              </a:ext>
            </a:extLst>
          </p:cNvPr>
          <p:cNvSpPr>
            <a:spLocks noGrp="1" noChangeArrowheads="1"/>
          </p:cNvSpPr>
          <p:nvPr>
            <p:ph type="title"/>
          </p:nvPr>
        </p:nvSpPr>
        <p:spPr/>
        <p:txBody>
          <a:bodyPr/>
          <a:lstStyle/>
          <a:p>
            <a:r>
              <a:rPr lang="en-US" altLang="en-US"/>
              <a:t>Multicast routing as a graph problem</a:t>
            </a:r>
          </a:p>
        </p:txBody>
      </p:sp>
      <p:sp>
        <p:nvSpPr>
          <p:cNvPr id="10245" name="Rectangle 3">
            <a:extLst>
              <a:ext uri="{FF2B5EF4-FFF2-40B4-BE49-F238E27FC236}">
                <a16:creationId xmlns:a16="http://schemas.microsoft.com/office/drawing/2014/main" id="{550D30E3-175E-4F05-A746-288C4F342072}"/>
              </a:ext>
            </a:extLst>
          </p:cNvPr>
          <p:cNvSpPr>
            <a:spLocks noChangeArrowheads="1"/>
          </p:cNvSpPr>
          <p:nvPr/>
        </p:nvSpPr>
        <p:spPr bwMode="auto">
          <a:xfrm>
            <a:off x="0" y="2009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nchor="ctr">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aphicFrame>
        <p:nvGraphicFramePr>
          <p:cNvPr id="10242" name="Object 4">
            <a:extLst>
              <a:ext uri="{FF2B5EF4-FFF2-40B4-BE49-F238E27FC236}">
                <a16:creationId xmlns:a16="http://schemas.microsoft.com/office/drawing/2014/main" id="{D5FB87DF-72F2-4723-9098-1A3C90BC4EEE}"/>
              </a:ext>
            </a:extLst>
          </p:cNvPr>
          <p:cNvGraphicFramePr>
            <a:graphicFrameLocks noChangeAspect="1"/>
          </p:cNvGraphicFramePr>
          <p:nvPr/>
        </p:nvGraphicFramePr>
        <p:xfrm>
          <a:off x="5715000" y="1295400"/>
          <a:ext cx="10591800" cy="5332413"/>
        </p:xfrm>
        <a:graphic>
          <a:graphicData uri="http://schemas.openxmlformats.org/presentationml/2006/ole">
            <mc:AlternateContent xmlns:mc="http://schemas.openxmlformats.org/markup-compatibility/2006">
              <mc:Choice xmlns:v="urn:schemas-microsoft-com:vml" Requires="v">
                <p:oleObj name="Visio" r:id="rId3" imgW="5761482" imgH="3084170" progId="Visio.Drawing.6">
                  <p:embed/>
                </p:oleObj>
              </mc:Choice>
              <mc:Fallback>
                <p:oleObj name="Visio" r:id="rId3" imgW="5761482" imgH="3084170" progId="Visio.Drawing.6">
                  <p:embed/>
                  <p:pic>
                    <p:nvPicPr>
                      <p:cNvPr id="10242" name="Object 4">
                        <a:extLst>
                          <a:ext uri="{FF2B5EF4-FFF2-40B4-BE49-F238E27FC236}">
                            <a16:creationId xmlns:a16="http://schemas.microsoft.com/office/drawing/2014/main" id="{D5FB87DF-72F2-4723-9098-1A3C90BC4E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1295400"/>
                        <a:ext cx="10591800" cy="5332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Rectangle 5">
            <a:extLst>
              <a:ext uri="{FF2B5EF4-FFF2-40B4-BE49-F238E27FC236}">
                <a16:creationId xmlns:a16="http://schemas.microsoft.com/office/drawing/2014/main" id="{8E7B9E7A-3E9E-4B4B-8770-561930B1855A}"/>
              </a:ext>
            </a:extLst>
          </p:cNvPr>
          <p:cNvSpPr>
            <a:spLocks noGrp="1" noChangeArrowheads="1"/>
          </p:cNvSpPr>
          <p:nvPr>
            <p:ph type="body" idx="1"/>
          </p:nvPr>
        </p:nvSpPr>
        <p:spPr>
          <a:xfrm>
            <a:off x="152400" y="1371600"/>
            <a:ext cx="5562600" cy="4876800"/>
          </a:xfrm>
        </p:spPr>
        <p:txBody>
          <a:bodyPr/>
          <a:lstStyle/>
          <a:p>
            <a:r>
              <a:rPr lang="en-US" altLang="en-US" b="1"/>
              <a:t>Problem</a:t>
            </a:r>
            <a:r>
              <a:rPr lang="en-US" altLang="en-US"/>
              <a:t>: Embed a tree such that all multicast group members are connected by the tree </a:t>
            </a:r>
          </a:p>
          <a:p>
            <a:endParaRPr lang="en-US" altLang="en-US" b="1"/>
          </a:p>
          <a:p>
            <a:r>
              <a:rPr lang="en-US" altLang="en-US" b="1"/>
              <a:t>Solution 2: </a:t>
            </a:r>
            <a:r>
              <a:rPr lang="en-US" altLang="en-US" b="1">
                <a:solidFill>
                  <a:schemeClr val="accent2"/>
                </a:solidFill>
              </a:rPr>
              <a:t>Minimum-Cost Tree</a:t>
            </a:r>
            <a:r>
              <a:rPr lang="en-US" altLang="en-US"/>
              <a:t> Build a tree that</a:t>
            </a:r>
            <a:r>
              <a:rPr lang="en-US" altLang="en-US" i="1"/>
              <a:t> </a:t>
            </a:r>
            <a:r>
              <a:rPr lang="en-US" altLang="en-US"/>
              <a:t>minimizes the total cost of the edges </a:t>
            </a:r>
          </a:p>
          <a:p>
            <a:pPr lvl="1"/>
            <a:r>
              <a:rPr lang="en-US" altLang="en-US" sz="2000" i="1"/>
              <a:t>Good solution if there are multiple senders</a:t>
            </a:r>
          </a:p>
          <a:p>
            <a:pPr lvl="1"/>
            <a:r>
              <a:rPr lang="en-US" altLang="en-US" sz="2000" i="1"/>
              <a:t>Very expensive to compute (not practical for more than 30 nodes)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96B45894-E416-408E-94DD-815887FAE4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29BD9886-D5F7-4B69-A8A6-2B0378C12827}" type="slidenum">
              <a:rPr lang="en-US" altLang="en-US" sz="1000">
                <a:latin typeface="Times New Roman" panose="02020603050405020304" pitchFamily="18" charset="0"/>
              </a:rPr>
              <a:pPr/>
              <a:t>26</a:t>
            </a:fld>
            <a:endParaRPr lang="en-US" altLang="en-US" sz="1000">
              <a:latin typeface="Times New Roman" panose="02020603050405020304" pitchFamily="18" charset="0"/>
            </a:endParaRPr>
          </a:p>
        </p:txBody>
      </p:sp>
      <p:sp>
        <p:nvSpPr>
          <p:cNvPr id="30723" name="Rectangle 2">
            <a:extLst>
              <a:ext uri="{FF2B5EF4-FFF2-40B4-BE49-F238E27FC236}">
                <a16:creationId xmlns:a16="http://schemas.microsoft.com/office/drawing/2014/main" id="{039B0F30-4AA0-4FF5-AE66-F05F23F3B9E9}"/>
              </a:ext>
            </a:extLst>
          </p:cNvPr>
          <p:cNvSpPr>
            <a:spLocks noGrp="1" noChangeArrowheads="1"/>
          </p:cNvSpPr>
          <p:nvPr>
            <p:ph type="title"/>
          </p:nvPr>
        </p:nvSpPr>
        <p:spPr/>
        <p:txBody>
          <a:bodyPr/>
          <a:lstStyle/>
          <a:p>
            <a:r>
              <a:rPr lang="en-US" altLang="en-US"/>
              <a:t>Multicast routing protocols in the Internet</a:t>
            </a:r>
          </a:p>
        </p:txBody>
      </p:sp>
      <p:sp>
        <p:nvSpPr>
          <p:cNvPr id="30724" name="Rectangle 3">
            <a:extLst>
              <a:ext uri="{FF2B5EF4-FFF2-40B4-BE49-F238E27FC236}">
                <a16:creationId xmlns:a16="http://schemas.microsoft.com/office/drawing/2014/main" id="{A95E37F8-98FF-40E2-886D-23FDB169CD99}"/>
              </a:ext>
            </a:extLst>
          </p:cNvPr>
          <p:cNvSpPr>
            <a:spLocks noGrp="1" noChangeArrowheads="1"/>
          </p:cNvSpPr>
          <p:nvPr>
            <p:ph type="body" idx="1"/>
          </p:nvPr>
        </p:nvSpPr>
        <p:spPr>
          <a:xfrm>
            <a:off x="152400" y="1371600"/>
            <a:ext cx="8915400" cy="2057400"/>
          </a:xfrm>
        </p:spPr>
        <p:txBody>
          <a:bodyPr/>
          <a:lstStyle/>
          <a:p>
            <a:pPr>
              <a:lnSpc>
                <a:spcPct val="90000"/>
              </a:lnSpc>
            </a:pPr>
            <a:r>
              <a:rPr lang="en-US" altLang="en-US" sz="1800" b="1" dirty="0"/>
              <a:t>Protocol Independent Multicast (PIM): </a:t>
            </a:r>
            <a:r>
              <a:rPr lang="en-US" altLang="en-US" sz="1800" b="1" dirty="0">
                <a:solidFill>
                  <a:srgbClr val="FF0000"/>
                </a:solidFill>
              </a:rPr>
              <a:t>is the most widely used</a:t>
            </a:r>
            <a:endParaRPr lang="en-US" altLang="en-US" sz="2000" b="1" dirty="0">
              <a:solidFill>
                <a:srgbClr val="FF0000"/>
              </a:solidFill>
            </a:endParaRPr>
          </a:p>
          <a:p>
            <a:pPr lvl="1">
              <a:lnSpc>
                <a:spcPct val="90000"/>
              </a:lnSpc>
            </a:pPr>
            <a:r>
              <a:rPr lang="en-US" altLang="en-US" sz="1800" dirty="0"/>
              <a:t>Runs in two modes: PIM Dense Mode (PIM-DM) and PIM Sparse Mode (PIM-SM).  </a:t>
            </a:r>
          </a:p>
          <a:p>
            <a:pPr lvl="1">
              <a:lnSpc>
                <a:spcPct val="90000"/>
              </a:lnSpc>
            </a:pPr>
            <a:r>
              <a:rPr lang="en-US" altLang="en-US" sz="1800" dirty="0"/>
              <a:t>PIM-DM builds source-based trees using flood-and-prune </a:t>
            </a:r>
          </a:p>
          <a:p>
            <a:pPr lvl="1">
              <a:lnSpc>
                <a:spcPct val="90000"/>
              </a:lnSpc>
            </a:pPr>
            <a:r>
              <a:rPr lang="en-US" altLang="en-US" sz="1800" dirty="0"/>
              <a:t>PIM-SM  builds core-based trees as well as source-based trees with explicit joins. </a:t>
            </a:r>
          </a:p>
          <a:p>
            <a:pPr lvl="1">
              <a:lnSpc>
                <a:spcPct val="90000"/>
              </a:lnSpc>
            </a:pPr>
            <a:endParaRPr lang="en-US" altLang="en-US" sz="1800" dirty="0">
              <a:hlinkClick r:id="rId3">
                <a:extLst>
                  <a:ext uri="{A12FA001-AC4F-418D-AE19-62706E023703}">
                    <ahyp:hlinkClr xmlns:ahyp="http://schemas.microsoft.com/office/drawing/2018/hyperlinkcolor" val="tx"/>
                  </a:ext>
                </a:extLst>
              </a:hlinkClick>
            </a:endParaRPr>
          </a:p>
          <a:p>
            <a:pPr lvl="1">
              <a:lnSpc>
                <a:spcPct val="90000"/>
              </a:lnSpc>
            </a:pPr>
            <a:r>
              <a:rPr lang="en-US" altLang="en-US" sz="1800" dirty="0">
                <a:hlinkClick r:id="rId3">
                  <a:extLst>
                    <a:ext uri="{A12FA001-AC4F-418D-AE19-62706E023703}">
                      <ahyp:hlinkClr xmlns:ahyp="http://schemas.microsoft.com/office/drawing/2018/hyperlinkcolor" val="tx"/>
                    </a:ext>
                  </a:extLst>
                </a:hlinkClick>
              </a:rPr>
              <a:t>The following is an explanation of the concepts  </a:t>
            </a:r>
            <a:r>
              <a:rPr lang="en-US" altLang="en-US" sz="1800" dirty="0"/>
              <a:t>https://www.youtube.com/watch?v=Gjt2L9jAYNA</a:t>
            </a:r>
          </a:p>
          <a:p>
            <a:pPr lvl="1">
              <a:lnSpc>
                <a:spcPct val="90000"/>
              </a:lnSpc>
            </a:pPr>
            <a:endParaRPr lang="en-US" altLang="en-US" sz="1800" dirty="0"/>
          </a:p>
          <a:p>
            <a:pPr lvl="1">
              <a:lnSpc>
                <a:spcPct val="90000"/>
              </a:lnSpc>
            </a:pPr>
            <a:endParaRPr lang="en-US" altLang="en-US" sz="1800" dirty="0"/>
          </a:p>
          <a:p>
            <a:pPr lvl="1">
              <a:lnSpc>
                <a:spcPct val="90000"/>
              </a:lnSpc>
              <a:buFontTx/>
              <a:buNone/>
            </a:pPr>
            <a:endParaRPr lang="en-US" altLang="en-US" sz="1800" dirty="0"/>
          </a:p>
        </p:txBody>
      </p:sp>
    </p:spTree>
    <p:extLst>
      <p:ext uri="{BB962C8B-B14F-4D97-AF65-F5344CB8AC3E}">
        <p14:creationId xmlns:p14="http://schemas.microsoft.com/office/powerpoint/2010/main" val="1897932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EF3DF-293C-468E-B4B7-E6EAE1DF3658}"/>
              </a:ext>
            </a:extLst>
          </p:cNvPr>
          <p:cNvSpPr>
            <a:spLocks noGrp="1"/>
          </p:cNvSpPr>
          <p:nvPr>
            <p:ph type="title"/>
          </p:nvPr>
        </p:nvSpPr>
        <p:spPr/>
        <p:txBody>
          <a:bodyPr/>
          <a:lstStyle/>
          <a:p>
            <a:r>
              <a:rPr lang="en-US" dirty="0"/>
              <a:t>PIM-Dense mode</a:t>
            </a:r>
            <a:endParaRPr lang="en-GB" dirty="0"/>
          </a:p>
        </p:txBody>
      </p:sp>
      <p:sp>
        <p:nvSpPr>
          <p:cNvPr id="3" name="Content Placeholder 2">
            <a:extLst>
              <a:ext uri="{FF2B5EF4-FFF2-40B4-BE49-F238E27FC236}">
                <a16:creationId xmlns:a16="http://schemas.microsoft.com/office/drawing/2014/main" id="{5AE55C79-5363-47DA-BA5C-3EC7BE3E338C}"/>
              </a:ext>
            </a:extLst>
          </p:cNvPr>
          <p:cNvSpPr>
            <a:spLocks noGrp="1"/>
          </p:cNvSpPr>
          <p:nvPr>
            <p:ph idx="1"/>
          </p:nvPr>
        </p:nvSpPr>
        <p:spPr/>
        <p:txBody>
          <a:bodyPr/>
          <a:lstStyle/>
          <a:p>
            <a:r>
              <a:rPr lang="en-US" dirty="0"/>
              <a:t>PIM-DM uses a push model to flood multicast traffic to every corner of the network. This push model is a brute force method for delivering data to the receivers. This method would be efficient in certain deployments in which there are active receivers on every subnet in the network.</a:t>
            </a:r>
          </a:p>
          <a:p>
            <a:r>
              <a:rPr lang="en-US" dirty="0"/>
              <a:t>PIM-DM initially floods multicast traffic throughout the network. Routers that have no downstream neighbors prune back the unwanted traffic. This process repeats every 3 minutes.</a:t>
            </a:r>
          </a:p>
          <a:p>
            <a:r>
              <a:rPr lang="en-US" dirty="0"/>
              <a:t>Routers accumulate state information by receiving data streams through the flood and prune mechanism. These data streams contain the source and group information so that downstream routers can build up their multicast forwarding table tree.</a:t>
            </a:r>
          </a:p>
          <a:p>
            <a:endParaRPr lang="en-GB" dirty="0"/>
          </a:p>
        </p:txBody>
      </p:sp>
      <p:sp>
        <p:nvSpPr>
          <p:cNvPr id="4" name="Slide Number Placeholder 3">
            <a:extLst>
              <a:ext uri="{FF2B5EF4-FFF2-40B4-BE49-F238E27FC236}">
                <a16:creationId xmlns:a16="http://schemas.microsoft.com/office/drawing/2014/main" id="{13F6747F-06C0-4492-A18C-6D3CA09C6CF7}"/>
              </a:ext>
            </a:extLst>
          </p:cNvPr>
          <p:cNvSpPr>
            <a:spLocks noGrp="1"/>
          </p:cNvSpPr>
          <p:nvPr>
            <p:ph type="sldNum" sz="quarter" idx="10"/>
          </p:nvPr>
        </p:nvSpPr>
        <p:spPr/>
        <p:txBody>
          <a:bodyPr/>
          <a:lstStyle/>
          <a:p>
            <a:fld id="{D1F379FA-D8C7-43B9-8189-65FB6C4F1922}" type="slidenum">
              <a:rPr lang="en-US" altLang="en-US" smtClean="0"/>
              <a:pPr/>
              <a:t>27</a:t>
            </a:fld>
            <a:endParaRPr lang="en-US" altLang="en-US"/>
          </a:p>
        </p:txBody>
      </p:sp>
    </p:spTree>
    <p:extLst>
      <p:ext uri="{BB962C8B-B14F-4D97-AF65-F5344CB8AC3E}">
        <p14:creationId xmlns:p14="http://schemas.microsoft.com/office/powerpoint/2010/main" val="11482931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CD7319-43DC-436D-A233-621A5B981B64}"/>
              </a:ext>
            </a:extLst>
          </p:cNvPr>
          <p:cNvSpPr>
            <a:spLocks noGrp="1"/>
          </p:cNvSpPr>
          <p:nvPr>
            <p:ph type="sldNum" sz="quarter" idx="10"/>
          </p:nvPr>
        </p:nvSpPr>
        <p:spPr/>
        <p:txBody>
          <a:bodyPr/>
          <a:lstStyle/>
          <a:p>
            <a:fld id="{D1F379FA-D8C7-43B9-8189-65FB6C4F1922}" type="slidenum">
              <a:rPr lang="en-US" altLang="en-US" smtClean="0"/>
              <a:pPr/>
              <a:t>28</a:t>
            </a:fld>
            <a:endParaRPr lang="en-US" altLang="en-US"/>
          </a:p>
        </p:txBody>
      </p:sp>
      <p:sp>
        <p:nvSpPr>
          <p:cNvPr id="6" name="AutoShape 4" descr="Multicast PIM Dense Mode Flooding">
            <a:extLst>
              <a:ext uri="{FF2B5EF4-FFF2-40B4-BE49-F238E27FC236}">
                <a16:creationId xmlns:a16="http://schemas.microsoft.com/office/drawing/2014/main" id="{08E99CB9-8ABF-47F7-BF2C-9B4CE4438D98}"/>
              </a:ext>
            </a:extLst>
          </p:cNvPr>
          <p:cNvSpPr>
            <a:spLocks noChangeAspect="1" noChangeArrowheads="1"/>
          </p:cNvSpPr>
          <p:nvPr/>
        </p:nvSpPr>
        <p:spPr bwMode="auto">
          <a:xfrm>
            <a:off x="5791200" y="4117217"/>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7">
            <a:extLst>
              <a:ext uri="{FF2B5EF4-FFF2-40B4-BE49-F238E27FC236}">
                <a16:creationId xmlns:a16="http://schemas.microsoft.com/office/drawing/2014/main" id="{8131794F-DECD-4CE6-98C5-40B9109D5F89}"/>
              </a:ext>
            </a:extLst>
          </p:cNvPr>
          <p:cNvPicPr>
            <a:picLocks noChangeAspect="1"/>
          </p:cNvPicPr>
          <p:nvPr/>
        </p:nvPicPr>
        <p:blipFill>
          <a:blip r:embed="rId2"/>
          <a:stretch>
            <a:fillRect/>
          </a:stretch>
        </p:blipFill>
        <p:spPr>
          <a:xfrm>
            <a:off x="152400" y="990600"/>
            <a:ext cx="5943601" cy="5412617"/>
          </a:xfrm>
          <a:prstGeom prst="rect">
            <a:avLst/>
          </a:prstGeom>
        </p:spPr>
      </p:pic>
      <p:sp>
        <p:nvSpPr>
          <p:cNvPr id="9" name="TextBox 8">
            <a:extLst>
              <a:ext uri="{FF2B5EF4-FFF2-40B4-BE49-F238E27FC236}">
                <a16:creationId xmlns:a16="http://schemas.microsoft.com/office/drawing/2014/main" id="{309E5721-F564-4694-AD4F-65FE9FCFBADB}"/>
              </a:ext>
            </a:extLst>
          </p:cNvPr>
          <p:cNvSpPr txBox="1"/>
          <p:nvPr/>
        </p:nvSpPr>
        <p:spPr>
          <a:xfrm>
            <a:off x="5791200" y="1334760"/>
            <a:ext cx="3505201" cy="2554545"/>
          </a:xfrm>
          <a:prstGeom prst="rect">
            <a:avLst/>
          </a:prstGeom>
          <a:noFill/>
        </p:spPr>
        <p:txBody>
          <a:bodyPr wrap="square" rtlCol="0">
            <a:spAutoFit/>
          </a:bodyPr>
          <a:lstStyle/>
          <a:p>
            <a:r>
              <a:rPr lang="en-US" sz="2000" dirty="0">
                <a:latin typeface="+mj-lt"/>
              </a:rPr>
              <a:t> As soon as R1 receives this multicast packet it will create an entry in its multicast routing table where it stores the source address and multicast group address. It will then flood the traffic on all of its interfaces.</a:t>
            </a:r>
            <a:endParaRPr lang="en-GB" sz="2000" dirty="0">
              <a:latin typeface="+mj-lt"/>
            </a:endParaRPr>
          </a:p>
        </p:txBody>
      </p:sp>
      <p:sp>
        <p:nvSpPr>
          <p:cNvPr id="10" name="TextBox 9">
            <a:extLst>
              <a:ext uri="{FF2B5EF4-FFF2-40B4-BE49-F238E27FC236}">
                <a16:creationId xmlns:a16="http://schemas.microsoft.com/office/drawing/2014/main" id="{EFD1D928-1004-4252-B2B6-6EF29439DECA}"/>
              </a:ext>
            </a:extLst>
          </p:cNvPr>
          <p:cNvSpPr txBox="1"/>
          <p:nvPr/>
        </p:nvSpPr>
        <p:spPr>
          <a:xfrm>
            <a:off x="6324600" y="4207707"/>
            <a:ext cx="2286000" cy="2031325"/>
          </a:xfrm>
          <a:prstGeom prst="rect">
            <a:avLst/>
          </a:prstGeom>
          <a:noFill/>
        </p:spPr>
        <p:txBody>
          <a:bodyPr wrap="square" rtlCol="0">
            <a:spAutoFit/>
          </a:bodyPr>
          <a:lstStyle/>
          <a:p>
            <a:r>
              <a:rPr lang="en-US" sz="1800" dirty="0">
                <a:latin typeface="+mj-lt"/>
              </a:rPr>
              <a:t>Other routers that receive this multicast packet will do the same thing, the multicast packet is flooded on all of their interfaces</a:t>
            </a:r>
            <a:endParaRPr lang="en-GB" sz="1800" dirty="0">
              <a:latin typeface="+mj-lt"/>
            </a:endParaRPr>
          </a:p>
        </p:txBody>
      </p:sp>
    </p:spTree>
    <p:extLst>
      <p:ext uri="{BB962C8B-B14F-4D97-AF65-F5344CB8AC3E}">
        <p14:creationId xmlns:p14="http://schemas.microsoft.com/office/powerpoint/2010/main" val="1488106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CFB76-30FD-4693-B1FC-389E602A8142}"/>
              </a:ext>
            </a:extLst>
          </p:cNvPr>
          <p:cNvSpPr>
            <a:spLocks noGrp="1"/>
          </p:cNvSpPr>
          <p:nvPr>
            <p:ph type="title"/>
          </p:nvPr>
        </p:nvSpPr>
        <p:spPr/>
        <p:txBody>
          <a:bodyPr/>
          <a:lstStyle/>
          <a:p>
            <a:r>
              <a:rPr lang="en-US" dirty="0"/>
              <a:t>pruning</a:t>
            </a:r>
            <a:endParaRPr lang="en-GB" dirty="0"/>
          </a:p>
        </p:txBody>
      </p:sp>
      <p:sp>
        <p:nvSpPr>
          <p:cNvPr id="4" name="Slide Number Placeholder 3">
            <a:extLst>
              <a:ext uri="{FF2B5EF4-FFF2-40B4-BE49-F238E27FC236}">
                <a16:creationId xmlns:a16="http://schemas.microsoft.com/office/drawing/2014/main" id="{0D6125A1-A38F-4D50-B86B-E8A321A869F5}"/>
              </a:ext>
            </a:extLst>
          </p:cNvPr>
          <p:cNvSpPr>
            <a:spLocks noGrp="1"/>
          </p:cNvSpPr>
          <p:nvPr>
            <p:ph type="sldNum" sz="quarter" idx="10"/>
          </p:nvPr>
        </p:nvSpPr>
        <p:spPr/>
        <p:txBody>
          <a:bodyPr/>
          <a:lstStyle/>
          <a:p>
            <a:fld id="{D1F379FA-D8C7-43B9-8189-65FB6C4F1922}" type="slidenum">
              <a:rPr lang="en-US" altLang="en-US" smtClean="0"/>
              <a:pPr/>
              <a:t>29</a:t>
            </a:fld>
            <a:endParaRPr lang="en-US" altLang="en-US"/>
          </a:p>
        </p:txBody>
      </p:sp>
      <p:sp>
        <p:nvSpPr>
          <p:cNvPr id="5" name="TextBox 4">
            <a:extLst>
              <a:ext uri="{FF2B5EF4-FFF2-40B4-BE49-F238E27FC236}">
                <a16:creationId xmlns:a16="http://schemas.microsoft.com/office/drawing/2014/main" id="{17878B2C-3ADC-4CD1-BCA2-8B57C073E3CD}"/>
              </a:ext>
            </a:extLst>
          </p:cNvPr>
          <p:cNvSpPr txBox="1"/>
          <p:nvPr/>
        </p:nvSpPr>
        <p:spPr>
          <a:xfrm>
            <a:off x="5448837" y="1491081"/>
            <a:ext cx="3352800" cy="1631216"/>
          </a:xfrm>
          <a:prstGeom prst="rect">
            <a:avLst/>
          </a:prstGeom>
          <a:noFill/>
        </p:spPr>
        <p:txBody>
          <a:bodyPr wrap="square" rtlCol="0">
            <a:spAutoFit/>
          </a:bodyPr>
          <a:lstStyle/>
          <a:p>
            <a:r>
              <a:rPr lang="en-US" sz="2000" dirty="0">
                <a:latin typeface="+mj-lt"/>
              </a:rPr>
              <a:t>Each router that has no receivers will send a prune message to its upstream router, requesting it to stop forwarding it</a:t>
            </a:r>
            <a:endParaRPr lang="en-GB" sz="2000" dirty="0">
              <a:latin typeface="+mj-lt"/>
            </a:endParaRPr>
          </a:p>
        </p:txBody>
      </p:sp>
      <p:sp>
        <p:nvSpPr>
          <p:cNvPr id="6" name="TextBox 5">
            <a:extLst>
              <a:ext uri="{FF2B5EF4-FFF2-40B4-BE49-F238E27FC236}">
                <a16:creationId xmlns:a16="http://schemas.microsoft.com/office/drawing/2014/main" id="{2365EC91-CE23-49A8-A75A-1828FEDDF8CA}"/>
              </a:ext>
            </a:extLst>
          </p:cNvPr>
          <p:cNvSpPr txBox="1"/>
          <p:nvPr/>
        </p:nvSpPr>
        <p:spPr>
          <a:xfrm>
            <a:off x="6096000" y="3810000"/>
            <a:ext cx="2705637" cy="1015663"/>
          </a:xfrm>
          <a:prstGeom prst="rect">
            <a:avLst/>
          </a:prstGeom>
          <a:noFill/>
        </p:spPr>
        <p:txBody>
          <a:bodyPr wrap="square" rtlCol="0">
            <a:spAutoFit/>
          </a:bodyPr>
          <a:lstStyle/>
          <a:p>
            <a:r>
              <a:rPr lang="en-US" sz="2000" dirty="0">
                <a:latin typeface="+mj-lt"/>
              </a:rPr>
              <a:t>Processes repeats every 3 mins so can eat up bandwidth</a:t>
            </a:r>
            <a:endParaRPr lang="en-GB" sz="2000" dirty="0">
              <a:latin typeface="+mj-lt"/>
            </a:endParaRPr>
          </a:p>
        </p:txBody>
      </p:sp>
      <p:pic>
        <p:nvPicPr>
          <p:cNvPr id="3" name="Picture 2">
            <a:extLst>
              <a:ext uri="{FF2B5EF4-FFF2-40B4-BE49-F238E27FC236}">
                <a16:creationId xmlns:a16="http://schemas.microsoft.com/office/drawing/2014/main" id="{0DD23B7C-7F4C-49BC-95D7-AC474021D49A}"/>
              </a:ext>
            </a:extLst>
          </p:cNvPr>
          <p:cNvPicPr>
            <a:picLocks noChangeAspect="1"/>
          </p:cNvPicPr>
          <p:nvPr/>
        </p:nvPicPr>
        <p:blipFill>
          <a:blip r:embed="rId2"/>
          <a:stretch>
            <a:fillRect/>
          </a:stretch>
        </p:blipFill>
        <p:spPr>
          <a:xfrm>
            <a:off x="228600" y="1676401"/>
            <a:ext cx="4495800" cy="3810000"/>
          </a:xfrm>
          <a:prstGeom prst="rect">
            <a:avLst/>
          </a:prstGeom>
        </p:spPr>
      </p:pic>
    </p:spTree>
    <p:extLst>
      <p:ext uri="{BB962C8B-B14F-4D97-AF65-F5344CB8AC3E}">
        <p14:creationId xmlns:p14="http://schemas.microsoft.com/office/powerpoint/2010/main" val="862895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8C74-7596-4533-B140-B7F541548342}"/>
              </a:ext>
            </a:extLst>
          </p:cNvPr>
          <p:cNvSpPr>
            <a:spLocks noGrp="1"/>
          </p:cNvSpPr>
          <p:nvPr>
            <p:ph type="title"/>
          </p:nvPr>
        </p:nvSpPr>
        <p:spPr/>
        <p:txBody>
          <a:bodyPr/>
          <a:lstStyle/>
          <a:p>
            <a:r>
              <a:rPr lang="en-US" dirty="0" err="1"/>
              <a:t>Pim</a:t>
            </a:r>
            <a:r>
              <a:rPr lang="en-US" dirty="0"/>
              <a:t> sparse mode</a:t>
            </a:r>
            <a:endParaRPr lang="en-GB" dirty="0"/>
          </a:p>
        </p:txBody>
      </p:sp>
      <p:sp>
        <p:nvSpPr>
          <p:cNvPr id="3" name="Content Placeholder 2">
            <a:extLst>
              <a:ext uri="{FF2B5EF4-FFF2-40B4-BE49-F238E27FC236}">
                <a16:creationId xmlns:a16="http://schemas.microsoft.com/office/drawing/2014/main" id="{CF20D6D2-210F-4C4A-860A-5FF76C40F18B}"/>
              </a:ext>
            </a:extLst>
          </p:cNvPr>
          <p:cNvSpPr>
            <a:spLocks noGrp="1"/>
          </p:cNvSpPr>
          <p:nvPr>
            <p:ph idx="1"/>
          </p:nvPr>
        </p:nvSpPr>
        <p:spPr/>
        <p:txBody>
          <a:bodyPr/>
          <a:lstStyle/>
          <a:p>
            <a:r>
              <a:rPr lang="en-US" b="1" dirty="0"/>
              <a:t>IM Sparse Mode (PIM-SM)</a:t>
            </a:r>
          </a:p>
          <a:p>
            <a:r>
              <a:rPr lang="en-US" dirty="0"/>
              <a:t>PIM-SM uses a pull model to deliver multicast traffic. Only network segments with active receivers that have explicitly requested the data will receive the traffic.</a:t>
            </a:r>
          </a:p>
          <a:p>
            <a:r>
              <a:rPr lang="en-US" dirty="0"/>
              <a:t>PIM-SM distributes information about active sources by forwarding data packets on the shared tree. Because PIM-SM uses shared trees (at least, initially), it requires the use of a rendezvous point (RP). The RP must be administratively configured in the network.</a:t>
            </a:r>
          </a:p>
          <a:p>
            <a:endParaRPr lang="en-GB" dirty="0"/>
          </a:p>
        </p:txBody>
      </p:sp>
      <p:sp>
        <p:nvSpPr>
          <p:cNvPr id="4" name="Slide Number Placeholder 3">
            <a:extLst>
              <a:ext uri="{FF2B5EF4-FFF2-40B4-BE49-F238E27FC236}">
                <a16:creationId xmlns:a16="http://schemas.microsoft.com/office/drawing/2014/main" id="{6D0E32C3-AC2C-427F-9C03-75559ADD9F98}"/>
              </a:ext>
            </a:extLst>
          </p:cNvPr>
          <p:cNvSpPr>
            <a:spLocks noGrp="1"/>
          </p:cNvSpPr>
          <p:nvPr>
            <p:ph type="sldNum" sz="quarter" idx="10"/>
          </p:nvPr>
        </p:nvSpPr>
        <p:spPr/>
        <p:txBody>
          <a:bodyPr/>
          <a:lstStyle/>
          <a:p>
            <a:fld id="{D1F379FA-D8C7-43B9-8189-65FB6C4F1922}" type="slidenum">
              <a:rPr lang="en-US" altLang="en-US" smtClean="0"/>
              <a:pPr/>
              <a:t>30</a:t>
            </a:fld>
            <a:endParaRPr lang="en-US" altLang="en-US"/>
          </a:p>
        </p:txBody>
      </p:sp>
    </p:spTree>
    <p:extLst>
      <p:ext uri="{BB962C8B-B14F-4D97-AF65-F5344CB8AC3E}">
        <p14:creationId xmlns:p14="http://schemas.microsoft.com/office/powerpoint/2010/main" val="2362674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B28A2-8F73-4FB9-B6D5-9065FCEEB0DF}"/>
              </a:ext>
            </a:extLst>
          </p:cNvPr>
          <p:cNvSpPr>
            <a:spLocks noGrp="1"/>
          </p:cNvSpPr>
          <p:nvPr>
            <p:ph type="title"/>
          </p:nvPr>
        </p:nvSpPr>
        <p:spPr/>
        <p:txBody>
          <a:bodyPr/>
          <a:lstStyle/>
          <a:p>
            <a:r>
              <a:rPr lang="en-US" dirty="0" err="1"/>
              <a:t>Rendevous</a:t>
            </a:r>
            <a:r>
              <a:rPr lang="en-US" dirty="0"/>
              <a:t> point</a:t>
            </a:r>
            <a:endParaRPr lang="en-GB" dirty="0"/>
          </a:p>
        </p:txBody>
      </p:sp>
      <p:sp>
        <p:nvSpPr>
          <p:cNvPr id="4" name="Slide Number Placeholder 3">
            <a:extLst>
              <a:ext uri="{FF2B5EF4-FFF2-40B4-BE49-F238E27FC236}">
                <a16:creationId xmlns:a16="http://schemas.microsoft.com/office/drawing/2014/main" id="{6AA7D0FB-7EB7-4B41-A35E-D2EBB58CDBEB}"/>
              </a:ext>
            </a:extLst>
          </p:cNvPr>
          <p:cNvSpPr>
            <a:spLocks noGrp="1"/>
          </p:cNvSpPr>
          <p:nvPr>
            <p:ph type="sldNum" sz="quarter" idx="10"/>
          </p:nvPr>
        </p:nvSpPr>
        <p:spPr/>
        <p:txBody>
          <a:bodyPr/>
          <a:lstStyle/>
          <a:p>
            <a:fld id="{D1F379FA-D8C7-43B9-8189-65FB6C4F1922}" type="slidenum">
              <a:rPr lang="en-US" altLang="en-US" smtClean="0"/>
              <a:pPr/>
              <a:t>31</a:t>
            </a:fld>
            <a:endParaRPr lang="en-US" altLang="en-US"/>
          </a:p>
        </p:txBody>
      </p:sp>
      <p:pic>
        <p:nvPicPr>
          <p:cNvPr id="5" name="Picture 4">
            <a:extLst>
              <a:ext uri="{FF2B5EF4-FFF2-40B4-BE49-F238E27FC236}">
                <a16:creationId xmlns:a16="http://schemas.microsoft.com/office/drawing/2014/main" id="{B1BF0F49-E985-4369-B715-84565C8C9372}"/>
              </a:ext>
            </a:extLst>
          </p:cNvPr>
          <p:cNvPicPr>
            <a:picLocks noChangeAspect="1"/>
          </p:cNvPicPr>
          <p:nvPr/>
        </p:nvPicPr>
        <p:blipFill>
          <a:blip r:embed="rId3"/>
          <a:stretch>
            <a:fillRect/>
          </a:stretch>
        </p:blipFill>
        <p:spPr>
          <a:xfrm>
            <a:off x="685800" y="1952625"/>
            <a:ext cx="5829300" cy="4524375"/>
          </a:xfrm>
          <a:prstGeom prst="rect">
            <a:avLst/>
          </a:prstGeom>
        </p:spPr>
      </p:pic>
      <p:sp>
        <p:nvSpPr>
          <p:cNvPr id="6" name="TextBox 5">
            <a:extLst>
              <a:ext uri="{FF2B5EF4-FFF2-40B4-BE49-F238E27FC236}">
                <a16:creationId xmlns:a16="http://schemas.microsoft.com/office/drawing/2014/main" id="{6F690CDC-987A-4F5F-AB18-3630EEEC9477}"/>
              </a:ext>
            </a:extLst>
          </p:cNvPr>
          <p:cNvSpPr txBox="1"/>
          <p:nvPr/>
        </p:nvSpPr>
        <p:spPr>
          <a:xfrm>
            <a:off x="5943601" y="1952625"/>
            <a:ext cx="2286000" cy="2554545"/>
          </a:xfrm>
          <a:prstGeom prst="rect">
            <a:avLst/>
          </a:prstGeom>
          <a:noFill/>
        </p:spPr>
        <p:txBody>
          <a:bodyPr wrap="square" rtlCol="0">
            <a:spAutoFit/>
          </a:bodyPr>
          <a:lstStyle/>
          <a:p>
            <a:r>
              <a:rPr lang="en-US" sz="2000" dirty="0">
                <a:latin typeface="+mj-lt"/>
              </a:rPr>
              <a:t>RP is used as there may be more than one stream from more than one sender and hence they share part of the tree</a:t>
            </a:r>
            <a:endParaRPr lang="en-GB" sz="2000" dirty="0">
              <a:latin typeface="+mj-lt"/>
            </a:endParaRPr>
          </a:p>
        </p:txBody>
      </p:sp>
      <p:sp>
        <p:nvSpPr>
          <p:cNvPr id="3" name="TextBox 2">
            <a:hlinkClick r:id="rId4"/>
            <a:extLst>
              <a:ext uri="{FF2B5EF4-FFF2-40B4-BE49-F238E27FC236}">
                <a16:creationId xmlns:a16="http://schemas.microsoft.com/office/drawing/2014/main" id="{FECA00A1-9FEF-0906-847E-08E34AE1FB6B}"/>
              </a:ext>
            </a:extLst>
          </p:cNvPr>
          <p:cNvSpPr txBox="1"/>
          <p:nvPr/>
        </p:nvSpPr>
        <p:spPr>
          <a:xfrm>
            <a:off x="197556" y="6167062"/>
            <a:ext cx="8271933" cy="400110"/>
          </a:xfrm>
          <a:prstGeom prst="rect">
            <a:avLst/>
          </a:prstGeom>
          <a:noFill/>
        </p:spPr>
        <p:txBody>
          <a:bodyPr wrap="square" rtlCol="0">
            <a:spAutoFit/>
          </a:bodyPr>
          <a:lstStyle/>
          <a:p>
            <a:r>
              <a:rPr lang="en-GB" sz="2000" b="1" dirty="0">
                <a:solidFill>
                  <a:srgbClr val="FF0000"/>
                </a:solidFill>
                <a:hlinkClick r:id="rId4">
                  <a:extLst>
                    <a:ext uri="{A12FA001-AC4F-418D-AE19-62706E023703}">
                      <ahyp:hlinkClr xmlns:ahyp="http://schemas.microsoft.com/office/drawing/2018/hyperlinkcolor" val="tx"/>
                    </a:ext>
                  </a:extLst>
                </a:hlinkClick>
              </a:rPr>
              <a:t>Sparse mode</a:t>
            </a:r>
            <a:endParaRPr lang="en-GB" sz="2000" b="1" dirty="0">
              <a:solidFill>
                <a:srgbClr val="FF0000"/>
              </a:solidFill>
            </a:endParaRPr>
          </a:p>
        </p:txBody>
      </p:sp>
    </p:spTree>
    <p:extLst>
      <p:ext uri="{BB962C8B-B14F-4D97-AF65-F5344CB8AC3E}">
        <p14:creationId xmlns:p14="http://schemas.microsoft.com/office/powerpoint/2010/main" val="1810238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985D-6ECA-48D3-ADD7-56A5873CE5C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1766F674-B37D-433F-A3E6-249A2CA77D8E}"/>
              </a:ext>
            </a:extLst>
          </p:cNvPr>
          <p:cNvSpPr>
            <a:spLocks noGrp="1"/>
          </p:cNvSpPr>
          <p:nvPr>
            <p:ph idx="1"/>
          </p:nvPr>
        </p:nvSpPr>
        <p:spPr/>
        <p:txBody>
          <a:bodyPr/>
          <a:lstStyle/>
          <a:p>
            <a:r>
              <a:rPr lang="en-US" dirty="0"/>
              <a:t>Sources register with the RP and then data is forwarded down the shared tree to the receivers. The edge routers learn about a particular source when they receive data packets on the shared tree from that source through the RP. The edge router then sends PIM (S, G) join messages towards that source. Each router along the reverse path compares the unicast routing metric of the RP address to the metric of the source address. If the metric for the source address is better, it will forward a PIM (S, G) join message towards the source. If the metric for the RP is the same or better, then the PIM (S, G) join message will be sent in the same direction as the RP. In this case, the shared tree and the source tree would be considered congruent.</a:t>
            </a:r>
          </a:p>
          <a:p>
            <a:endParaRPr lang="en-GB" dirty="0"/>
          </a:p>
        </p:txBody>
      </p:sp>
      <p:sp>
        <p:nvSpPr>
          <p:cNvPr id="4" name="Slide Number Placeholder 3">
            <a:extLst>
              <a:ext uri="{FF2B5EF4-FFF2-40B4-BE49-F238E27FC236}">
                <a16:creationId xmlns:a16="http://schemas.microsoft.com/office/drawing/2014/main" id="{B1D1B966-FC36-4513-8473-D883B4194EF3}"/>
              </a:ext>
            </a:extLst>
          </p:cNvPr>
          <p:cNvSpPr>
            <a:spLocks noGrp="1"/>
          </p:cNvSpPr>
          <p:nvPr>
            <p:ph type="sldNum" sz="quarter" idx="10"/>
          </p:nvPr>
        </p:nvSpPr>
        <p:spPr/>
        <p:txBody>
          <a:bodyPr/>
          <a:lstStyle/>
          <a:p>
            <a:fld id="{D1F379FA-D8C7-43B9-8189-65FB6C4F1922}" type="slidenum">
              <a:rPr lang="en-US" altLang="en-US" smtClean="0"/>
              <a:pPr/>
              <a:t>32</a:t>
            </a:fld>
            <a:endParaRPr lang="en-US" altLang="en-US"/>
          </a:p>
        </p:txBody>
      </p:sp>
    </p:spTree>
    <p:extLst>
      <p:ext uri="{BB962C8B-B14F-4D97-AF65-F5344CB8AC3E}">
        <p14:creationId xmlns:p14="http://schemas.microsoft.com/office/powerpoint/2010/main" val="2516557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3">
            <a:extLst>
              <a:ext uri="{FF2B5EF4-FFF2-40B4-BE49-F238E27FC236}">
                <a16:creationId xmlns:a16="http://schemas.microsoft.com/office/drawing/2014/main" id="{7E6E8298-5133-49AB-A06F-420321A1A99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fld id="{08BF6835-56F1-4F9D-ABDB-23B04B8B8E48}" type="slidenum">
              <a:rPr lang="en-US" altLang="en-US" sz="1000">
                <a:latin typeface="Times New Roman" panose="02020603050405020304" pitchFamily="18" charset="0"/>
              </a:rPr>
              <a:pPr/>
              <a:t>33</a:t>
            </a:fld>
            <a:endParaRPr lang="en-US" altLang="en-US" sz="1000">
              <a:latin typeface="Times New Roman" panose="02020603050405020304" pitchFamily="18" charset="0"/>
            </a:endParaRPr>
          </a:p>
        </p:txBody>
      </p:sp>
      <p:sp>
        <p:nvSpPr>
          <p:cNvPr id="11268" name="Rectangle 2">
            <a:extLst>
              <a:ext uri="{FF2B5EF4-FFF2-40B4-BE49-F238E27FC236}">
                <a16:creationId xmlns:a16="http://schemas.microsoft.com/office/drawing/2014/main" id="{C691F996-4998-43D8-91C9-87389FD63C3B}"/>
              </a:ext>
            </a:extLst>
          </p:cNvPr>
          <p:cNvSpPr>
            <a:spLocks noGrp="1" noChangeArrowheads="1"/>
          </p:cNvSpPr>
          <p:nvPr>
            <p:ph type="title"/>
          </p:nvPr>
        </p:nvSpPr>
        <p:spPr/>
        <p:txBody>
          <a:bodyPr/>
          <a:lstStyle/>
          <a:p>
            <a:r>
              <a:rPr lang="en-US" altLang="en-US" dirty="0"/>
              <a:t>Reverse Path Forwarding (RPF)</a:t>
            </a:r>
          </a:p>
        </p:txBody>
      </p:sp>
      <p:sp>
        <p:nvSpPr>
          <p:cNvPr id="11269" name="Rectangle 3">
            <a:extLst>
              <a:ext uri="{FF2B5EF4-FFF2-40B4-BE49-F238E27FC236}">
                <a16:creationId xmlns:a16="http://schemas.microsoft.com/office/drawing/2014/main" id="{F7BE5CA7-82D4-473E-A6AC-1D271337DE39}"/>
              </a:ext>
            </a:extLst>
          </p:cNvPr>
          <p:cNvSpPr>
            <a:spLocks noGrp="1" noChangeArrowheads="1"/>
          </p:cNvSpPr>
          <p:nvPr>
            <p:ph type="body" idx="1"/>
          </p:nvPr>
        </p:nvSpPr>
        <p:spPr/>
        <p:txBody>
          <a:bodyPr/>
          <a:lstStyle/>
          <a:p>
            <a:r>
              <a:rPr lang="en-US" altLang="en-US" sz="1800" dirty="0">
                <a:solidFill>
                  <a:srgbClr val="FF0000"/>
                </a:solidFill>
              </a:rPr>
              <a:t>RPF builds a shortest path tree in a distributed fashion by taking advantage of the unicast routing tables.</a:t>
            </a:r>
            <a:r>
              <a:rPr lang="en-US" altLang="en-US" sz="1800" dirty="0"/>
              <a:t> </a:t>
            </a:r>
          </a:p>
          <a:p>
            <a:r>
              <a:rPr lang="en-US" altLang="en-US" sz="1800" b="1" dirty="0"/>
              <a:t>Main concept:</a:t>
            </a:r>
            <a:r>
              <a:rPr lang="en-US" altLang="en-US" sz="1800" dirty="0"/>
              <a:t> Given the address of the root of the tree (e.g., the sending host), a router selects as its upstream neighbor in the tree the router which is the next-hop </a:t>
            </a:r>
            <a:r>
              <a:rPr lang="en-US" altLang="en-US" sz="1800" dirty="0" err="1"/>
              <a:t>neighbour</a:t>
            </a:r>
            <a:r>
              <a:rPr lang="en-US" altLang="en-US" sz="1800" dirty="0"/>
              <a:t> for forwarding unicast packets to the root.</a:t>
            </a:r>
          </a:p>
          <a:p>
            <a:endParaRPr lang="en-US" altLang="en-US" sz="1800" dirty="0"/>
          </a:p>
          <a:p>
            <a:r>
              <a:rPr lang="en-US" altLang="en-US" sz="1800" dirty="0"/>
              <a:t>This concept leads to a </a:t>
            </a:r>
            <a:r>
              <a:rPr lang="en-US" altLang="en-US" sz="1800" b="1" dirty="0"/>
              <a:t>reverse shortest </a:t>
            </a:r>
            <a:br>
              <a:rPr lang="en-US" altLang="en-US" sz="1800" b="1" dirty="0"/>
            </a:br>
            <a:r>
              <a:rPr lang="en-US" altLang="en-US" sz="1800" b="1" dirty="0"/>
              <a:t>path</a:t>
            </a:r>
            <a:r>
              <a:rPr lang="en-US" altLang="en-US" sz="1800" dirty="0"/>
              <a:t> from any router to the sending host. </a:t>
            </a:r>
            <a:br>
              <a:rPr lang="en-US" altLang="en-US" sz="1800" dirty="0"/>
            </a:br>
            <a:r>
              <a:rPr lang="en-US" altLang="en-US" sz="1800" dirty="0"/>
              <a:t>The union of reverse shortest paths builds </a:t>
            </a:r>
            <a:br>
              <a:rPr lang="en-US" altLang="en-US" sz="1800" dirty="0"/>
            </a:br>
            <a:r>
              <a:rPr lang="en-US" altLang="en-US" sz="1800" dirty="0"/>
              <a:t>a </a:t>
            </a:r>
            <a:r>
              <a:rPr lang="en-US" altLang="en-US" sz="1800" b="1" dirty="0"/>
              <a:t>reverse shortest path tree</a:t>
            </a:r>
            <a:r>
              <a:rPr lang="en-US" altLang="en-US" sz="1800" dirty="0"/>
              <a:t>. </a:t>
            </a:r>
          </a:p>
          <a:p>
            <a:endParaRPr lang="en-US" altLang="en-US" dirty="0"/>
          </a:p>
          <a:p>
            <a:pPr>
              <a:buFontTx/>
              <a:buNone/>
            </a:pPr>
            <a:r>
              <a:rPr lang="en-US" altLang="en-US" sz="2000" b="1" dirty="0">
                <a:solidFill>
                  <a:schemeClr val="accent2"/>
                </a:solidFill>
              </a:rPr>
              <a:t>    </a:t>
            </a:r>
            <a:r>
              <a:rPr lang="en-US" altLang="en-US" sz="2000" b="1" dirty="0">
                <a:solidFill>
                  <a:schemeClr val="accent2"/>
                </a:solidFill>
                <a:hlinkClick r:id="rId3"/>
              </a:rPr>
              <a:t>reverse path forwarding</a:t>
            </a:r>
            <a:endParaRPr lang="en-US" altLang="en-US" dirty="0"/>
          </a:p>
        </p:txBody>
      </p:sp>
      <p:sp>
        <p:nvSpPr>
          <p:cNvPr id="11270" name="Rectangle 5">
            <a:extLst>
              <a:ext uri="{FF2B5EF4-FFF2-40B4-BE49-F238E27FC236}">
                <a16:creationId xmlns:a16="http://schemas.microsoft.com/office/drawing/2014/main" id="{349E6145-ABAD-4633-8F22-E6F82A01020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3" tIns="45717" rIns="91433" bIns="45717" anchor="ctr">
            <a:spAutoFit/>
          </a:bodyPr>
          <a:lstStyle>
            <a:lvl1pPr>
              <a:defRPr sz="2400">
                <a:solidFill>
                  <a:schemeClr val="tx1"/>
                </a:solidFill>
                <a:latin typeface="Courier New" panose="02070309020205020404" pitchFamily="49" charset="0"/>
              </a:defRPr>
            </a:lvl1pPr>
            <a:lvl2pPr marL="742950" indent="-285750">
              <a:defRPr sz="2400">
                <a:solidFill>
                  <a:schemeClr val="tx1"/>
                </a:solidFill>
                <a:latin typeface="Courier New" panose="02070309020205020404" pitchFamily="49" charset="0"/>
              </a:defRPr>
            </a:lvl2pPr>
            <a:lvl3pPr marL="1143000" indent="-228600">
              <a:defRPr sz="2400">
                <a:solidFill>
                  <a:schemeClr val="tx1"/>
                </a:solidFill>
                <a:latin typeface="Courier New" panose="02070309020205020404" pitchFamily="49" charset="0"/>
              </a:defRPr>
            </a:lvl3pPr>
            <a:lvl4pPr marL="1600200" indent="-228600">
              <a:defRPr sz="2400">
                <a:solidFill>
                  <a:schemeClr val="tx1"/>
                </a:solidFill>
                <a:latin typeface="Courier New" panose="02070309020205020404" pitchFamily="49" charset="0"/>
              </a:defRPr>
            </a:lvl4pPr>
            <a:lvl5pPr marL="2057400" indent="-228600">
              <a:defRPr sz="2400">
                <a:solidFill>
                  <a:schemeClr val="tx1"/>
                </a:solidFill>
                <a:latin typeface="Courier New" panose="02070309020205020404" pitchFamily="49" charset="0"/>
              </a:defRPr>
            </a:lvl5pPr>
            <a:lvl6pPr marL="2514600" indent="-228600" eaLnBrk="0" fontAlgn="base" hangingPunct="0">
              <a:spcBef>
                <a:spcPct val="0"/>
              </a:spcBef>
              <a:spcAft>
                <a:spcPct val="0"/>
              </a:spcAft>
              <a:defRPr sz="2400">
                <a:solidFill>
                  <a:schemeClr val="tx1"/>
                </a:solidFill>
                <a:latin typeface="Courier New" panose="02070309020205020404" pitchFamily="49" charset="0"/>
              </a:defRPr>
            </a:lvl6pPr>
            <a:lvl7pPr marL="2971800" indent="-228600" eaLnBrk="0" fontAlgn="base" hangingPunct="0">
              <a:spcBef>
                <a:spcPct val="0"/>
              </a:spcBef>
              <a:spcAft>
                <a:spcPct val="0"/>
              </a:spcAft>
              <a:defRPr sz="2400">
                <a:solidFill>
                  <a:schemeClr val="tx1"/>
                </a:solidFill>
                <a:latin typeface="Courier New" panose="02070309020205020404" pitchFamily="49" charset="0"/>
              </a:defRPr>
            </a:lvl7pPr>
            <a:lvl8pPr marL="3429000" indent="-228600" eaLnBrk="0" fontAlgn="base" hangingPunct="0">
              <a:spcBef>
                <a:spcPct val="0"/>
              </a:spcBef>
              <a:spcAft>
                <a:spcPct val="0"/>
              </a:spcAft>
              <a:defRPr sz="2400">
                <a:solidFill>
                  <a:schemeClr val="tx1"/>
                </a:solidFill>
                <a:latin typeface="Courier New" panose="02070309020205020404" pitchFamily="49" charset="0"/>
              </a:defRPr>
            </a:lvl8pPr>
            <a:lvl9pPr marL="3886200" indent="-228600" eaLnBrk="0" fontAlgn="base" hangingPunct="0">
              <a:spcBef>
                <a:spcPct val="0"/>
              </a:spcBef>
              <a:spcAft>
                <a:spcPct val="0"/>
              </a:spcAft>
              <a:defRPr sz="2400">
                <a:solidFill>
                  <a:schemeClr val="tx1"/>
                </a:solidFill>
                <a:latin typeface="Courier New" panose="02070309020205020404" pitchFamily="49" charset="0"/>
              </a:defRPr>
            </a:lvl9pPr>
          </a:lstStyle>
          <a:p>
            <a:endParaRPr lang="en-GB" altLang="en-US"/>
          </a:p>
        </p:txBody>
      </p:sp>
      <p:graphicFrame>
        <p:nvGraphicFramePr>
          <p:cNvPr id="11266" name="Object 4">
            <a:extLst>
              <a:ext uri="{FF2B5EF4-FFF2-40B4-BE49-F238E27FC236}">
                <a16:creationId xmlns:a16="http://schemas.microsoft.com/office/drawing/2014/main" id="{DE71AB04-E5BA-43B5-A9D6-1AB0DC35AC96}"/>
              </a:ext>
            </a:extLst>
          </p:cNvPr>
          <p:cNvGraphicFramePr>
            <a:graphicFrameLocks noChangeAspect="1"/>
          </p:cNvGraphicFramePr>
          <p:nvPr/>
        </p:nvGraphicFramePr>
        <p:xfrm>
          <a:off x="3729038" y="2820988"/>
          <a:ext cx="5268912" cy="3830637"/>
        </p:xfrm>
        <a:graphic>
          <a:graphicData uri="http://schemas.openxmlformats.org/presentationml/2006/ole">
            <mc:AlternateContent xmlns:mc="http://schemas.openxmlformats.org/markup-compatibility/2006">
              <mc:Choice xmlns:v="urn:schemas-microsoft-com:vml" Requires="v">
                <p:oleObj name="Picture" r:id="rId4" imgW="5391000" imgH="3952800" progId="Word.Picture.8">
                  <p:embed/>
                </p:oleObj>
              </mc:Choice>
              <mc:Fallback>
                <p:oleObj name="Picture" r:id="rId4" imgW="5391000" imgH="3952800" progId="Word.Picture.8">
                  <p:embed/>
                  <p:pic>
                    <p:nvPicPr>
                      <p:cNvPr id="11266" name="Object 4">
                        <a:extLst>
                          <a:ext uri="{FF2B5EF4-FFF2-40B4-BE49-F238E27FC236}">
                            <a16:creationId xmlns:a16="http://schemas.microsoft.com/office/drawing/2014/main" id="{DE71AB04-E5BA-43B5-A9D6-1AB0DC35AC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9038" y="2820988"/>
                        <a:ext cx="5268912" cy="3830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heme/theme1.xml><?xml version="1.0" encoding="utf-8"?>
<a:theme xmlns:a="http://schemas.openxmlformats.org/drawingml/2006/main" name="cs551">
  <a:themeElements>
    <a:clrScheme name="cs55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s55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noFill/>
          <a:prstDash val="solid"/>
          <a:round/>
          <a:headEnd type="none" w="med" len="med"/>
          <a:tailEnd type="none" w="med" len="med"/>
        </a:ln>
        <a:effectLst/>
      </a:spPr>
      <a:bodyPr vert="horz" wrap="square" lIns="91433" tIns="45717" rIns="91433" bIns="45717"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Courier New" pitchFamily="49" charset="0"/>
          </a:defRPr>
        </a:defPPr>
      </a:lstStyle>
    </a:spDef>
    <a:lnDef>
      <a:spPr bwMode="auto">
        <a:xfrm>
          <a:off x="0" y="0"/>
          <a:ext cx="1" cy="1"/>
        </a:xfrm>
        <a:custGeom>
          <a:avLst/>
          <a:gdLst/>
          <a:ahLst/>
          <a:cxnLst/>
          <a:rect l="0" t="0" r="0" b="0"/>
          <a:pathLst/>
        </a:custGeom>
        <a:solidFill>
          <a:srgbClr val="FFFF99"/>
        </a:solidFill>
        <a:ln w="9525" cap="flat" cmpd="sng" algn="ctr">
          <a:noFill/>
          <a:prstDash val="solid"/>
          <a:round/>
          <a:headEnd type="none" w="med" len="med"/>
          <a:tailEnd type="none" w="med" len="med"/>
        </a:ln>
        <a:effectLst/>
      </a:spPr>
      <a:bodyPr vert="horz" wrap="square" lIns="91433" tIns="45717" rIns="91433" bIns="45717"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Courier New" pitchFamily="49" charset="0"/>
          </a:defRPr>
        </a:defPPr>
      </a:lstStyle>
    </a:lnDef>
  </a:objectDefaults>
  <a:extraClrSchemeLst>
    <a:extraClrScheme>
      <a:clrScheme name="cs55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55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55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55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55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55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55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BCB4B5EF9EC1443BBD11178D3A81321" ma:contentTypeVersion="7" ma:contentTypeDescription="Create a new document." ma:contentTypeScope="" ma:versionID="6e3b184750b6dae18ae9b1818612002a">
  <xsd:schema xmlns:xsd="http://www.w3.org/2001/XMLSchema" xmlns:xs="http://www.w3.org/2001/XMLSchema" xmlns:p="http://schemas.microsoft.com/office/2006/metadata/properties" xmlns:ns3="73359ea5-8d45-4b4e-9013-40b21d8f1bc6" xmlns:ns4="bab74523-0c83-4d07-b447-e3a609c8ba1e" targetNamespace="http://schemas.microsoft.com/office/2006/metadata/properties" ma:root="true" ma:fieldsID="fbbf20aef3c4f79985561f6ca4952eed" ns3:_="" ns4:_="">
    <xsd:import namespace="73359ea5-8d45-4b4e-9013-40b21d8f1bc6"/>
    <xsd:import namespace="bab74523-0c83-4d07-b447-e3a609c8ba1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359ea5-8d45-4b4e-9013-40b21d8f1b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b74523-0c83-4d07-b447-e3a609c8ba1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EA0BEF-90AA-49A6-9159-BF69F7979DFF}">
  <ds:schemaRefs>
    <ds:schemaRef ds:uri="http://schemas.microsoft.com/office/2006/documentManagement/types"/>
    <ds:schemaRef ds:uri="http://purl.org/dc/dcmitype/"/>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http://purl.org/dc/terms/"/>
    <ds:schemaRef ds:uri="bab74523-0c83-4d07-b447-e3a609c8ba1e"/>
    <ds:schemaRef ds:uri="73359ea5-8d45-4b4e-9013-40b21d8f1bc6"/>
    <ds:schemaRef ds:uri="http://www.w3.org/XML/1998/namespace"/>
  </ds:schemaRefs>
</ds:datastoreItem>
</file>

<file path=customXml/itemProps2.xml><?xml version="1.0" encoding="utf-8"?>
<ds:datastoreItem xmlns:ds="http://schemas.openxmlformats.org/officeDocument/2006/customXml" ds:itemID="{CB464F88-5883-45B1-B5A0-EA4C3481699A}">
  <ds:schemaRefs>
    <ds:schemaRef ds:uri="http://schemas.microsoft.com/sharepoint/v3/contenttype/forms"/>
  </ds:schemaRefs>
</ds:datastoreItem>
</file>

<file path=customXml/itemProps3.xml><?xml version="1.0" encoding="utf-8"?>
<ds:datastoreItem xmlns:ds="http://schemas.openxmlformats.org/officeDocument/2006/customXml" ds:itemID="{049CCF28-3E45-4013-86FA-E4069213D2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359ea5-8d45-4b4e-9013-40b21d8f1bc6"/>
    <ds:schemaRef ds:uri="bab74523-0c83-4d07-b447-e3a609c8ba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C:\LOCALDATA\wrk\MS\OFFICE97\Templates\cs551.pot</Template>
  <TotalTime>16849</TotalTime>
  <Words>1991</Words>
  <Application>Microsoft Office PowerPoint</Application>
  <PresentationFormat>Overhead</PresentationFormat>
  <Paragraphs>219</Paragraphs>
  <Slides>33</Slides>
  <Notes>22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4</vt:i4>
      </vt:variant>
      <vt:variant>
        <vt:lpstr>Slide Titles</vt:lpstr>
      </vt:variant>
      <vt:variant>
        <vt:i4>33</vt:i4>
      </vt:variant>
    </vt:vector>
  </HeadingPairs>
  <TitlesOfParts>
    <vt:vector size="44" baseType="lpstr">
      <vt:lpstr>Times New Roman</vt:lpstr>
      <vt:lpstr>open sans</vt:lpstr>
      <vt:lpstr>Google Sans Text</vt:lpstr>
      <vt:lpstr>Arial</vt:lpstr>
      <vt:lpstr>Courier New</vt:lpstr>
      <vt:lpstr>Noto</vt:lpstr>
      <vt:lpstr>cs551</vt:lpstr>
      <vt:lpstr>VISIO</vt:lpstr>
      <vt:lpstr>Document</vt:lpstr>
      <vt:lpstr>Visio</vt:lpstr>
      <vt:lpstr>Picture</vt:lpstr>
      <vt:lpstr>IP Multicasting</vt:lpstr>
      <vt:lpstr>Applications with multiple receivers</vt:lpstr>
      <vt:lpstr>Multicasting</vt:lpstr>
      <vt:lpstr>Multicast Groups</vt:lpstr>
      <vt:lpstr>Multicasting over a Packet Network</vt:lpstr>
      <vt:lpstr>Multicasting over a Packet Network</vt:lpstr>
      <vt:lpstr>IP Multicasting</vt:lpstr>
      <vt:lpstr>IP Multicast addresses</vt:lpstr>
      <vt:lpstr>GLOP addressing (is not an acronym)</vt:lpstr>
      <vt:lpstr>Permanently assigned addresses</vt:lpstr>
      <vt:lpstr>Semantics of IP Multicast</vt:lpstr>
      <vt:lpstr>The IP Protocol Stack</vt:lpstr>
      <vt:lpstr>Multicast Addressing</vt:lpstr>
      <vt:lpstr>Types of Multicast addresses</vt:lpstr>
      <vt:lpstr>Multicast MAC address</vt:lpstr>
      <vt:lpstr>An example of how a multicast address is created</vt:lpstr>
      <vt:lpstr>PowerPoint Presentation</vt:lpstr>
      <vt:lpstr>Multicasting protocols</vt:lpstr>
      <vt:lpstr>Internet Group Management Protocol (IGMP)</vt:lpstr>
      <vt:lpstr>IGMP Protocol</vt:lpstr>
      <vt:lpstr>IGMP Protocol</vt:lpstr>
      <vt:lpstr>Multicast Routing Protocols</vt:lpstr>
      <vt:lpstr>Multicast routing as a graph problem</vt:lpstr>
      <vt:lpstr>Multicast routing as a graph problem</vt:lpstr>
      <vt:lpstr>Multicast routing as a graph problem</vt:lpstr>
      <vt:lpstr>Multicast routing protocols in the Internet</vt:lpstr>
      <vt:lpstr>PIM-Dense mode</vt:lpstr>
      <vt:lpstr>PowerPoint Presentation</vt:lpstr>
      <vt:lpstr>pruning</vt:lpstr>
      <vt:lpstr>Pim sparse mode</vt:lpstr>
      <vt:lpstr>Rendevous point</vt:lpstr>
      <vt:lpstr>PowerPoint Presentation</vt:lpstr>
      <vt:lpstr>Reverse Path Forwarding (RPF)</vt:lpstr>
    </vt:vector>
  </TitlesOfParts>
  <Company>Polytechnic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Preferred Customer</dc:creator>
  <cp:lastModifiedBy>Ian</cp:lastModifiedBy>
  <cp:revision>132</cp:revision>
  <cp:lastPrinted>2021-03-09T15:22:00Z</cp:lastPrinted>
  <dcterms:created xsi:type="dcterms:W3CDTF">1997-09-01T20:17:36Z</dcterms:created>
  <dcterms:modified xsi:type="dcterms:W3CDTF">2023-03-09T11:04:42Z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jorg@cs.viriginia.edu</vt:lpwstr>
  </property>
  <property fmtid="{D5CDD505-2E9C-101B-9397-08002B2CF9AE}" pid="8" name="HomePage">
    <vt:lpwstr>http://www.cs.virginia.edu/~jorg</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4</vt:i4>
  </property>
  <property fmtid="{D5CDD505-2E9C-101B-9397-08002B2CF9AE}" pid="21" name="OutputDir">
    <vt:lpwstr>J:\public_html\slides</vt:lpwstr>
  </property>
</Properties>
</file>